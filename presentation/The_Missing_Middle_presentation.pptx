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9.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0.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 remaining</c:v>
                </c:pt>
              </c:strCache>
            </c:strRef>
          </c:tx>
          <c:spPr>
            <a:solidFill>
              <a:srgbClr val="7FA8D9"/>
            </a:solidFill>
            <a:effectLst/>
          </c:spPr>
          <c:invertIfNegative val="0"/>
          <c:dLbls>
            <c:numFmt formatCode="#,##0" sourceLinked="0"/>
            <c:txPr>
              <a:bodyPr/>
              <a:lstStyle/>
              <a:p>
                <a:pPr>
                  <a:defRPr b="0" i="0" strike="noStrike" sz="1100" u="none">
                    <a:solidFill>
                      <a:srgbClr val="F2F5FF"/>
                    </a:solidFill>
                    <a:latin typeface="Calibri"/>
                  </a:defRPr>
                </a:pPr>
              </a:p>
            </c:txPr>
            <c:showLegendKey val="0"/>
            <c:showVal val="1"/>
            <c:showCatName val="0"/>
            <c:showSerName val="0"/>
            <c:showPercent val="0"/>
            <c:showBubbleSize val="0"/>
            <c:showLeaderLines val="0"/>
          </c:dLbls>
          <c:cat>
            <c:multiLvlStrRef>
              <c:f>Sheet1!$A$2:$A$9</c:f>
              <c:multiLvlStrCache>
                <c:ptCount val="8"/>
                <c:lvl>
                  <c:pt idx="0">
                    <c:v>0 Raw archive</c:v>
                  </c:pt>
                  <c:pt idx="1">
                    <c:v>1 Has radius + period</c:v>
                  </c:pt>
                  <c:pt idx="2">
                    <c:v>2 Not controversial</c:v>
                  </c:pt>
                  <c:pt idx="3">
                    <c:v>3 Radius measured</c:v>
                  </c:pt>
                  <c:pt idx="4">
                    <c:v>4 Radius not a limit</c:v>
                  </c:pt>
                  <c:pt idx="5">
                    <c:v>5 Period not a limit</c:v>
                  </c:pt>
                  <c:pt idx="6">
                    <c:v>6 Radius 0.5-4 R</c:v>
                  </c:pt>
                  <c:pt idx="7">
                    <c:v>7 Rel. error &lt; 20%</c:v>
                  </c:pt>
                </c:lvl>
              </c:multiLvlStrCache>
            </c:multiLvlStrRef>
          </c:cat>
          <c:val>
            <c:numRef>
              <c:f>Sheet1!$B$2:$B$9</c:f>
              <c:numCache>
                <c:formatCode>General</c:formatCode>
                <c:ptCount val="8"/>
                <c:pt idx="0">
                  <c:v>6319</c:v>
                </c:pt>
                <c:pt idx="1">
                  <c:v>5929</c:v>
                </c:pt>
                <c:pt idx="2">
                  <c:v>5879</c:v>
                </c:pt>
                <c:pt idx="3">
                  <c:v>4713</c:v>
                </c:pt>
                <c:pt idx="4">
                  <c:v>4710</c:v>
                </c:pt>
                <c:pt idx="5">
                  <c:v>4710</c:v>
                </c:pt>
                <c:pt idx="6">
                  <c:v>3512</c:v>
                </c:pt>
                <c:pt idx="7">
                  <c:v>2587</c:v>
                </c:pt>
              </c:numCache>
            </c:numRef>
          </c:val>
        </c:ser>
        <c:dLbls>
          <c:numFmt formatCode="#,##0" sourceLinked="0"/>
          <c:txPr>
            <a:bodyPr/>
            <a:lstStyle/>
            <a:p>
              <a:pPr>
                <a:defRPr b="0" i="0" strike="noStrike" sz="1100" u="none">
                  <a:solidFill>
                    <a:srgbClr val="F2F5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plotVisOnly val="1"/>
    <c:dispBlanksAs val="span"/>
  </c:chart>
  <c:spPr>
    <a:solidFill>
      <a:srgbClr val="121A3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Planets</c:v>
                </c:pt>
              </c:strCache>
            </c:strRef>
          </c:tx>
          <c:spPr>
            <a:solidFill>
              <a:srgbClr val="5E7BC4"/>
            </a:solidFill>
            <a:ln>
              <a:noFill/>
            </a:ln>
            <a:effectLst/>
          </c:spPr>
          <c:marker>
            <c:symbol val="circle"/>
            <c:size val="3"/>
            <c:spPr>
              <a:solidFill>
                <a:srgbClr val="5E7BC4"/>
              </a:solidFill>
              <a:ln w="9525" cap="flat">
                <a:solidFill>
                  <a:srgbClr val="5E7BC4"/>
                </a:solidFill>
                <a:prstDash val="solid"/>
                <a:round/>
              </a:ln>
              <a:effectLst/>
            </c:spPr>
          </c:marker>
          <c:xVal>
            <c:numRef>
              <c:f>Sheet1!$A$2:$A$2588</c:f>
              <c:numCache>
                <c:formatCode>General</c:formatCode>
                <c:ptCount val="2587"/>
                <c:pt idx="0">
                  <c:v>-0.752</c:v>
                </c:pt>
                <c:pt idx="1">
                  <c:v>-0.745</c:v>
                </c:pt>
                <c:pt idx="2">
                  <c:v>-0.649</c:v>
                </c:pt>
                <c:pt idx="3">
                  <c:v>-0.623</c:v>
                </c:pt>
                <c:pt idx="4">
                  <c:v>-0.554</c:v>
                </c:pt>
                <c:pt idx="5">
                  <c:v>-0.552</c:v>
                </c:pt>
                <c:pt idx="6">
                  <c:v>-0.521</c:v>
                </c:pt>
                <c:pt idx="7">
                  <c:v>-0.492</c:v>
                </c:pt>
                <c:pt idx="8">
                  <c:v>-0.453</c:v>
                </c:pt>
                <c:pt idx="9">
                  <c:v>-0.45</c:v>
                </c:pt>
                <c:pt idx="10">
                  <c:v>-0.45</c:v>
                </c:pt>
                <c:pt idx="11">
                  <c:v>-0.437</c:v>
                </c:pt>
                <c:pt idx="12">
                  <c:v>-0.433</c:v>
                </c:pt>
                <c:pt idx="13">
                  <c:v>-0.43</c:v>
                </c:pt>
                <c:pt idx="14">
                  <c:v>-0.419</c:v>
                </c:pt>
                <c:pt idx="15">
                  <c:v>-0.388</c:v>
                </c:pt>
                <c:pt idx="16">
                  <c:v>-0.385</c:v>
                </c:pt>
                <c:pt idx="17">
                  <c:v>-0.359</c:v>
                </c:pt>
                <c:pt idx="18">
                  <c:v>-0.35</c:v>
                </c:pt>
                <c:pt idx="19">
                  <c:v>-0.348</c:v>
                </c:pt>
                <c:pt idx="20">
                  <c:v>-0.334</c:v>
                </c:pt>
                <c:pt idx="21">
                  <c:v>-0.329</c:v>
                </c:pt>
                <c:pt idx="22">
                  <c:v>-0.328</c:v>
                </c:pt>
                <c:pt idx="23">
                  <c:v>-0.31</c:v>
                </c:pt>
                <c:pt idx="24">
                  <c:v>-0.296</c:v>
                </c:pt>
                <c:pt idx="25">
                  <c:v>-0.285</c:v>
                </c:pt>
                <c:pt idx="26">
                  <c:v>-0.269</c:v>
                </c:pt>
                <c:pt idx="27">
                  <c:v>-0.268</c:v>
                </c:pt>
                <c:pt idx="28">
                  <c:v>-0.261</c:v>
                </c:pt>
                <c:pt idx="29">
                  <c:v>-0.26</c:v>
                </c:pt>
                <c:pt idx="30">
                  <c:v>-0.246</c:v>
                </c:pt>
                <c:pt idx="31">
                  <c:v>-0.245</c:v>
                </c:pt>
                <c:pt idx="32">
                  <c:v>-0.243</c:v>
                </c:pt>
                <c:pt idx="33">
                  <c:v>-0.243</c:v>
                </c:pt>
                <c:pt idx="34">
                  <c:v>-0.241</c:v>
                </c:pt>
                <c:pt idx="35">
                  <c:v>-0.239</c:v>
                </c:pt>
                <c:pt idx="36">
                  <c:v>-0.233</c:v>
                </c:pt>
                <c:pt idx="37">
                  <c:v>-0.231</c:v>
                </c:pt>
                <c:pt idx="38">
                  <c:v>-0.218</c:v>
                </c:pt>
                <c:pt idx="39">
                  <c:v>-0.203</c:v>
                </c:pt>
                <c:pt idx="40">
                  <c:v>-0.2</c:v>
                </c:pt>
                <c:pt idx="41">
                  <c:v>-0.198</c:v>
                </c:pt>
                <c:pt idx="42">
                  <c:v>-0.196</c:v>
                </c:pt>
                <c:pt idx="43">
                  <c:v>-0.195</c:v>
                </c:pt>
                <c:pt idx="44">
                  <c:v>-0.188</c:v>
                </c:pt>
                <c:pt idx="45">
                  <c:v>-0.178</c:v>
                </c:pt>
                <c:pt idx="46">
                  <c:v>-0.178</c:v>
                </c:pt>
                <c:pt idx="47">
                  <c:v>-0.174</c:v>
                </c:pt>
                <c:pt idx="48">
                  <c:v>-0.174</c:v>
                </c:pt>
                <c:pt idx="49">
                  <c:v>-0.174</c:v>
                </c:pt>
                <c:pt idx="50">
                  <c:v>-0.171</c:v>
                </c:pt>
                <c:pt idx="51">
                  <c:v>-0.17</c:v>
                </c:pt>
                <c:pt idx="52">
                  <c:v>-0.169</c:v>
                </c:pt>
                <c:pt idx="53">
                  <c:v>-0.168</c:v>
                </c:pt>
                <c:pt idx="54">
                  <c:v>-0.167</c:v>
                </c:pt>
                <c:pt idx="55">
                  <c:v>-0.165</c:v>
                </c:pt>
                <c:pt idx="56">
                  <c:v>-0.165</c:v>
                </c:pt>
                <c:pt idx="57">
                  <c:v>-0.161</c:v>
                </c:pt>
                <c:pt idx="58">
                  <c:v>-0.159</c:v>
                </c:pt>
                <c:pt idx="59">
                  <c:v>-0.152</c:v>
                </c:pt>
                <c:pt idx="60">
                  <c:v>-0.143</c:v>
                </c:pt>
                <c:pt idx="61">
                  <c:v>-0.143</c:v>
                </c:pt>
                <c:pt idx="62">
                  <c:v>-0.142</c:v>
                </c:pt>
                <c:pt idx="63">
                  <c:v>-0.133</c:v>
                </c:pt>
                <c:pt idx="64">
                  <c:v>-0.133</c:v>
                </c:pt>
                <c:pt idx="65">
                  <c:v>-0.13</c:v>
                </c:pt>
                <c:pt idx="66">
                  <c:v>-0.129</c:v>
                </c:pt>
                <c:pt idx="67">
                  <c:v>-0.118</c:v>
                </c:pt>
                <c:pt idx="68">
                  <c:v>-0.118</c:v>
                </c:pt>
                <c:pt idx="69">
                  <c:v>-0.117</c:v>
                </c:pt>
                <c:pt idx="70">
                  <c:v>-0.117</c:v>
                </c:pt>
                <c:pt idx="71">
                  <c:v>-0.116</c:v>
                </c:pt>
                <c:pt idx="72">
                  <c:v>-0.116</c:v>
                </c:pt>
                <c:pt idx="73">
                  <c:v>-0.115</c:v>
                </c:pt>
                <c:pt idx="74">
                  <c:v>-0.114</c:v>
                </c:pt>
                <c:pt idx="75">
                  <c:v>-0.114</c:v>
                </c:pt>
                <c:pt idx="76">
                  <c:v>-0.111</c:v>
                </c:pt>
                <c:pt idx="77">
                  <c:v>-0.11</c:v>
                </c:pt>
                <c:pt idx="78">
                  <c:v>-0.106</c:v>
                </c:pt>
                <c:pt idx="79">
                  <c:v>-0.103</c:v>
                </c:pt>
                <c:pt idx="80">
                  <c:v>-0.103</c:v>
                </c:pt>
                <c:pt idx="81">
                  <c:v>-0.092</c:v>
                </c:pt>
                <c:pt idx="82">
                  <c:v>-0.09</c:v>
                </c:pt>
                <c:pt idx="83">
                  <c:v>-0.09</c:v>
                </c:pt>
                <c:pt idx="84">
                  <c:v>-0.077</c:v>
                </c:pt>
                <c:pt idx="85">
                  <c:v>-0.074</c:v>
                </c:pt>
                <c:pt idx="86">
                  <c:v>-0.072</c:v>
                </c:pt>
                <c:pt idx="87">
                  <c:v>-0.071</c:v>
                </c:pt>
                <c:pt idx="88">
                  <c:v>-0.069</c:v>
                </c:pt>
                <c:pt idx="89">
                  <c:v>-0.067</c:v>
                </c:pt>
                <c:pt idx="90">
                  <c:v>-0.065</c:v>
                </c:pt>
                <c:pt idx="91">
                  <c:v>-0.061</c:v>
                </c:pt>
                <c:pt idx="92">
                  <c:v>-0.057</c:v>
                </c:pt>
                <c:pt idx="93">
                  <c:v>-0.055</c:v>
                </c:pt>
                <c:pt idx="94">
                  <c:v>-0.054</c:v>
                </c:pt>
                <c:pt idx="95">
                  <c:v>-0.049</c:v>
                </c:pt>
                <c:pt idx="96">
                  <c:v>-0.046</c:v>
                </c:pt>
                <c:pt idx="97">
                  <c:v>-0.042</c:v>
                </c:pt>
                <c:pt idx="98">
                  <c:v>-0.038</c:v>
                </c:pt>
                <c:pt idx="99">
                  <c:v>-0.036</c:v>
                </c:pt>
                <c:pt idx="100">
                  <c:v>-0.033</c:v>
                </c:pt>
                <c:pt idx="101">
                  <c:v>-0.033</c:v>
                </c:pt>
                <c:pt idx="102">
                  <c:v>-0.033</c:v>
                </c:pt>
                <c:pt idx="103">
                  <c:v>-0.032</c:v>
                </c:pt>
                <c:pt idx="104">
                  <c:v>-0.032</c:v>
                </c:pt>
                <c:pt idx="105">
                  <c:v>-0.029</c:v>
                </c:pt>
                <c:pt idx="106">
                  <c:v>-0.029</c:v>
                </c:pt>
                <c:pt idx="107">
                  <c:v>-0.029</c:v>
                </c:pt>
                <c:pt idx="108">
                  <c:v>-0.028</c:v>
                </c:pt>
                <c:pt idx="109">
                  <c:v>-0.027</c:v>
                </c:pt>
                <c:pt idx="110">
                  <c:v>-0.026</c:v>
                </c:pt>
                <c:pt idx="111">
                  <c:v>-0.023</c:v>
                </c:pt>
                <c:pt idx="112">
                  <c:v>-0.018</c:v>
                </c:pt>
                <c:pt idx="113">
                  <c:v>-0.017</c:v>
                </c:pt>
                <c:pt idx="114">
                  <c:v>-0.016</c:v>
                </c:pt>
                <c:pt idx="115">
                  <c:v>-0.014</c:v>
                </c:pt>
                <c:pt idx="116">
                  <c:v>-0.014</c:v>
                </c:pt>
                <c:pt idx="117">
                  <c:v>-0.012</c:v>
                </c:pt>
                <c:pt idx="118">
                  <c:v>-0.011</c:v>
                </c:pt>
                <c:pt idx="119">
                  <c:v>-0.007</c:v>
                </c:pt>
                <c:pt idx="120">
                  <c:v>-0.006</c:v>
                </c:pt>
                <c:pt idx="121">
                  <c:v>-0.005</c:v>
                </c:pt>
                <c:pt idx="122">
                  <c:v>-0.004</c:v>
                </c:pt>
                <c:pt idx="123">
                  <c:v>-0.001</c:v>
                </c:pt>
                <c:pt idx="124">
                  <c:v>0.002</c:v>
                </c:pt>
                <c:pt idx="125">
                  <c:v>0.003</c:v>
                </c:pt>
                <c:pt idx="126">
                  <c:v>0.005</c:v>
                </c:pt>
                <c:pt idx="127">
                  <c:v>0.016</c:v>
                </c:pt>
                <c:pt idx="128">
                  <c:v>0.018</c:v>
                </c:pt>
                <c:pt idx="129">
                  <c:v>0.019</c:v>
                </c:pt>
                <c:pt idx="130">
                  <c:v>0.022</c:v>
                </c:pt>
                <c:pt idx="131">
                  <c:v>0.023</c:v>
                </c:pt>
                <c:pt idx="132">
                  <c:v>0.025</c:v>
                </c:pt>
                <c:pt idx="133">
                  <c:v>0.027</c:v>
                </c:pt>
                <c:pt idx="134">
                  <c:v>0.028</c:v>
                </c:pt>
                <c:pt idx="135">
                  <c:v>0.029</c:v>
                </c:pt>
                <c:pt idx="136">
                  <c:v>0.033</c:v>
                </c:pt>
                <c:pt idx="137">
                  <c:v>0.037</c:v>
                </c:pt>
                <c:pt idx="138">
                  <c:v>0.039</c:v>
                </c:pt>
                <c:pt idx="139">
                  <c:v>0.04</c:v>
                </c:pt>
                <c:pt idx="140">
                  <c:v>0.043</c:v>
                </c:pt>
                <c:pt idx="141">
                  <c:v>0.049</c:v>
                </c:pt>
                <c:pt idx="142">
                  <c:v>0.054</c:v>
                </c:pt>
                <c:pt idx="143">
                  <c:v>0.061</c:v>
                </c:pt>
                <c:pt idx="144">
                  <c:v>0.077</c:v>
                </c:pt>
                <c:pt idx="145">
                  <c:v>0.078</c:v>
                </c:pt>
                <c:pt idx="146">
                  <c:v>0.078</c:v>
                </c:pt>
                <c:pt idx="147">
                  <c:v>0.082</c:v>
                </c:pt>
                <c:pt idx="148">
                  <c:v>0.082</c:v>
                </c:pt>
                <c:pt idx="149">
                  <c:v>0.085</c:v>
                </c:pt>
                <c:pt idx="150">
                  <c:v>0.085</c:v>
                </c:pt>
                <c:pt idx="151">
                  <c:v>0.086</c:v>
                </c:pt>
                <c:pt idx="152">
                  <c:v>0.088</c:v>
                </c:pt>
                <c:pt idx="153">
                  <c:v>0.089</c:v>
                </c:pt>
                <c:pt idx="154">
                  <c:v>0.093</c:v>
                </c:pt>
                <c:pt idx="155">
                  <c:v>0.093</c:v>
                </c:pt>
                <c:pt idx="156">
                  <c:v>0.095</c:v>
                </c:pt>
                <c:pt idx="157">
                  <c:v>0.099</c:v>
                </c:pt>
                <c:pt idx="158">
                  <c:v>0.1</c:v>
                </c:pt>
                <c:pt idx="159">
                  <c:v>0.103</c:v>
                </c:pt>
                <c:pt idx="160">
                  <c:v>0.105</c:v>
                </c:pt>
                <c:pt idx="161">
                  <c:v>0.11</c:v>
                </c:pt>
                <c:pt idx="162">
                  <c:v>0.11</c:v>
                </c:pt>
                <c:pt idx="163">
                  <c:v>0.111</c:v>
                </c:pt>
                <c:pt idx="164">
                  <c:v>0.116</c:v>
                </c:pt>
                <c:pt idx="165">
                  <c:v>0.118</c:v>
                </c:pt>
                <c:pt idx="166">
                  <c:v>0.126</c:v>
                </c:pt>
                <c:pt idx="167">
                  <c:v>0.127</c:v>
                </c:pt>
                <c:pt idx="168">
                  <c:v>0.128</c:v>
                </c:pt>
                <c:pt idx="169">
                  <c:v>0.13</c:v>
                </c:pt>
                <c:pt idx="170">
                  <c:v>0.143</c:v>
                </c:pt>
                <c:pt idx="171">
                  <c:v>0.144</c:v>
                </c:pt>
                <c:pt idx="172">
                  <c:v>0.147</c:v>
                </c:pt>
                <c:pt idx="173">
                  <c:v>0.15</c:v>
                </c:pt>
                <c:pt idx="174">
                  <c:v>0.152</c:v>
                </c:pt>
                <c:pt idx="175">
                  <c:v>0.153</c:v>
                </c:pt>
                <c:pt idx="176">
                  <c:v>0.153</c:v>
                </c:pt>
                <c:pt idx="177">
                  <c:v>0.157</c:v>
                </c:pt>
                <c:pt idx="178">
                  <c:v>0.157</c:v>
                </c:pt>
                <c:pt idx="179">
                  <c:v>0.16</c:v>
                </c:pt>
                <c:pt idx="180">
                  <c:v>0.16</c:v>
                </c:pt>
                <c:pt idx="181">
                  <c:v>0.162</c:v>
                </c:pt>
                <c:pt idx="182">
                  <c:v>0.162</c:v>
                </c:pt>
                <c:pt idx="183">
                  <c:v>0.166</c:v>
                </c:pt>
                <c:pt idx="184">
                  <c:v>0.169</c:v>
                </c:pt>
                <c:pt idx="185">
                  <c:v>0.176</c:v>
                </c:pt>
                <c:pt idx="186">
                  <c:v>0.178</c:v>
                </c:pt>
                <c:pt idx="187">
                  <c:v>0.179</c:v>
                </c:pt>
                <c:pt idx="188">
                  <c:v>0.183</c:v>
                </c:pt>
                <c:pt idx="189">
                  <c:v>0.184</c:v>
                </c:pt>
                <c:pt idx="190">
                  <c:v>0.187</c:v>
                </c:pt>
                <c:pt idx="191">
                  <c:v>0.187</c:v>
                </c:pt>
                <c:pt idx="192">
                  <c:v>0.188</c:v>
                </c:pt>
                <c:pt idx="193">
                  <c:v>0.188</c:v>
                </c:pt>
                <c:pt idx="194">
                  <c:v>0.188</c:v>
                </c:pt>
                <c:pt idx="195">
                  <c:v>0.188</c:v>
                </c:pt>
                <c:pt idx="196">
                  <c:v>0.19</c:v>
                </c:pt>
                <c:pt idx="197">
                  <c:v>0.191</c:v>
                </c:pt>
                <c:pt idx="198">
                  <c:v>0.195</c:v>
                </c:pt>
                <c:pt idx="199">
                  <c:v>0.197</c:v>
                </c:pt>
                <c:pt idx="200">
                  <c:v>0.199</c:v>
                </c:pt>
                <c:pt idx="201">
                  <c:v>0.199</c:v>
                </c:pt>
                <c:pt idx="202">
                  <c:v>0.202</c:v>
                </c:pt>
                <c:pt idx="203">
                  <c:v>0.206</c:v>
                </c:pt>
                <c:pt idx="204">
                  <c:v>0.207</c:v>
                </c:pt>
                <c:pt idx="205">
                  <c:v>0.209</c:v>
                </c:pt>
                <c:pt idx="206">
                  <c:v>0.21</c:v>
                </c:pt>
                <c:pt idx="207">
                  <c:v>0.212</c:v>
                </c:pt>
                <c:pt idx="208">
                  <c:v>0.214</c:v>
                </c:pt>
                <c:pt idx="209">
                  <c:v>0.216</c:v>
                </c:pt>
                <c:pt idx="210">
                  <c:v>0.217</c:v>
                </c:pt>
                <c:pt idx="211">
                  <c:v>0.219</c:v>
                </c:pt>
                <c:pt idx="212">
                  <c:v>0.224</c:v>
                </c:pt>
                <c:pt idx="213">
                  <c:v>0.225</c:v>
                </c:pt>
                <c:pt idx="214">
                  <c:v>0.226</c:v>
                </c:pt>
                <c:pt idx="215">
                  <c:v>0.226</c:v>
                </c:pt>
                <c:pt idx="216">
                  <c:v>0.226</c:v>
                </c:pt>
                <c:pt idx="217">
                  <c:v>0.235</c:v>
                </c:pt>
                <c:pt idx="218">
                  <c:v>0.239</c:v>
                </c:pt>
                <c:pt idx="219">
                  <c:v>0.239</c:v>
                </c:pt>
                <c:pt idx="220">
                  <c:v>0.241</c:v>
                </c:pt>
                <c:pt idx="221">
                  <c:v>0.242</c:v>
                </c:pt>
                <c:pt idx="222">
                  <c:v>0.242</c:v>
                </c:pt>
                <c:pt idx="223">
                  <c:v>0.244</c:v>
                </c:pt>
                <c:pt idx="224">
                  <c:v>0.246</c:v>
                </c:pt>
                <c:pt idx="225">
                  <c:v>0.247</c:v>
                </c:pt>
                <c:pt idx="226">
                  <c:v>0.247</c:v>
                </c:pt>
                <c:pt idx="227">
                  <c:v>0.249</c:v>
                </c:pt>
                <c:pt idx="228">
                  <c:v>0.249</c:v>
                </c:pt>
                <c:pt idx="229">
                  <c:v>0.253</c:v>
                </c:pt>
                <c:pt idx="230">
                  <c:v>0.261</c:v>
                </c:pt>
                <c:pt idx="231">
                  <c:v>0.262</c:v>
                </c:pt>
                <c:pt idx="232">
                  <c:v>0.262</c:v>
                </c:pt>
                <c:pt idx="233">
                  <c:v>0.267</c:v>
                </c:pt>
                <c:pt idx="234">
                  <c:v>0.267</c:v>
                </c:pt>
                <c:pt idx="235">
                  <c:v>0.269</c:v>
                </c:pt>
                <c:pt idx="236">
                  <c:v>0.271</c:v>
                </c:pt>
                <c:pt idx="237">
                  <c:v>0.272</c:v>
                </c:pt>
                <c:pt idx="238">
                  <c:v>0.274</c:v>
                </c:pt>
                <c:pt idx="239">
                  <c:v>0.276</c:v>
                </c:pt>
                <c:pt idx="240">
                  <c:v>0.281</c:v>
                </c:pt>
                <c:pt idx="241">
                  <c:v>0.281</c:v>
                </c:pt>
                <c:pt idx="242">
                  <c:v>0.282</c:v>
                </c:pt>
                <c:pt idx="243">
                  <c:v>0.283</c:v>
                </c:pt>
                <c:pt idx="244">
                  <c:v>0.284</c:v>
                </c:pt>
                <c:pt idx="245">
                  <c:v>0.284</c:v>
                </c:pt>
                <c:pt idx="246">
                  <c:v>0.284</c:v>
                </c:pt>
                <c:pt idx="247">
                  <c:v>0.285</c:v>
                </c:pt>
                <c:pt idx="248">
                  <c:v>0.286</c:v>
                </c:pt>
                <c:pt idx="249">
                  <c:v>0.287</c:v>
                </c:pt>
                <c:pt idx="250">
                  <c:v>0.29</c:v>
                </c:pt>
                <c:pt idx="251">
                  <c:v>0.291</c:v>
                </c:pt>
                <c:pt idx="252">
                  <c:v>0.293</c:v>
                </c:pt>
                <c:pt idx="253">
                  <c:v>0.295</c:v>
                </c:pt>
                <c:pt idx="254">
                  <c:v>0.295</c:v>
                </c:pt>
                <c:pt idx="255">
                  <c:v>0.297</c:v>
                </c:pt>
                <c:pt idx="256">
                  <c:v>0.3</c:v>
                </c:pt>
                <c:pt idx="257">
                  <c:v>0.302</c:v>
                </c:pt>
                <c:pt idx="258">
                  <c:v>0.305</c:v>
                </c:pt>
                <c:pt idx="259">
                  <c:v>0.306</c:v>
                </c:pt>
                <c:pt idx="260">
                  <c:v>0.306</c:v>
                </c:pt>
                <c:pt idx="261">
                  <c:v>0.306</c:v>
                </c:pt>
                <c:pt idx="262">
                  <c:v>0.307</c:v>
                </c:pt>
                <c:pt idx="263">
                  <c:v>0.308</c:v>
                </c:pt>
                <c:pt idx="264">
                  <c:v>0.308</c:v>
                </c:pt>
                <c:pt idx="265">
                  <c:v>0.308</c:v>
                </c:pt>
                <c:pt idx="266">
                  <c:v>0.31</c:v>
                </c:pt>
                <c:pt idx="267">
                  <c:v>0.311</c:v>
                </c:pt>
                <c:pt idx="268">
                  <c:v>0.312</c:v>
                </c:pt>
                <c:pt idx="269">
                  <c:v>0.313</c:v>
                </c:pt>
                <c:pt idx="270">
                  <c:v>0.314</c:v>
                </c:pt>
                <c:pt idx="271">
                  <c:v>0.318</c:v>
                </c:pt>
                <c:pt idx="272">
                  <c:v>0.321</c:v>
                </c:pt>
                <c:pt idx="273">
                  <c:v>0.323</c:v>
                </c:pt>
                <c:pt idx="274">
                  <c:v>0.323</c:v>
                </c:pt>
                <c:pt idx="275">
                  <c:v>0.323</c:v>
                </c:pt>
                <c:pt idx="276">
                  <c:v>0.324</c:v>
                </c:pt>
                <c:pt idx="277">
                  <c:v>0.326</c:v>
                </c:pt>
                <c:pt idx="278">
                  <c:v>0.329</c:v>
                </c:pt>
                <c:pt idx="279">
                  <c:v>0.329</c:v>
                </c:pt>
                <c:pt idx="280">
                  <c:v>0.331</c:v>
                </c:pt>
                <c:pt idx="281">
                  <c:v>0.333</c:v>
                </c:pt>
                <c:pt idx="282">
                  <c:v>0.333</c:v>
                </c:pt>
                <c:pt idx="283">
                  <c:v>0.334</c:v>
                </c:pt>
                <c:pt idx="284">
                  <c:v>0.335</c:v>
                </c:pt>
                <c:pt idx="285">
                  <c:v>0.336</c:v>
                </c:pt>
                <c:pt idx="286">
                  <c:v>0.336</c:v>
                </c:pt>
                <c:pt idx="287">
                  <c:v>0.337</c:v>
                </c:pt>
                <c:pt idx="288">
                  <c:v>0.338</c:v>
                </c:pt>
                <c:pt idx="289">
                  <c:v>0.342</c:v>
                </c:pt>
                <c:pt idx="290">
                  <c:v>0.345</c:v>
                </c:pt>
                <c:pt idx="291">
                  <c:v>0.346</c:v>
                </c:pt>
                <c:pt idx="292">
                  <c:v>0.346</c:v>
                </c:pt>
                <c:pt idx="293">
                  <c:v>0.347</c:v>
                </c:pt>
                <c:pt idx="294">
                  <c:v>0.348</c:v>
                </c:pt>
                <c:pt idx="295">
                  <c:v>0.348</c:v>
                </c:pt>
                <c:pt idx="296">
                  <c:v>0.349</c:v>
                </c:pt>
                <c:pt idx="297">
                  <c:v>0.35</c:v>
                </c:pt>
                <c:pt idx="298">
                  <c:v>0.35</c:v>
                </c:pt>
                <c:pt idx="299">
                  <c:v>0.351</c:v>
                </c:pt>
                <c:pt idx="300">
                  <c:v>0.352</c:v>
                </c:pt>
                <c:pt idx="301">
                  <c:v>0.352</c:v>
                </c:pt>
                <c:pt idx="302">
                  <c:v>0.353</c:v>
                </c:pt>
                <c:pt idx="303">
                  <c:v>0.353</c:v>
                </c:pt>
                <c:pt idx="304">
                  <c:v>0.354</c:v>
                </c:pt>
                <c:pt idx="305">
                  <c:v>0.354</c:v>
                </c:pt>
                <c:pt idx="306">
                  <c:v>0.358</c:v>
                </c:pt>
                <c:pt idx="307">
                  <c:v>0.36</c:v>
                </c:pt>
                <c:pt idx="308">
                  <c:v>0.36</c:v>
                </c:pt>
                <c:pt idx="309">
                  <c:v>0.361</c:v>
                </c:pt>
                <c:pt idx="310">
                  <c:v>0.361</c:v>
                </c:pt>
                <c:pt idx="311">
                  <c:v>0.365</c:v>
                </c:pt>
                <c:pt idx="312">
                  <c:v>0.366</c:v>
                </c:pt>
                <c:pt idx="313">
                  <c:v>0.367</c:v>
                </c:pt>
                <c:pt idx="314">
                  <c:v>0.367</c:v>
                </c:pt>
                <c:pt idx="315">
                  <c:v>0.369</c:v>
                </c:pt>
                <c:pt idx="316">
                  <c:v>0.37</c:v>
                </c:pt>
                <c:pt idx="317">
                  <c:v>0.37</c:v>
                </c:pt>
                <c:pt idx="318">
                  <c:v>0.37</c:v>
                </c:pt>
                <c:pt idx="319">
                  <c:v>0.371</c:v>
                </c:pt>
                <c:pt idx="320">
                  <c:v>0.372</c:v>
                </c:pt>
                <c:pt idx="321">
                  <c:v>0.372</c:v>
                </c:pt>
                <c:pt idx="322">
                  <c:v>0.373</c:v>
                </c:pt>
                <c:pt idx="323">
                  <c:v>0.373</c:v>
                </c:pt>
                <c:pt idx="324">
                  <c:v>0.374</c:v>
                </c:pt>
                <c:pt idx="325">
                  <c:v>0.375</c:v>
                </c:pt>
                <c:pt idx="326">
                  <c:v>0.375</c:v>
                </c:pt>
                <c:pt idx="327">
                  <c:v>0.377</c:v>
                </c:pt>
                <c:pt idx="328">
                  <c:v>0.377</c:v>
                </c:pt>
                <c:pt idx="329">
                  <c:v>0.378</c:v>
                </c:pt>
                <c:pt idx="330">
                  <c:v>0.38</c:v>
                </c:pt>
                <c:pt idx="331">
                  <c:v>0.38</c:v>
                </c:pt>
                <c:pt idx="332">
                  <c:v>0.381</c:v>
                </c:pt>
                <c:pt idx="333">
                  <c:v>0.383</c:v>
                </c:pt>
                <c:pt idx="334">
                  <c:v>0.383</c:v>
                </c:pt>
                <c:pt idx="335">
                  <c:v>0.383</c:v>
                </c:pt>
                <c:pt idx="336">
                  <c:v>0.384</c:v>
                </c:pt>
                <c:pt idx="337">
                  <c:v>0.385</c:v>
                </c:pt>
                <c:pt idx="338">
                  <c:v>0.385</c:v>
                </c:pt>
                <c:pt idx="339">
                  <c:v>0.388</c:v>
                </c:pt>
                <c:pt idx="340">
                  <c:v>0.39</c:v>
                </c:pt>
                <c:pt idx="341">
                  <c:v>0.391</c:v>
                </c:pt>
                <c:pt idx="342">
                  <c:v>0.391</c:v>
                </c:pt>
                <c:pt idx="343">
                  <c:v>0.391</c:v>
                </c:pt>
                <c:pt idx="344">
                  <c:v>0.392</c:v>
                </c:pt>
                <c:pt idx="345">
                  <c:v>0.392</c:v>
                </c:pt>
                <c:pt idx="346">
                  <c:v>0.392</c:v>
                </c:pt>
                <c:pt idx="347">
                  <c:v>0.393</c:v>
                </c:pt>
                <c:pt idx="348">
                  <c:v>0.397</c:v>
                </c:pt>
                <c:pt idx="349">
                  <c:v>0.397</c:v>
                </c:pt>
                <c:pt idx="350">
                  <c:v>0.398</c:v>
                </c:pt>
                <c:pt idx="351">
                  <c:v>0.399</c:v>
                </c:pt>
                <c:pt idx="352">
                  <c:v>0.399</c:v>
                </c:pt>
                <c:pt idx="353">
                  <c:v>0.399</c:v>
                </c:pt>
                <c:pt idx="354">
                  <c:v>0.4</c:v>
                </c:pt>
                <c:pt idx="355">
                  <c:v>0.402</c:v>
                </c:pt>
                <c:pt idx="356">
                  <c:v>0.403</c:v>
                </c:pt>
                <c:pt idx="357">
                  <c:v>0.404</c:v>
                </c:pt>
                <c:pt idx="358">
                  <c:v>0.405</c:v>
                </c:pt>
                <c:pt idx="359">
                  <c:v>0.405</c:v>
                </c:pt>
                <c:pt idx="360">
                  <c:v>0.405</c:v>
                </c:pt>
                <c:pt idx="361">
                  <c:v>0.406</c:v>
                </c:pt>
                <c:pt idx="362">
                  <c:v>0.407</c:v>
                </c:pt>
                <c:pt idx="363">
                  <c:v>0.409</c:v>
                </c:pt>
                <c:pt idx="364">
                  <c:v>0.411</c:v>
                </c:pt>
                <c:pt idx="365">
                  <c:v>0.411</c:v>
                </c:pt>
                <c:pt idx="366">
                  <c:v>0.411</c:v>
                </c:pt>
                <c:pt idx="367">
                  <c:v>0.411</c:v>
                </c:pt>
                <c:pt idx="368">
                  <c:v>0.412</c:v>
                </c:pt>
                <c:pt idx="369">
                  <c:v>0.413</c:v>
                </c:pt>
                <c:pt idx="370">
                  <c:v>0.413</c:v>
                </c:pt>
                <c:pt idx="371">
                  <c:v>0.413</c:v>
                </c:pt>
                <c:pt idx="372">
                  <c:v>0.414</c:v>
                </c:pt>
                <c:pt idx="373">
                  <c:v>0.415</c:v>
                </c:pt>
                <c:pt idx="374">
                  <c:v>0.416</c:v>
                </c:pt>
                <c:pt idx="375">
                  <c:v>0.417</c:v>
                </c:pt>
                <c:pt idx="376">
                  <c:v>0.418</c:v>
                </c:pt>
                <c:pt idx="377">
                  <c:v>0.418</c:v>
                </c:pt>
                <c:pt idx="378">
                  <c:v>0.418</c:v>
                </c:pt>
                <c:pt idx="379">
                  <c:v>0.42</c:v>
                </c:pt>
                <c:pt idx="380">
                  <c:v>0.42</c:v>
                </c:pt>
                <c:pt idx="381">
                  <c:v>0.422</c:v>
                </c:pt>
                <c:pt idx="382">
                  <c:v>0.423</c:v>
                </c:pt>
                <c:pt idx="383">
                  <c:v>0.426</c:v>
                </c:pt>
                <c:pt idx="384">
                  <c:v>0.428</c:v>
                </c:pt>
                <c:pt idx="385">
                  <c:v>0.428</c:v>
                </c:pt>
                <c:pt idx="386">
                  <c:v>0.429</c:v>
                </c:pt>
                <c:pt idx="387">
                  <c:v>0.429</c:v>
                </c:pt>
                <c:pt idx="388">
                  <c:v>0.431</c:v>
                </c:pt>
                <c:pt idx="389">
                  <c:v>0.434</c:v>
                </c:pt>
                <c:pt idx="390">
                  <c:v>0.434</c:v>
                </c:pt>
                <c:pt idx="391">
                  <c:v>0.434</c:v>
                </c:pt>
                <c:pt idx="392">
                  <c:v>0.436</c:v>
                </c:pt>
                <c:pt idx="393">
                  <c:v>0.437</c:v>
                </c:pt>
                <c:pt idx="394">
                  <c:v>0.439</c:v>
                </c:pt>
                <c:pt idx="395">
                  <c:v>0.439</c:v>
                </c:pt>
                <c:pt idx="396">
                  <c:v>0.44</c:v>
                </c:pt>
                <c:pt idx="397">
                  <c:v>0.44</c:v>
                </c:pt>
                <c:pt idx="398">
                  <c:v>0.44</c:v>
                </c:pt>
                <c:pt idx="399">
                  <c:v>0.441</c:v>
                </c:pt>
                <c:pt idx="400">
                  <c:v>0.442</c:v>
                </c:pt>
                <c:pt idx="401">
                  <c:v>0.442</c:v>
                </c:pt>
                <c:pt idx="402">
                  <c:v>0.445</c:v>
                </c:pt>
                <c:pt idx="403">
                  <c:v>0.445</c:v>
                </c:pt>
                <c:pt idx="404">
                  <c:v>0.445</c:v>
                </c:pt>
                <c:pt idx="405">
                  <c:v>0.445</c:v>
                </c:pt>
                <c:pt idx="406">
                  <c:v>0.447</c:v>
                </c:pt>
                <c:pt idx="407">
                  <c:v>0.447</c:v>
                </c:pt>
                <c:pt idx="408">
                  <c:v>0.447</c:v>
                </c:pt>
                <c:pt idx="409">
                  <c:v>0.448</c:v>
                </c:pt>
                <c:pt idx="410">
                  <c:v>0.45</c:v>
                </c:pt>
                <c:pt idx="411">
                  <c:v>0.452</c:v>
                </c:pt>
                <c:pt idx="412">
                  <c:v>0.453</c:v>
                </c:pt>
                <c:pt idx="413">
                  <c:v>0.455</c:v>
                </c:pt>
                <c:pt idx="414">
                  <c:v>0.455</c:v>
                </c:pt>
                <c:pt idx="415">
                  <c:v>0.455</c:v>
                </c:pt>
                <c:pt idx="416">
                  <c:v>0.455</c:v>
                </c:pt>
                <c:pt idx="417">
                  <c:v>0.455</c:v>
                </c:pt>
                <c:pt idx="418">
                  <c:v>0.456</c:v>
                </c:pt>
                <c:pt idx="419">
                  <c:v>0.456</c:v>
                </c:pt>
                <c:pt idx="420">
                  <c:v>0.458</c:v>
                </c:pt>
                <c:pt idx="421">
                  <c:v>0.459</c:v>
                </c:pt>
                <c:pt idx="422">
                  <c:v>0.461</c:v>
                </c:pt>
                <c:pt idx="423">
                  <c:v>0.461</c:v>
                </c:pt>
                <c:pt idx="424">
                  <c:v>0.461</c:v>
                </c:pt>
                <c:pt idx="425">
                  <c:v>0.461</c:v>
                </c:pt>
                <c:pt idx="426">
                  <c:v>0.462</c:v>
                </c:pt>
                <c:pt idx="427">
                  <c:v>0.463</c:v>
                </c:pt>
                <c:pt idx="428">
                  <c:v>0.468</c:v>
                </c:pt>
                <c:pt idx="429">
                  <c:v>0.468</c:v>
                </c:pt>
                <c:pt idx="430">
                  <c:v>0.469</c:v>
                </c:pt>
                <c:pt idx="431">
                  <c:v>0.47</c:v>
                </c:pt>
                <c:pt idx="432">
                  <c:v>0.472</c:v>
                </c:pt>
                <c:pt idx="433">
                  <c:v>0.473</c:v>
                </c:pt>
                <c:pt idx="434">
                  <c:v>0.475</c:v>
                </c:pt>
                <c:pt idx="435">
                  <c:v>0.478</c:v>
                </c:pt>
                <c:pt idx="436">
                  <c:v>0.478</c:v>
                </c:pt>
                <c:pt idx="437">
                  <c:v>0.478</c:v>
                </c:pt>
                <c:pt idx="438">
                  <c:v>0.48</c:v>
                </c:pt>
                <c:pt idx="439">
                  <c:v>0.481</c:v>
                </c:pt>
                <c:pt idx="440">
                  <c:v>0.482</c:v>
                </c:pt>
                <c:pt idx="441">
                  <c:v>0.482</c:v>
                </c:pt>
                <c:pt idx="442">
                  <c:v>0.482</c:v>
                </c:pt>
                <c:pt idx="443">
                  <c:v>0.482</c:v>
                </c:pt>
                <c:pt idx="444">
                  <c:v>0.483</c:v>
                </c:pt>
                <c:pt idx="445">
                  <c:v>0.485</c:v>
                </c:pt>
                <c:pt idx="446">
                  <c:v>0.487</c:v>
                </c:pt>
                <c:pt idx="447">
                  <c:v>0.487</c:v>
                </c:pt>
                <c:pt idx="448">
                  <c:v>0.487</c:v>
                </c:pt>
                <c:pt idx="449">
                  <c:v>0.488</c:v>
                </c:pt>
                <c:pt idx="450">
                  <c:v>0.488</c:v>
                </c:pt>
                <c:pt idx="451">
                  <c:v>0.49</c:v>
                </c:pt>
                <c:pt idx="452">
                  <c:v>0.49</c:v>
                </c:pt>
                <c:pt idx="453">
                  <c:v>0.491</c:v>
                </c:pt>
                <c:pt idx="454">
                  <c:v>0.492</c:v>
                </c:pt>
                <c:pt idx="455">
                  <c:v>0.492</c:v>
                </c:pt>
                <c:pt idx="456">
                  <c:v>0.494</c:v>
                </c:pt>
                <c:pt idx="457">
                  <c:v>0.494</c:v>
                </c:pt>
                <c:pt idx="458">
                  <c:v>0.495</c:v>
                </c:pt>
                <c:pt idx="459">
                  <c:v>0.495</c:v>
                </c:pt>
                <c:pt idx="460">
                  <c:v>0.495</c:v>
                </c:pt>
                <c:pt idx="461">
                  <c:v>0.496</c:v>
                </c:pt>
                <c:pt idx="462">
                  <c:v>0.496</c:v>
                </c:pt>
                <c:pt idx="463">
                  <c:v>0.498</c:v>
                </c:pt>
                <c:pt idx="464">
                  <c:v>0.498</c:v>
                </c:pt>
                <c:pt idx="465">
                  <c:v>0.499</c:v>
                </c:pt>
                <c:pt idx="466">
                  <c:v>0.501</c:v>
                </c:pt>
                <c:pt idx="467">
                  <c:v>0.501</c:v>
                </c:pt>
                <c:pt idx="468">
                  <c:v>0.501</c:v>
                </c:pt>
                <c:pt idx="469">
                  <c:v>0.502</c:v>
                </c:pt>
                <c:pt idx="470">
                  <c:v>0.502</c:v>
                </c:pt>
                <c:pt idx="471">
                  <c:v>0.502</c:v>
                </c:pt>
                <c:pt idx="472">
                  <c:v>0.503</c:v>
                </c:pt>
                <c:pt idx="473">
                  <c:v>0.504</c:v>
                </c:pt>
                <c:pt idx="474">
                  <c:v>0.507</c:v>
                </c:pt>
                <c:pt idx="475">
                  <c:v>0.508</c:v>
                </c:pt>
                <c:pt idx="476">
                  <c:v>0.508</c:v>
                </c:pt>
                <c:pt idx="477">
                  <c:v>0.508</c:v>
                </c:pt>
                <c:pt idx="478">
                  <c:v>0.509</c:v>
                </c:pt>
                <c:pt idx="479">
                  <c:v>0.51</c:v>
                </c:pt>
                <c:pt idx="480">
                  <c:v>0.512</c:v>
                </c:pt>
                <c:pt idx="481">
                  <c:v>0.512</c:v>
                </c:pt>
                <c:pt idx="482">
                  <c:v>0.512</c:v>
                </c:pt>
                <c:pt idx="483">
                  <c:v>0.513</c:v>
                </c:pt>
                <c:pt idx="484">
                  <c:v>0.515</c:v>
                </c:pt>
                <c:pt idx="485">
                  <c:v>0.515</c:v>
                </c:pt>
                <c:pt idx="486">
                  <c:v>0.515</c:v>
                </c:pt>
                <c:pt idx="487">
                  <c:v>0.516</c:v>
                </c:pt>
                <c:pt idx="488">
                  <c:v>0.517</c:v>
                </c:pt>
                <c:pt idx="489">
                  <c:v>0.518</c:v>
                </c:pt>
                <c:pt idx="490">
                  <c:v>0.518</c:v>
                </c:pt>
                <c:pt idx="491">
                  <c:v>0.519</c:v>
                </c:pt>
                <c:pt idx="492">
                  <c:v>0.519</c:v>
                </c:pt>
                <c:pt idx="493">
                  <c:v>0.52</c:v>
                </c:pt>
                <c:pt idx="494">
                  <c:v>0.52</c:v>
                </c:pt>
                <c:pt idx="495">
                  <c:v>0.521</c:v>
                </c:pt>
                <c:pt idx="496">
                  <c:v>0.523</c:v>
                </c:pt>
                <c:pt idx="497">
                  <c:v>0.524</c:v>
                </c:pt>
                <c:pt idx="498">
                  <c:v>0.524</c:v>
                </c:pt>
                <c:pt idx="499">
                  <c:v>0.525</c:v>
                </c:pt>
                <c:pt idx="500">
                  <c:v>0.525</c:v>
                </c:pt>
                <c:pt idx="501">
                  <c:v>0.526</c:v>
                </c:pt>
                <c:pt idx="502">
                  <c:v>0.526</c:v>
                </c:pt>
                <c:pt idx="503">
                  <c:v>0.526</c:v>
                </c:pt>
                <c:pt idx="504">
                  <c:v>0.526</c:v>
                </c:pt>
                <c:pt idx="505">
                  <c:v>0.527</c:v>
                </c:pt>
                <c:pt idx="506">
                  <c:v>0.529</c:v>
                </c:pt>
                <c:pt idx="507">
                  <c:v>0.53</c:v>
                </c:pt>
                <c:pt idx="508">
                  <c:v>0.532</c:v>
                </c:pt>
                <c:pt idx="509">
                  <c:v>0.533</c:v>
                </c:pt>
                <c:pt idx="510">
                  <c:v>0.534</c:v>
                </c:pt>
                <c:pt idx="511">
                  <c:v>0.535</c:v>
                </c:pt>
                <c:pt idx="512">
                  <c:v>0.536</c:v>
                </c:pt>
                <c:pt idx="513">
                  <c:v>0.537</c:v>
                </c:pt>
                <c:pt idx="514">
                  <c:v>0.537</c:v>
                </c:pt>
                <c:pt idx="515">
                  <c:v>0.54</c:v>
                </c:pt>
                <c:pt idx="516">
                  <c:v>0.541</c:v>
                </c:pt>
                <c:pt idx="517">
                  <c:v>0.541</c:v>
                </c:pt>
                <c:pt idx="518">
                  <c:v>0.542</c:v>
                </c:pt>
                <c:pt idx="519">
                  <c:v>0.542</c:v>
                </c:pt>
                <c:pt idx="520">
                  <c:v>0.543</c:v>
                </c:pt>
                <c:pt idx="521">
                  <c:v>0.545</c:v>
                </c:pt>
                <c:pt idx="522">
                  <c:v>0.545</c:v>
                </c:pt>
                <c:pt idx="523">
                  <c:v>0.546</c:v>
                </c:pt>
                <c:pt idx="524">
                  <c:v>0.546</c:v>
                </c:pt>
                <c:pt idx="525">
                  <c:v>0.547</c:v>
                </c:pt>
                <c:pt idx="526">
                  <c:v>0.548</c:v>
                </c:pt>
                <c:pt idx="527">
                  <c:v>0.549</c:v>
                </c:pt>
                <c:pt idx="528">
                  <c:v>0.549</c:v>
                </c:pt>
                <c:pt idx="529">
                  <c:v>0.55</c:v>
                </c:pt>
                <c:pt idx="530">
                  <c:v>0.551</c:v>
                </c:pt>
                <c:pt idx="531">
                  <c:v>0.551</c:v>
                </c:pt>
                <c:pt idx="532">
                  <c:v>0.551</c:v>
                </c:pt>
                <c:pt idx="533">
                  <c:v>0.552</c:v>
                </c:pt>
                <c:pt idx="534">
                  <c:v>0.553</c:v>
                </c:pt>
                <c:pt idx="535">
                  <c:v>0.553</c:v>
                </c:pt>
                <c:pt idx="536">
                  <c:v>0.554</c:v>
                </c:pt>
                <c:pt idx="537">
                  <c:v>0.555</c:v>
                </c:pt>
                <c:pt idx="538">
                  <c:v>0.555</c:v>
                </c:pt>
                <c:pt idx="539">
                  <c:v>0.556</c:v>
                </c:pt>
                <c:pt idx="540">
                  <c:v>0.556</c:v>
                </c:pt>
                <c:pt idx="541">
                  <c:v>0.556</c:v>
                </c:pt>
                <c:pt idx="542">
                  <c:v>0.556</c:v>
                </c:pt>
                <c:pt idx="543">
                  <c:v>0.557</c:v>
                </c:pt>
                <c:pt idx="544">
                  <c:v>0.558</c:v>
                </c:pt>
                <c:pt idx="545">
                  <c:v>0.558</c:v>
                </c:pt>
                <c:pt idx="546">
                  <c:v>0.559</c:v>
                </c:pt>
                <c:pt idx="547">
                  <c:v>0.561</c:v>
                </c:pt>
                <c:pt idx="548">
                  <c:v>0.562</c:v>
                </c:pt>
                <c:pt idx="549">
                  <c:v>0.562</c:v>
                </c:pt>
                <c:pt idx="550">
                  <c:v>0.562</c:v>
                </c:pt>
                <c:pt idx="551">
                  <c:v>0.564</c:v>
                </c:pt>
                <c:pt idx="552">
                  <c:v>0.565</c:v>
                </c:pt>
                <c:pt idx="553">
                  <c:v>0.566</c:v>
                </c:pt>
                <c:pt idx="554">
                  <c:v>0.567</c:v>
                </c:pt>
                <c:pt idx="555">
                  <c:v>0.567</c:v>
                </c:pt>
                <c:pt idx="556">
                  <c:v>0.568</c:v>
                </c:pt>
                <c:pt idx="557">
                  <c:v>0.568</c:v>
                </c:pt>
                <c:pt idx="558">
                  <c:v>0.568</c:v>
                </c:pt>
                <c:pt idx="559">
                  <c:v>0.568</c:v>
                </c:pt>
                <c:pt idx="560">
                  <c:v>0.569</c:v>
                </c:pt>
                <c:pt idx="561">
                  <c:v>0.569</c:v>
                </c:pt>
                <c:pt idx="562">
                  <c:v>0.57</c:v>
                </c:pt>
                <c:pt idx="563">
                  <c:v>0.571</c:v>
                </c:pt>
                <c:pt idx="564">
                  <c:v>0.572</c:v>
                </c:pt>
                <c:pt idx="565">
                  <c:v>0.572</c:v>
                </c:pt>
                <c:pt idx="566">
                  <c:v>0.573</c:v>
                </c:pt>
                <c:pt idx="567">
                  <c:v>0.573</c:v>
                </c:pt>
                <c:pt idx="568">
                  <c:v>0.574</c:v>
                </c:pt>
                <c:pt idx="569">
                  <c:v>0.575</c:v>
                </c:pt>
                <c:pt idx="570">
                  <c:v>0.575</c:v>
                </c:pt>
                <c:pt idx="571">
                  <c:v>0.576</c:v>
                </c:pt>
                <c:pt idx="572">
                  <c:v>0.576</c:v>
                </c:pt>
                <c:pt idx="573">
                  <c:v>0.576</c:v>
                </c:pt>
                <c:pt idx="574">
                  <c:v>0.577</c:v>
                </c:pt>
                <c:pt idx="575">
                  <c:v>0.577</c:v>
                </c:pt>
                <c:pt idx="576">
                  <c:v>0.577</c:v>
                </c:pt>
                <c:pt idx="577">
                  <c:v>0.578</c:v>
                </c:pt>
                <c:pt idx="578">
                  <c:v>0.579</c:v>
                </c:pt>
                <c:pt idx="579">
                  <c:v>0.579</c:v>
                </c:pt>
                <c:pt idx="580">
                  <c:v>0.58</c:v>
                </c:pt>
                <c:pt idx="581">
                  <c:v>0.581</c:v>
                </c:pt>
                <c:pt idx="582">
                  <c:v>0.581</c:v>
                </c:pt>
                <c:pt idx="583">
                  <c:v>0.582</c:v>
                </c:pt>
                <c:pt idx="584">
                  <c:v>0.582</c:v>
                </c:pt>
                <c:pt idx="585">
                  <c:v>0.582</c:v>
                </c:pt>
                <c:pt idx="586">
                  <c:v>0.583</c:v>
                </c:pt>
                <c:pt idx="587">
                  <c:v>0.584</c:v>
                </c:pt>
                <c:pt idx="588">
                  <c:v>0.584</c:v>
                </c:pt>
                <c:pt idx="589">
                  <c:v>0.586</c:v>
                </c:pt>
                <c:pt idx="590">
                  <c:v>0.586</c:v>
                </c:pt>
                <c:pt idx="591">
                  <c:v>0.587</c:v>
                </c:pt>
                <c:pt idx="592">
                  <c:v>0.588</c:v>
                </c:pt>
                <c:pt idx="593">
                  <c:v>0.59</c:v>
                </c:pt>
                <c:pt idx="594">
                  <c:v>0.59</c:v>
                </c:pt>
                <c:pt idx="595">
                  <c:v>0.591</c:v>
                </c:pt>
                <c:pt idx="596">
                  <c:v>0.592</c:v>
                </c:pt>
                <c:pt idx="597">
                  <c:v>0.593</c:v>
                </c:pt>
                <c:pt idx="598">
                  <c:v>0.594</c:v>
                </c:pt>
                <c:pt idx="599">
                  <c:v>0.594</c:v>
                </c:pt>
                <c:pt idx="600">
                  <c:v>0.594</c:v>
                </c:pt>
                <c:pt idx="601">
                  <c:v>0.595</c:v>
                </c:pt>
                <c:pt idx="602">
                  <c:v>0.595</c:v>
                </c:pt>
                <c:pt idx="603">
                  <c:v>0.595</c:v>
                </c:pt>
                <c:pt idx="604">
                  <c:v>0.596</c:v>
                </c:pt>
                <c:pt idx="605">
                  <c:v>0.596</c:v>
                </c:pt>
                <c:pt idx="606">
                  <c:v>0.597</c:v>
                </c:pt>
                <c:pt idx="607">
                  <c:v>0.597</c:v>
                </c:pt>
                <c:pt idx="608">
                  <c:v>0.598</c:v>
                </c:pt>
                <c:pt idx="609">
                  <c:v>0.598</c:v>
                </c:pt>
                <c:pt idx="610">
                  <c:v>0.598</c:v>
                </c:pt>
                <c:pt idx="611">
                  <c:v>0.599</c:v>
                </c:pt>
                <c:pt idx="612">
                  <c:v>0.599</c:v>
                </c:pt>
                <c:pt idx="613">
                  <c:v>0.6</c:v>
                </c:pt>
                <c:pt idx="614">
                  <c:v>0.6</c:v>
                </c:pt>
                <c:pt idx="615">
                  <c:v>0.6</c:v>
                </c:pt>
                <c:pt idx="616">
                  <c:v>0.601</c:v>
                </c:pt>
                <c:pt idx="617">
                  <c:v>0.601</c:v>
                </c:pt>
                <c:pt idx="618">
                  <c:v>0.603</c:v>
                </c:pt>
                <c:pt idx="619">
                  <c:v>0.604</c:v>
                </c:pt>
                <c:pt idx="620">
                  <c:v>0.604</c:v>
                </c:pt>
                <c:pt idx="621">
                  <c:v>0.604</c:v>
                </c:pt>
                <c:pt idx="622">
                  <c:v>0.604</c:v>
                </c:pt>
                <c:pt idx="623">
                  <c:v>0.605</c:v>
                </c:pt>
                <c:pt idx="624">
                  <c:v>0.605</c:v>
                </c:pt>
                <c:pt idx="625">
                  <c:v>0.605</c:v>
                </c:pt>
                <c:pt idx="626">
                  <c:v>0.606</c:v>
                </c:pt>
                <c:pt idx="627">
                  <c:v>0.606</c:v>
                </c:pt>
                <c:pt idx="628">
                  <c:v>0.607</c:v>
                </c:pt>
                <c:pt idx="629">
                  <c:v>0.609</c:v>
                </c:pt>
                <c:pt idx="630">
                  <c:v>0.61</c:v>
                </c:pt>
                <c:pt idx="631">
                  <c:v>0.61</c:v>
                </c:pt>
                <c:pt idx="632">
                  <c:v>0.611</c:v>
                </c:pt>
                <c:pt idx="633">
                  <c:v>0.612</c:v>
                </c:pt>
                <c:pt idx="634">
                  <c:v>0.612</c:v>
                </c:pt>
                <c:pt idx="635">
                  <c:v>0.612</c:v>
                </c:pt>
                <c:pt idx="636">
                  <c:v>0.612</c:v>
                </c:pt>
                <c:pt idx="637">
                  <c:v>0.614</c:v>
                </c:pt>
                <c:pt idx="638">
                  <c:v>0.614</c:v>
                </c:pt>
                <c:pt idx="639">
                  <c:v>0.615</c:v>
                </c:pt>
                <c:pt idx="640">
                  <c:v>0.617</c:v>
                </c:pt>
                <c:pt idx="641">
                  <c:v>0.617</c:v>
                </c:pt>
                <c:pt idx="642">
                  <c:v>0.618</c:v>
                </c:pt>
                <c:pt idx="643">
                  <c:v>0.618</c:v>
                </c:pt>
                <c:pt idx="644">
                  <c:v>0.619</c:v>
                </c:pt>
                <c:pt idx="645">
                  <c:v>0.619</c:v>
                </c:pt>
                <c:pt idx="646">
                  <c:v>0.619</c:v>
                </c:pt>
                <c:pt idx="647">
                  <c:v>0.619</c:v>
                </c:pt>
                <c:pt idx="648">
                  <c:v>0.619</c:v>
                </c:pt>
                <c:pt idx="649">
                  <c:v>0.62</c:v>
                </c:pt>
                <c:pt idx="650">
                  <c:v>0.62</c:v>
                </c:pt>
                <c:pt idx="651">
                  <c:v>0.62</c:v>
                </c:pt>
                <c:pt idx="652">
                  <c:v>0.62</c:v>
                </c:pt>
                <c:pt idx="653">
                  <c:v>0.62</c:v>
                </c:pt>
                <c:pt idx="654">
                  <c:v>0.62</c:v>
                </c:pt>
                <c:pt idx="655">
                  <c:v>0.62</c:v>
                </c:pt>
                <c:pt idx="656">
                  <c:v>0.62</c:v>
                </c:pt>
                <c:pt idx="657">
                  <c:v>0.621</c:v>
                </c:pt>
                <c:pt idx="658">
                  <c:v>0.621</c:v>
                </c:pt>
                <c:pt idx="659">
                  <c:v>0.621</c:v>
                </c:pt>
                <c:pt idx="660">
                  <c:v>0.621</c:v>
                </c:pt>
                <c:pt idx="661">
                  <c:v>0.622</c:v>
                </c:pt>
                <c:pt idx="662">
                  <c:v>0.623</c:v>
                </c:pt>
                <c:pt idx="663">
                  <c:v>0.623</c:v>
                </c:pt>
                <c:pt idx="664">
                  <c:v>0.624</c:v>
                </c:pt>
                <c:pt idx="665">
                  <c:v>0.625</c:v>
                </c:pt>
                <c:pt idx="666">
                  <c:v>0.625</c:v>
                </c:pt>
                <c:pt idx="667">
                  <c:v>0.626</c:v>
                </c:pt>
                <c:pt idx="668">
                  <c:v>0.626</c:v>
                </c:pt>
                <c:pt idx="669">
                  <c:v>0.627</c:v>
                </c:pt>
                <c:pt idx="670">
                  <c:v>0.628</c:v>
                </c:pt>
                <c:pt idx="671">
                  <c:v>0.628</c:v>
                </c:pt>
                <c:pt idx="672">
                  <c:v>0.628</c:v>
                </c:pt>
                <c:pt idx="673">
                  <c:v>0.629</c:v>
                </c:pt>
                <c:pt idx="674">
                  <c:v>0.629</c:v>
                </c:pt>
                <c:pt idx="675">
                  <c:v>0.63</c:v>
                </c:pt>
                <c:pt idx="676">
                  <c:v>0.631</c:v>
                </c:pt>
                <c:pt idx="677">
                  <c:v>0.632</c:v>
                </c:pt>
                <c:pt idx="678">
                  <c:v>0.632</c:v>
                </c:pt>
                <c:pt idx="679">
                  <c:v>0.633</c:v>
                </c:pt>
                <c:pt idx="680">
                  <c:v>0.634</c:v>
                </c:pt>
                <c:pt idx="681">
                  <c:v>0.634</c:v>
                </c:pt>
                <c:pt idx="682">
                  <c:v>0.634</c:v>
                </c:pt>
                <c:pt idx="683">
                  <c:v>0.634</c:v>
                </c:pt>
                <c:pt idx="684">
                  <c:v>0.635</c:v>
                </c:pt>
                <c:pt idx="685">
                  <c:v>0.636</c:v>
                </c:pt>
                <c:pt idx="686">
                  <c:v>0.637</c:v>
                </c:pt>
                <c:pt idx="687">
                  <c:v>0.637</c:v>
                </c:pt>
                <c:pt idx="688">
                  <c:v>0.637</c:v>
                </c:pt>
                <c:pt idx="689">
                  <c:v>0.638</c:v>
                </c:pt>
                <c:pt idx="690">
                  <c:v>0.638</c:v>
                </c:pt>
                <c:pt idx="691">
                  <c:v>0.639</c:v>
                </c:pt>
                <c:pt idx="692">
                  <c:v>0.64</c:v>
                </c:pt>
                <c:pt idx="693">
                  <c:v>0.64</c:v>
                </c:pt>
                <c:pt idx="694">
                  <c:v>0.64</c:v>
                </c:pt>
                <c:pt idx="695">
                  <c:v>0.641</c:v>
                </c:pt>
                <c:pt idx="696">
                  <c:v>0.641</c:v>
                </c:pt>
                <c:pt idx="697">
                  <c:v>0.641</c:v>
                </c:pt>
                <c:pt idx="698">
                  <c:v>0.642</c:v>
                </c:pt>
                <c:pt idx="699">
                  <c:v>0.642</c:v>
                </c:pt>
                <c:pt idx="700">
                  <c:v>0.642</c:v>
                </c:pt>
                <c:pt idx="701">
                  <c:v>0.643</c:v>
                </c:pt>
                <c:pt idx="702">
                  <c:v>0.643</c:v>
                </c:pt>
                <c:pt idx="703">
                  <c:v>0.644</c:v>
                </c:pt>
                <c:pt idx="704">
                  <c:v>0.644</c:v>
                </c:pt>
                <c:pt idx="705">
                  <c:v>0.645</c:v>
                </c:pt>
                <c:pt idx="706">
                  <c:v>0.646</c:v>
                </c:pt>
                <c:pt idx="707">
                  <c:v>0.648</c:v>
                </c:pt>
                <c:pt idx="708">
                  <c:v>0.648</c:v>
                </c:pt>
                <c:pt idx="709">
                  <c:v>0.649</c:v>
                </c:pt>
                <c:pt idx="710">
                  <c:v>0.649</c:v>
                </c:pt>
                <c:pt idx="711">
                  <c:v>0.65</c:v>
                </c:pt>
                <c:pt idx="712">
                  <c:v>0.65</c:v>
                </c:pt>
                <c:pt idx="713">
                  <c:v>0.65</c:v>
                </c:pt>
                <c:pt idx="714">
                  <c:v>0.651</c:v>
                </c:pt>
                <c:pt idx="715">
                  <c:v>0.652</c:v>
                </c:pt>
                <c:pt idx="716">
                  <c:v>0.652</c:v>
                </c:pt>
                <c:pt idx="717">
                  <c:v>0.653</c:v>
                </c:pt>
                <c:pt idx="718">
                  <c:v>0.653</c:v>
                </c:pt>
                <c:pt idx="719">
                  <c:v>0.653</c:v>
                </c:pt>
                <c:pt idx="720">
                  <c:v>0.654</c:v>
                </c:pt>
                <c:pt idx="721">
                  <c:v>0.654</c:v>
                </c:pt>
                <c:pt idx="722">
                  <c:v>0.655</c:v>
                </c:pt>
                <c:pt idx="723">
                  <c:v>0.655</c:v>
                </c:pt>
                <c:pt idx="724">
                  <c:v>0.656</c:v>
                </c:pt>
                <c:pt idx="725">
                  <c:v>0.657</c:v>
                </c:pt>
                <c:pt idx="726">
                  <c:v>0.658</c:v>
                </c:pt>
                <c:pt idx="727">
                  <c:v>0.659</c:v>
                </c:pt>
                <c:pt idx="728">
                  <c:v>0.659</c:v>
                </c:pt>
                <c:pt idx="729">
                  <c:v>0.661</c:v>
                </c:pt>
                <c:pt idx="730">
                  <c:v>0.661</c:v>
                </c:pt>
                <c:pt idx="731">
                  <c:v>0.662</c:v>
                </c:pt>
                <c:pt idx="732">
                  <c:v>0.662</c:v>
                </c:pt>
                <c:pt idx="733">
                  <c:v>0.663</c:v>
                </c:pt>
                <c:pt idx="734">
                  <c:v>0.664</c:v>
                </c:pt>
                <c:pt idx="735">
                  <c:v>0.664</c:v>
                </c:pt>
                <c:pt idx="736">
                  <c:v>0.664</c:v>
                </c:pt>
                <c:pt idx="737">
                  <c:v>0.665</c:v>
                </c:pt>
                <c:pt idx="738">
                  <c:v>0.665</c:v>
                </c:pt>
                <c:pt idx="739">
                  <c:v>0.667</c:v>
                </c:pt>
                <c:pt idx="740">
                  <c:v>0.667</c:v>
                </c:pt>
                <c:pt idx="741">
                  <c:v>0.668</c:v>
                </c:pt>
                <c:pt idx="742">
                  <c:v>0.668</c:v>
                </c:pt>
                <c:pt idx="743">
                  <c:v>0.668</c:v>
                </c:pt>
                <c:pt idx="744">
                  <c:v>0.669</c:v>
                </c:pt>
                <c:pt idx="745">
                  <c:v>0.67</c:v>
                </c:pt>
                <c:pt idx="746">
                  <c:v>0.671</c:v>
                </c:pt>
                <c:pt idx="747">
                  <c:v>0.672</c:v>
                </c:pt>
                <c:pt idx="748">
                  <c:v>0.672</c:v>
                </c:pt>
                <c:pt idx="749">
                  <c:v>0.672</c:v>
                </c:pt>
                <c:pt idx="750">
                  <c:v>0.672</c:v>
                </c:pt>
                <c:pt idx="751">
                  <c:v>0.674</c:v>
                </c:pt>
                <c:pt idx="752">
                  <c:v>0.675</c:v>
                </c:pt>
                <c:pt idx="753">
                  <c:v>0.675</c:v>
                </c:pt>
                <c:pt idx="754">
                  <c:v>0.676</c:v>
                </c:pt>
                <c:pt idx="755">
                  <c:v>0.677</c:v>
                </c:pt>
                <c:pt idx="756">
                  <c:v>0.677</c:v>
                </c:pt>
                <c:pt idx="757">
                  <c:v>0.677</c:v>
                </c:pt>
                <c:pt idx="758">
                  <c:v>0.678</c:v>
                </c:pt>
                <c:pt idx="759">
                  <c:v>0.678</c:v>
                </c:pt>
                <c:pt idx="760">
                  <c:v>0.678</c:v>
                </c:pt>
                <c:pt idx="761">
                  <c:v>0.679</c:v>
                </c:pt>
                <c:pt idx="762">
                  <c:v>0.679</c:v>
                </c:pt>
                <c:pt idx="763">
                  <c:v>0.679</c:v>
                </c:pt>
                <c:pt idx="764">
                  <c:v>0.68</c:v>
                </c:pt>
                <c:pt idx="765">
                  <c:v>0.68</c:v>
                </c:pt>
                <c:pt idx="766">
                  <c:v>0.681</c:v>
                </c:pt>
                <c:pt idx="767">
                  <c:v>0.681</c:v>
                </c:pt>
                <c:pt idx="768">
                  <c:v>0.681</c:v>
                </c:pt>
                <c:pt idx="769">
                  <c:v>0.682</c:v>
                </c:pt>
                <c:pt idx="770">
                  <c:v>0.683</c:v>
                </c:pt>
                <c:pt idx="771">
                  <c:v>0.685</c:v>
                </c:pt>
                <c:pt idx="772">
                  <c:v>0.685</c:v>
                </c:pt>
                <c:pt idx="773">
                  <c:v>0.686</c:v>
                </c:pt>
                <c:pt idx="774">
                  <c:v>0.687</c:v>
                </c:pt>
                <c:pt idx="775">
                  <c:v>0.687</c:v>
                </c:pt>
                <c:pt idx="776">
                  <c:v>0.688</c:v>
                </c:pt>
                <c:pt idx="777">
                  <c:v>0.688</c:v>
                </c:pt>
                <c:pt idx="778">
                  <c:v>0.689</c:v>
                </c:pt>
                <c:pt idx="779">
                  <c:v>0.69</c:v>
                </c:pt>
                <c:pt idx="780">
                  <c:v>0.69</c:v>
                </c:pt>
                <c:pt idx="781">
                  <c:v>0.69</c:v>
                </c:pt>
                <c:pt idx="782">
                  <c:v>0.69</c:v>
                </c:pt>
                <c:pt idx="783">
                  <c:v>0.692</c:v>
                </c:pt>
                <c:pt idx="784">
                  <c:v>0.692</c:v>
                </c:pt>
                <c:pt idx="785">
                  <c:v>0.692</c:v>
                </c:pt>
                <c:pt idx="786">
                  <c:v>0.692</c:v>
                </c:pt>
                <c:pt idx="787">
                  <c:v>0.694</c:v>
                </c:pt>
                <c:pt idx="788">
                  <c:v>0.694</c:v>
                </c:pt>
                <c:pt idx="789">
                  <c:v>0.694</c:v>
                </c:pt>
                <c:pt idx="790">
                  <c:v>0.694</c:v>
                </c:pt>
                <c:pt idx="791">
                  <c:v>0.694</c:v>
                </c:pt>
                <c:pt idx="792">
                  <c:v>0.696</c:v>
                </c:pt>
                <c:pt idx="793">
                  <c:v>0.697</c:v>
                </c:pt>
                <c:pt idx="794">
                  <c:v>0.698</c:v>
                </c:pt>
                <c:pt idx="795">
                  <c:v>0.698</c:v>
                </c:pt>
                <c:pt idx="796">
                  <c:v>0.699</c:v>
                </c:pt>
                <c:pt idx="797">
                  <c:v>0.7</c:v>
                </c:pt>
                <c:pt idx="798">
                  <c:v>0.701</c:v>
                </c:pt>
                <c:pt idx="799">
                  <c:v>0.702</c:v>
                </c:pt>
                <c:pt idx="800">
                  <c:v>0.702</c:v>
                </c:pt>
                <c:pt idx="801">
                  <c:v>0.702</c:v>
                </c:pt>
                <c:pt idx="802">
                  <c:v>0.704</c:v>
                </c:pt>
                <c:pt idx="803">
                  <c:v>0.705</c:v>
                </c:pt>
                <c:pt idx="804">
                  <c:v>0.705</c:v>
                </c:pt>
                <c:pt idx="805">
                  <c:v>0.706</c:v>
                </c:pt>
                <c:pt idx="806">
                  <c:v>0.706</c:v>
                </c:pt>
                <c:pt idx="807">
                  <c:v>0.706</c:v>
                </c:pt>
                <c:pt idx="808">
                  <c:v>0.707</c:v>
                </c:pt>
                <c:pt idx="809">
                  <c:v>0.707</c:v>
                </c:pt>
                <c:pt idx="810">
                  <c:v>0.708</c:v>
                </c:pt>
                <c:pt idx="811">
                  <c:v>0.708</c:v>
                </c:pt>
                <c:pt idx="812">
                  <c:v>0.709</c:v>
                </c:pt>
                <c:pt idx="813">
                  <c:v>0.71</c:v>
                </c:pt>
                <c:pt idx="814">
                  <c:v>0.71</c:v>
                </c:pt>
                <c:pt idx="815">
                  <c:v>0.71</c:v>
                </c:pt>
                <c:pt idx="816">
                  <c:v>0.711</c:v>
                </c:pt>
                <c:pt idx="817">
                  <c:v>0.711</c:v>
                </c:pt>
                <c:pt idx="818">
                  <c:v>0.712</c:v>
                </c:pt>
                <c:pt idx="819">
                  <c:v>0.712</c:v>
                </c:pt>
                <c:pt idx="820">
                  <c:v>0.713</c:v>
                </c:pt>
                <c:pt idx="821">
                  <c:v>0.713</c:v>
                </c:pt>
                <c:pt idx="822">
                  <c:v>0.714</c:v>
                </c:pt>
                <c:pt idx="823">
                  <c:v>0.714</c:v>
                </c:pt>
                <c:pt idx="824">
                  <c:v>0.715</c:v>
                </c:pt>
                <c:pt idx="825">
                  <c:v>0.715</c:v>
                </c:pt>
                <c:pt idx="826">
                  <c:v>0.715</c:v>
                </c:pt>
                <c:pt idx="827">
                  <c:v>0.716</c:v>
                </c:pt>
                <c:pt idx="828">
                  <c:v>0.716</c:v>
                </c:pt>
                <c:pt idx="829">
                  <c:v>0.717</c:v>
                </c:pt>
                <c:pt idx="830">
                  <c:v>0.717</c:v>
                </c:pt>
                <c:pt idx="831">
                  <c:v>0.717</c:v>
                </c:pt>
                <c:pt idx="832">
                  <c:v>0.718</c:v>
                </c:pt>
                <c:pt idx="833">
                  <c:v>0.719</c:v>
                </c:pt>
                <c:pt idx="834">
                  <c:v>0.72</c:v>
                </c:pt>
                <c:pt idx="835">
                  <c:v>0.72</c:v>
                </c:pt>
                <c:pt idx="836">
                  <c:v>0.721</c:v>
                </c:pt>
                <c:pt idx="837">
                  <c:v>0.721</c:v>
                </c:pt>
                <c:pt idx="838">
                  <c:v>0.721</c:v>
                </c:pt>
                <c:pt idx="839">
                  <c:v>0.721</c:v>
                </c:pt>
                <c:pt idx="840">
                  <c:v>0.721</c:v>
                </c:pt>
                <c:pt idx="841">
                  <c:v>0.724</c:v>
                </c:pt>
                <c:pt idx="842">
                  <c:v>0.725</c:v>
                </c:pt>
                <c:pt idx="843">
                  <c:v>0.726</c:v>
                </c:pt>
                <c:pt idx="844">
                  <c:v>0.726</c:v>
                </c:pt>
                <c:pt idx="845">
                  <c:v>0.726</c:v>
                </c:pt>
                <c:pt idx="846">
                  <c:v>0.726</c:v>
                </c:pt>
                <c:pt idx="847">
                  <c:v>0.727</c:v>
                </c:pt>
                <c:pt idx="848">
                  <c:v>0.727</c:v>
                </c:pt>
                <c:pt idx="849">
                  <c:v>0.727</c:v>
                </c:pt>
                <c:pt idx="850">
                  <c:v>0.727</c:v>
                </c:pt>
                <c:pt idx="851">
                  <c:v>0.728</c:v>
                </c:pt>
                <c:pt idx="852">
                  <c:v>0.728</c:v>
                </c:pt>
                <c:pt idx="853">
                  <c:v>0.728</c:v>
                </c:pt>
                <c:pt idx="854">
                  <c:v>0.728</c:v>
                </c:pt>
                <c:pt idx="855">
                  <c:v>0.729</c:v>
                </c:pt>
                <c:pt idx="856">
                  <c:v>0.729</c:v>
                </c:pt>
                <c:pt idx="857">
                  <c:v>0.73</c:v>
                </c:pt>
                <c:pt idx="858">
                  <c:v>0.73</c:v>
                </c:pt>
                <c:pt idx="859">
                  <c:v>0.731</c:v>
                </c:pt>
                <c:pt idx="860">
                  <c:v>0.731</c:v>
                </c:pt>
                <c:pt idx="861">
                  <c:v>0.731</c:v>
                </c:pt>
                <c:pt idx="862">
                  <c:v>0.732</c:v>
                </c:pt>
                <c:pt idx="863">
                  <c:v>0.732</c:v>
                </c:pt>
                <c:pt idx="864">
                  <c:v>0.733</c:v>
                </c:pt>
                <c:pt idx="865">
                  <c:v>0.733</c:v>
                </c:pt>
                <c:pt idx="866">
                  <c:v>0.733</c:v>
                </c:pt>
                <c:pt idx="867">
                  <c:v>0.734</c:v>
                </c:pt>
                <c:pt idx="868">
                  <c:v>0.735</c:v>
                </c:pt>
                <c:pt idx="869">
                  <c:v>0.736</c:v>
                </c:pt>
                <c:pt idx="870">
                  <c:v>0.736</c:v>
                </c:pt>
                <c:pt idx="871">
                  <c:v>0.737</c:v>
                </c:pt>
                <c:pt idx="872">
                  <c:v>0.737</c:v>
                </c:pt>
                <c:pt idx="873">
                  <c:v>0.738</c:v>
                </c:pt>
                <c:pt idx="874">
                  <c:v>0.739</c:v>
                </c:pt>
                <c:pt idx="875">
                  <c:v>0.74</c:v>
                </c:pt>
                <c:pt idx="876">
                  <c:v>0.74</c:v>
                </c:pt>
                <c:pt idx="877">
                  <c:v>0.741</c:v>
                </c:pt>
                <c:pt idx="878">
                  <c:v>0.741</c:v>
                </c:pt>
                <c:pt idx="879">
                  <c:v>0.743</c:v>
                </c:pt>
                <c:pt idx="880">
                  <c:v>0.743</c:v>
                </c:pt>
                <c:pt idx="881">
                  <c:v>0.744</c:v>
                </c:pt>
                <c:pt idx="882">
                  <c:v>0.746</c:v>
                </c:pt>
                <c:pt idx="883">
                  <c:v>0.748</c:v>
                </c:pt>
                <c:pt idx="884">
                  <c:v>0.748</c:v>
                </c:pt>
                <c:pt idx="885">
                  <c:v>0.749</c:v>
                </c:pt>
                <c:pt idx="886">
                  <c:v>0.749</c:v>
                </c:pt>
                <c:pt idx="887">
                  <c:v>0.749</c:v>
                </c:pt>
                <c:pt idx="888">
                  <c:v>0.75</c:v>
                </c:pt>
                <c:pt idx="889">
                  <c:v>0.75</c:v>
                </c:pt>
                <c:pt idx="890">
                  <c:v>0.751</c:v>
                </c:pt>
                <c:pt idx="891">
                  <c:v>0.752</c:v>
                </c:pt>
                <c:pt idx="892">
                  <c:v>0.752</c:v>
                </c:pt>
                <c:pt idx="893">
                  <c:v>0.752</c:v>
                </c:pt>
                <c:pt idx="894">
                  <c:v>0.753</c:v>
                </c:pt>
                <c:pt idx="895">
                  <c:v>0.753</c:v>
                </c:pt>
                <c:pt idx="896">
                  <c:v>0.753</c:v>
                </c:pt>
                <c:pt idx="897">
                  <c:v>0.753</c:v>
                </c:pt>
                <c:pt idx="898">
                  <c:v>0.754</c:v>
                </c:pt>
                <c:pt idx="899">
                  <c:v>0.754</c:v>
                </c:pt>
                <c:pt idx="900">
                  <c:v>0.755</c:v>
                </c:pt>
                <c:pt idx="901">
                  <c:v>0.756</c:v>
                </c:pt>
                <c:pt idx="902">
                  <c:v>0.756</c:v>
                </c:pt>
                <c:pt idx="903">
                  <c:v>0.757</c:v>
                </c:pt>
                <c:pt idx="904">
                  <c:v>0.757</c:v>
                </c:pt>
                <c:pt idx="905">
                  <c:v>0.757</c:v>
                </c:pt>
                <c:pt idx="906">
                  <c:v>0.757</c:v>
                </c:pt>
                <c:pt idx="907">
                  <c:v>0.758</c:v>
                </c:pt>
                <c:pt idx="908">
                  <c:v>0.758</c:v>
                </c:pt>
                <c:pt idx="909">
                  <c:v>0.759</c:v>
                </c:pt>
                <c:pt idx="910">
                  <c:v>0.759</c:v>
                </c:pt>
                <c:pt idx="911">
                  <c:v>0.759</c:v>
                </c:pt>
                <c:pt idx="912">
                  <c:v>0.759</c:v>
                </c:pt>
                <c:pt idx="913">
                  <c:v>0.76</c:v>
                </c:pt>
                <c:pt idx="914">
                  <c:v>0.76</c:v>
                </c:pt>
                <c:pt idx="915">
                  <c:v>0.761</c:v>
                </c:pt>
                <c:pt idx="916">
                  <c:v>0.761</c:v>
                </c:pt>
                <c:pt idx="917">
                  <c:v>0.761</c:v>
                </c:pt>
                <c:pt idx="918">
                  <c:v>0.762</c:v>
                </c:pt>
                <c:pt idx="919">
                  <c:v>0.762</c:v>
                </c:pt>
                <c:pt idx="920">
                  <c:v>0.762</c:v>
                </c:pt>
                <c:pt idx="921">
                  <c:v>0.763</c:v>
                </c:pt>
                <c:pt idx="922">
                  <c:v>0.763</c:v>
                </c:pt>
                <c:pt idx="923">
                  <c:v>0.766</c:v>
                </c:pt>
                <c:pt idx="924">
                  <c:v>0.766</c:v>
                </c:pt>
                <c:pt idx="925">
                  <c:v>0.766</c:v>
                </c:pt>
                <c:pt idx="926">
                  <c:v>0.766</c:v>
                </c:pt>
                <c:pt idx="927">
                  <c:v>0.766</c:v>
                </c:pt>
                <c:pt idx="928">
                  <c:v>0.767</c:v>
                </c:pt>
                <c:pt idx="929">
                  <c:v>0.767</c:v>
                </c:pt>
                <c:pt idx="930">
                  <c:v>0.768</c:v>
                </c:pt>
                <c:pt idx="931">
                  <c:v>0.768</c:v>
                </c:pt>
                <c:pt idx="932">
                  <c:v>0.768</c:v>
                </c:pt>
                <c:pt idx="933">
                  <c:v>0.769</c:v>
                </c:pt>
                <c:pt idx="934">
                  <c:v>0.769</c:v>
                </c:pt>
                <c:pt idx="935">
                  <c:v>0.769</c:v>
                </c:pt>
                <c:pt idx="936">
                  <c:v>0.769</c:v>
                </c:pt>
                <c:pt idx="937">
                  <c:v>0.77</c:v>
                </c:pt>
                <c:pt idx="938">
                  <c:v>0.771</c:v>
                </c:pt>
                <c:pt idx="939">
                  <c:v>0.771</c:v>
                </c:pt>
                <c:pt idx="940">
                  <c:v>0.771</c:v>
                </c:pt>
                <c:pt idx="941">
                  <c:v>0.771</c:v>
                </c:pt>
                <c:pt idx="942">
                  <c:v>0.771</c:v>
                </c:pt>
                <c:pt idx="943">
                  <c:v>0.772</c:v>
                </c:pt>
                <c:pt idx="944">
                  <c:v>0.772</c:v>
                </c:pt>
                <c:pt idx="945">
                  <c:v>0.772</c:v>
                </c:pt>
                <c:pt idx="946">
                  <c:v>0.773</c:v>
                </c:pt>
                <c:pt idx="947">
                  <c:v>0.773</c:v>
                </c:pt>
                <c:pt idx="948">
                  <c:v>0.773</c:v>
                </c:pt>
                <c:pt idx="949">
                  <c:v>0.774</c:v>
                </c:pt>
                <c:pt idx="950">
                  <c:v>0.774</c:v>
                </c:pt>
                <c:pt idx="951">
                  <c:v>0.774</c:v>
                </c:pt>
                <c:pt idx="952">
                  <c:v>0.774</c:v>
                </c:pt>
                <c:pt idx="953">
                  <c:v>0.775</c:v>
                </c:pt>
                <c:pt idx="954">
                  <c:v>0.775</c:v>
                </c:pt>
                <c:pt idx="955">
                  <c:v>0.776</c:v>
                </c:pt>
                <c:pt idx="956">
                  <c:v>0.776</c:v>
                </c:pt>
                <c:pt idx="957">
                  <c:v>0.776</c:v>
                </c:pt>
                <c:pt idx="958">
                  <c:v>0.778</c:v>
                </c:pt>
                <c:pt idx="959">
                  <c:v>0.778</c:v>
                </c:pt>
                <c:pt idx="960">
                  <c:v>0.778</c:v>
                </c:pt>
                <c:pt idx="961">
                  <c:v>0.779</c:v>
                </c:pt>
                <c:pt idx="962">
                  <c:v>0.78</c:v>
                </c:pt>
                <c:pt idx="963">
                  <c:v>0.78</c:v>
                </c:pt>
                <c:pt idx="964">
                  <c:v>0.781</c:v>
                </c:pt>
                <c:pt idx="965">
                  <c:v>0.781</c:v>
                </c:pt>
                <c:pt idx="966">
                  <c:v>0.781</c:v>
                </c:pt>
                <c:pt idx="967">
                  <c:v>0.781</c:v>
                </c:pt>
                <c:pt idx="968">
                  <c:v>0.784</c:v>
                </c:pt>
                <c:pt idx="969">
                  <c:v>0.785</c:v>
                </c:pt>
                <c:pt idx="970">
                  <c:v>0.785</c:v>
                </c:pt>
                <c:pt idx="971">
                  <c:v>0.785</c:v>
                </c:pt>
                <c:pt idx="972">
                  <c:v>0.785</c:v>
                </c:pt>
                <c:pt idx="973">
                  <c:v>0.785</c:v>
                </c:pt>
                <c:pt idx="974">
                  <c:v>0.786</c:v>
                </c:pt>
                <c:pt idx="975">
                  <c:v>0.786</c:v>
                </c:pt>
                <c:pt idx="976">
                  <c:v>0.786</c:v>
                </c:pt>
                <c:pt idx="977">
                  <c:v>0.787</c:v>
                </c:pt>
                <c:pt idx="978">
                  <c:v>0.788</c:v>
                </c:pt>
                <c:pt idx="979">
                  <c:v>0.789</c:v>
                </c:pt>
                <c:pt idx="980">
                  <c:v>0.789</c:v>
                </c:pt>
                <c:pt idx="981">
                  <c:v>0.79</c:v>
                </c:pt>
                <c:pt idx="982">
                  <c:v>0.791</c:v>
                </c:pt>
                <c:pt idx="983">
                  <c:v>0.791</c:v>
                </c:pt>
                <c:pt idx="984">
                  <c:v>0.791</c:v>
                </c:pt>
                <c:pt idx="985">
                  <c:v>0.792</c:v>
                </c:pt>
                <c:pt idx="986">
                  <c:v>0.792</c:v>
                </c:pt>
                <c:pt idx="987">
                  <c:v>0.793</c:v>
                </c:pt>
                <c:pt idx="988">
                  <c:v>0.793</c:v>
                </c:pt>
                <c:pt idx="989">
                  <c:v>0.793</c:v>
                </c:pt>
                <c:pt idx="990">
                  <c:v>0.793</c:v>
                </c:pt>
                <c:pt idx="991">
                  <c:v>0.794</c:v>
                </c:pt>
                <c:pt idx="992">
                  <c:v>0.794</c:v>
                </c:pt>
                <c:pt idx="993">
                  <c:v>0.794</c:v>
                </c:pt>
                <c:pt idx="994">
                  <c:v>0.794</c:v>
                </c:pt>
                <c:pt idx="995">
                  <c:v>0.795</c:v>
                </c:pt>
                <c:pt idx="996">
                  <c:v>0.795</c:v>
                </c:pt>
                <c:pt idx="997">
                  <c:v>0.796</c:v>
                </c:pt>
                <c:pt idx="998">
                  <c:v>0.797</c:v>
                </c:pt>
                <c:pt idx="999">
                  <c:v>0.797</c:v>
                </c:pt>
                <c:pt idx="1000">
                  <c:v>0.797</c:v>
                </c:pt>
                <c:pt idx="1001">
                  <c:v>0.798</c:v>
                </c:pt>
                <c:pt idx="1002">
                  <c:v>0.799</c:v>
                </c:pt>
                <c:pt idx="1003">
                  <c:v>0.799</c:v>
                </c:pt>
                <c:pt idx="1004">
                  <c:v>0.8</c:v>
                </c:pt>
                <c:pt idx="1005">
                  <c:v>0.8</c:v>
                </c:pt>
                <c:pt idx="1006">
                  <c:v>0.8</c:v>
                </c:pt>
                <c:pt idx="1007">
                  <c:v>0.801</c:v>
                </c:pt>
                <c:pt idx="1008">
                  <c:v>0.802</c:v>
                </c:pt>
                <c:pt idx="1009">
                  <c:v>0.802</c:v>
                </c:pt>
                <c:pt idx="1010">
                  <c:v>0.802</c:v>
                </c:pt>
                <c:pt idx="1011">
                  <c:v>0.802</c:v>
                </c:pt>
                <c:pt idx="1012">
                  <c:v>0.804</c:v>
                </c:pt>
                <c:pt idx="1013">
                  <c:v>0.805</c:v>
                </c:pt>
                <c:pt idx="1014">
                  <c:v>0.805</c:v>
                </c:pt>
                <c:pt idx="1015">
                  <c:v>0.805</c:v>
                </c:pt>
                <c:pt idx="1016">
                  <c:v>0.805</c:v>
                </c:pt>
                <c:pt idx="1017">
                  <c:v>0.806</c:v>
                </c:pt>
                <c:pt idx="1018">
                  <c:v>0.806</c:v>
                </c:pt>
                <c:pt idx="1019">
                  <c:v>0.806</c:v>
                </c:pt>
                <c:pt idx="1020">
                  <c:v>0.807</c:v>
                </c:pt>
                <c:pt idx="1021">
                  <c:v>0.807</c:v>
                </c:pt>
                <c:pt idx="1022">
                  <c:v>0.807</c:v>
                </c:pt>
                <c:pt idx="1023">
                  <c:v>0.808</c:v>
                </c:pt>
                <c:pt idx="1024">
                  <c:v>0.808</c:v>
                </c:pt>
                <c:pt idx="1025">
                  <c:v>0.808</c:v>
                </c:pt>
                <c:pt idx="1026">
                  <c:v>0.809</c:v>
                </c:pt>
                <c:pt idx="1027">
                  <c:v>0.809</c:v>
                </c:pt>
                <c:pt idx="1028">
                  <c:v>0.811</c:v>
                </c:pt>
                <c:pt idx="1029">
                  <c:v>0.812</c:v>
                </c:pt>
                <c:pt idx="1030">
                  <c:v>0.812</c:v>
                </c:pt>
                <c:pt idx="1031">
                  <c:v>0.813</c:v>
                </c:pt>
                <c:pt idx="1032">
                  <c:v>0.813</c:v>
                </c:pt>
                <c:pt idx="1033">
                  <c:v>0.813</c:v>
                </c:pt>
                <c:pt idx="1034">
                  <c:v>0.813</c:v>
                </c:pt>
                <c:pt idx="1035">
                  <c:v>0.814</c:v>
                </c:pt>
                <c:pt idx="1036">
                  <c:v>0.814</c:v>
                </c:pt>
                <c:pt idx="1037">
                  <c:v>0.815</c:v>
                </c:pt>
                <c:pt idx="1038">
                  <c:v>0.815</c:v>
                </c:pt>
                <c:pt idx="1039">
                  <c:v>0.815</c:v>
                </c:pt>
                <c:pt idx="1040">
                  <c:v>0.815</c:v>
                </c:pt>
                <c:pt idx="1041">
                  <c:v>0.817</c:v>
                </c:pt>
                <c:pt idx="1042">
                  <c:v>0.817</c:v>
                </c:pt>
                <c:pt idx="1043">
                  <c:v>0.819</c:v>
                </c:pt>
                <c:pt idx="1044">
                  <c:v>0.823</c:v>
                </c:pt>
                <c:pt idx="1045">
                  <c:v>0.824</c:v>
                </c:pt>
                <c:pt idx="1046">
                  <c:v>0.824</c:v>
                </c:pt>
                <c:pt idx="1047">
                  <c:v>0.824</c:v>
                </c:pt>
                <c:pt idx="1048">
                  <c:v>0.824</c:v>
                </c:pt>
                <c:pt idx="1049">
                  <c:v>0.824</c:v>
                </c:pt>
                <c:pt idx="1050">
                  <c:v>0.825</c:v>
                </c:pt>
                <c:pt idx="1051">
                  <c:v>0.825</c:v>
                </c:pt>
                <c:pt idx="1052">
                  <c:v>0.825</c:v>
                </c:pt>
                <c:pt idx="1053">
                  <c:v>0.826</c:v>
                </c:pt>
                <c:pt idx="1054">
                  <c:v>0.828</c:v>
                </c:pt>
                <c:pt idx="1055">
                  <c:v>0.829</c:v>
                </c:pt>
                <c:pt idx="1056">
                  <c:v>0.829</c:v>
                </c:pt>
                <c:pt idx="1057">
                  <c:v>0.83</c:v>
                </c:pt>
                <c:pt idx="1058">
                  <c:v>0.83</c:v>
                </c:pt>
                <c:pt idx="1059">
                  <c:v>0.83</c:v>
                </c:pt>
                <c:pt idx="1060">
                  <c:v>0.831</c:v>
                </c:pt>
                <c:pt idx="1061">
                  <c:v>0.831</c:v>
                </c:pt>
                <c:pt idx="1062">
                  <c:v>0.834</c:v>
                </c:pt>
                <c:pt idx="1063">
                  <c:v>0.835</c:v>
                </c:pt>
                <c:pt idx="1064">
                  <c:v>0.835</c:v>
                </c:pt>
                <c:pt idx="1065">
                  <c:v>0.835</c:v>
                </c:pt>
                <c:pt idx="1066">
                  <c:v>0.835</c:v>
                </c:pt>
                <c:pt idx="1067">
                  <c:v>0.837</c:v>
                </c:pt>
                <c:pt idx="1068">
                  <c:v>0.837</c:v>
                </c:pt>
                <c:pt idx="1069">
                  <c:v>0.838</c:v>
                </c:pt>
                <c:pt idx="1070">
                  <c:v>0.838</c:v>
                </c:pt>
                <c:pt idx="1071">
                  <c:v>0.838</c:v>
                </c:pt>
                <c:pt idx="1072">
                  <c:v>0.838</c:v>
                </c:pt>
                <c:pt idx="1073">
                  <c:v>0.838</c:v>
                </c:pt>
                <c:pt idx="1074">
                  <c:v>0.839</c:v>
                </c:pt>
                <c:pt idx="1075">
                  <c:v>0.84</c:v>
                </c:pt>
                <c:pt idx="1076">
                  <c:v>0.84</c:v>
                </c:pt>
                <c:pt idx="1077">
                  <c:v>0.84</c:v>
                </c:pt>
                <c:pt idx="1078">
                  <c:v>0.84</c:v>
                </c:pt>
                <c:pt idx="1079">
                  <c:v>0.841</c:v>
                </c:pt>
                <c:pt idx="1080">
                  <c:v>0.841</c:v>
                </c:pt>
                <c:pt idx="1081">
                  <c:v>0.841</c:v>
                </c:pt>
                <c:pt idx="1082">
                  <c:v>0.842</c:v>
                </c:pt>
                <c:pt idx="1083">
                  <c:v>0.844</c:v>
                </c:pt>
                <c:pt idx="1084">
                  <c:v>0.844</c:v>
                </c:pt>
                <c:pt idx="1085">
                  <c:v>0.845</c:v>
                </c:pt>
                <c:pt idx="1086">
                  <c:v>0.845</c:v>
                </c:pt>
                <c:pt idx="1087">
                  <c:v>0.845</c:v>
                </c:pt>
                <c:pt idx="1088">
                  <c:v>0.846</c:v>
                </c:pt>
                <c:pt idx="1089">
                  <c:v>0.846</c:v>
                </c:pt>
                <c:pt idx="1090">
                  <c:v>0.846</c:v>
                </c:pt>
                <c:pt idx="1091">
                  <c:v>0.847</c:v>
                </c:pt>
                <c:pt idx="1092">
                  <c:v>0.847</c:v>
                </c:pt>
                <c:pt idx="1093">
                  <c:v>0.848</c:v>
                </c:pt>
                <c:pt idx="1094">
                  <c:v>0.848</c:v>
                </c:pt>
                <c:pt idx="1095">
                  <c:v>0.848</c:v>
                </c:pt>
                <c:pt idx="1096">
                  <c:v>0.848</c:v>
                </c:pt>
                <c:pt idx="1097">
                  <c:v>0.849</c:v>
                </c:pt>
                <c:pt idx="1098">
                  <c:v>0.849</c:v>
                </c:pt>
                <c:pt idx="1099">
                  <c:v>0.849</c:v>
                </c:pt>
                <c:pt idx="1100">
                  <c:v>0.849</c:v>
                </c:pt>
                <c:pt idx="1101">
                  <c:v>0.849</c:v>
                </c:pt>
                <c:pt idx="1102">
                  <c:v>0.849</c:v>
                </c:pt>
                <c:pt idx="1103">
                  <c:v>0.849</c:v>
                </c:pt>
                <c:pt idx="1104">
                  <c:v>0.849</c:v>
                </c:pt>
                <c:pt idx="1105">
                  <c:v>0.85</c:v>
                </c:pt>
                <c:pt idx="1106">
                  <c:v>0.85</c:v>
                </c:pt>
                <c:pt idx="1107">
                  <c:v>0.851</c:v>
                </c:pt>
                <c:pt idx="1108">
                  <c:v>0.851</c:v>
                </c:pt>
                <c:pt idx="1109">
                  <c:v>0.851</c:v>
                </c:pt>
                <c:pt idx="1110">
                  <c:v>0.851</c:v>
                </c:pt>
                <c:pt idx="1111">
                  <c:v>0.852</c:v>
                </c:pt>
                <c:pt idx="1112">
                  <c:v>0.852</c:v>
                </c:pt>
                <c:pt idx="1113">
                  <c:v>0.853</c:v>
                </c:pt>
                <c:pt idx="1114">
                  <c:v>0.853</c:v>
                </c:pt>
                <c:pt idx="1115">
                  <c:v>0.853</c:v>
                </c:pt>
                <c:pt idx="1116">
                  <c:v>0.853</c:v>
                </c:pt>
                <c:pt idx="1117">
                  <c:v>0.854</c:v>
                </c:pt>
                <c:pt idx="1118">
                  <c:v>0.854</c:v>
                </c:pt>
                <c:pt idx="1119">
                  <c:v>0.854</c:v>
                </c:pt>
                <c:pt idx="1120">
                  <c:v>0.856</c:v>
                </c:pt>
                <c:pt idx="1121">
                  <c:v>0.856</c:v>
                </c:pt>
                <c:pt idx="1122">
                  <c:v>0.857</c:v>
                </c:pt>
                <c:pt idx="1123">
                  <c:v>0.857</c:v>
                </c:pt>
                <c:pt idx="1124">
                  <c:v>0.857</c:v>
                </c:pt>
                <c:pt idx="1125">
                  <c:v>0.857</c:v>
                </c:pt>
                <c:pt idx="1126">
                  <c:v>0.858</c:v>
                </c:pt>
                <c:pt idx="1127">
                  <c:v>0.859</c:v>
                </c:pt>
                <c:pt idx="1128">
                  <c:v>0.86</c:v>
                </c:pt>
                <c:pt idx="1129">
                  <c:v>0.86</c:v>
                </c:pt>
                <c:pt idx="1130">
                  <c:v>0.861</c:v>
                </c:pt>
                <c:pt idx="1131">
                  <c:v>0.861</c:v>
                </c:pt>
                <c:pt idx="1132">
                  <c:v>0.861</c:v>
                </c:pt>
                <c:pt idx="1133">
                  <c:v>0.864</c:v>
                </c:pt>
                <c:pt idx="1134">
                  <c:v>0.865</c:v>
                </c:pt>
                <c:pt idx="1135">
                  <c:v>0.865</c:v>
                </c:pt>
                <c:pt idx="1136">
                  <c:v>0.866</c:v>
                </c:pt>
                <c:pt idx="1137">
                  <c:v>0.866</c:v>
                </c:pt>
                <c:pt idx="1138">
                  <c:v>0.868</c:v>
                </c:pt>
                <c:pt idx="1139">
                  <c:v>0.868</c:v>
                </c:pt>
                <c:pt idx="1140">
                  <c:v>0.868</c:v>
                </c:pt>
                <c:pt idx="1141">
                  <c:v>0.868</c:v>
                </c:pt>
                <c:pt idx="1142">
                  <c:v>0.869</c:v>
                </c:pt>
                <c:pt idx="1143">
                  <c:v>0.87</c:v>
                </c:pt>
                <c:pt idx="1144">
                  <c:v>0.87</c:v>
                </c:pt>
                <c:pt idx="1145">
                  <c:v>0.87</c:v>
                </c:pt>
                <c:pt idx="1146">
                  <c:v>0.87</c:v>
                </c:pt>
                <c:pt idx="1147">
                  <c:v>0.87</c:v>
                </c:pt>
                <c:pt idx="1148">
                  <c:v>0.87</c:v>
                </c:pt>
                <c:pt idx="1149">
                  <c:v>0.87</c:v>
                </c:pt>
                <c:pt idx="1150">
                  <c:v>0.871</c:v>
                </c:pt>
                <c:pt idx="1151">
                  <c:v>0.871</c:v>
                </c:pt>
                <c:pt idx="1152">
                  <c:v>0.871</c:v>
                </c:pt>
                <c:pt idx="1153">
                  <c:v>0.872</c:v>
                </c:pt>
                <c:pt idx="1154">
                  <c:v>0.872</c:v>
                </c:pt>
                <c:pt idx="1155">
                  <c:v>0.872</c:v>
                </c:pt>
                <c:pt idx="1156">
                  <c:v>0.873</c:v>
                </c:pt>
                <c:pt idx="1157">
                  <c:v>0.873</c:v>
                </c:pt>
                <c:pt idx="1158">
                  <c:v>0.874</c:v>
                </c:pt>
                <c:pt idx="1159">
                  <c:v>0.874</c:v>
                </c:pt>
                <c:pt idx="1160">
                  <c:v>0.875</c:v>
                </c:pt>
                <c:pt idx="1161">
                  <c:v>0.875</c:v>
                </c:pt>
                <c:pt idx="1162">
                  <c:v>0.875</c:v>
                </c:pt>
                <c:pt idx="1163">
                  <c:v>0.876</c:v>
                </c:pt>
                <c:pt idx="1164">
                  <c:v>0.876</c:v>
                </c:pt>
                <c:pt idx="1165">
                  <c:v>0.878</c:v>
                </c:pt>
                <c:pt idx="1166">
                  <c:v>0.878</c:v>
                </c:pt>
                <c:pt idx="1167">
                  <c:v>0.878</c:v>
                </c:pt>
                <c:pt idx="1168">
                  <c:v>0.879</c:v>
                </c:pt>
                <c:pt idx="1169">
                  <c:v>0.879</c:v>
                </c:pt>
                <c:pt idx="1170">
                  <c:v>0.879</c:v>
                </c:pt>
                <c:pt idx="1171">
                  <c:v>0.879</c:v>
                </c:pt>
                <c:pt idx="1172">
                  <c:v>0.88</c:v>
                </c:pt>
                <c:pt idx="1173">
                  <c:v>0.881</c:v>
                </c:pt>
                <c:pt idx="1174">
                  <c:v>0.882</c:v>
                </c:pt>
                <c:pt idx="1175">
                  <c:v>0.882</c:v>
                </c:pt>
                <c:pt idx="1176">
                  <c:v>0.883</c:v>
                </c:pt>
                <c:pt idx="1177">
                  <c:v>0.884</c:v>
                </c:pt>
                <c:pt idx="1178">
                  <c:v>0.885</c:v>
                </c:pt>
                <c:pt idx="1179">
                  <c:v>0.886</c:v>
                </c:pt>
                <c:pt idx="1180">
                  <c:v>0.886</c:v>
                </c:pt>
                <c:pt idx="1181">
                  <c:v>0.886</c:v>
                </c:pt>
                <c:pt idx="1182">
                  <c:v>0.886</c:v>
                </c:pt>
                <c:pt idx="1183">
                  <c:v>0.887</c:v>
                </c:pt>
                <c:pt idx="1184">
                  <c:v>0.888</c:v>
                </c:pt>
                <c:pt idx="1185">
                  <c:v>0.889</c:v>
                </c:pt>
                <c:pt idx="1186">
                  <c:v>0.889</c:v>
                </c:pt>
                <c:pt idx="1187">
                  <c:v>0.89</c:v>
                </c:pt>
                <c:pt idx="1188">
                  <c:v>0.89</c:v>
                </c:pt>
                <c:pt idx="1189">
                  <c:v>0.89</c:v>
                </c:pt>
                <c:pt idx="1190">
                  <c:v>0.891</c:v>
                </c:pt>
                <c:pt idx="1191">
                  <c:v>0.892</c:v>
                </c:pt>
                <c:pt idx="1192">
                  <c:v>0.892</c:v>
                </c:pt>
                <c:pt idx="1193">
                  <c:v>0.893</c:v>
                </c:pt>
                <c:pt idx="1194">
                  <c:v>0.893</c:v>
                </c:pt>
                <c:pt idx="1195">
                  <c:v>0.893</c:v>
                </c:pt>
                <c:pt idx="1196">
                  <c:v>0.893</c:v>
                </c:pt>
                <c:pt idx="1197">
                  <c:v>0.895</c:v>
                </c:pt>
                <c:pt idx="1198">
                  <c:v>0.895</c:v>
                </c:pt>
                <c:pt idx="1199">
                  <c:v>0.897</c:v>
                </c:pt>
                <c:pt idx="1200">
                  <c:v>0.898</c:v>
                </c:pt>
                <c:pt idx="1201">
                  <c:v>0.899</c:v>
                </c:pt>
                <c:pt idx="1202">
                  <c:v>0.9</c:v>
                </c:pt>
                <c:pt idx="1203">
                  <c:v>0.9</c:v>
                </c:pt>
                <c:pt idx="1204">
                  <c:v>0.9</c:v>
                </c:pt>
                <c:pt idx="1205">
                  <c:v>0.901</c:v>
                </c:pt>
                <c:pt idx="1206">
                  <c:v>0.901</c:v>
                </c:pt>
                <c:pt idx="1207">
                  <c:v>0.901</c:v>
                </c:pt>
                <c:pt idx="1208">
                  <c:v>0.901</c:v>
                </c:pt>
                <c:pt idx="1209">
                  <c:v>0.901</c:v>
                </c:pt>
                <c:pt idx="1210">
                  <c:v>0.902</c:v>
                </c:pt>
                <c:pt idx="1211">
                  <c:v>0.902</c:v>
                </c:pt>
                <c:pt idx="1212">
                  <c:v>0.902</c:v>
                </c:pt>
                <c:pt idx="1213">
                  <c:v>0.904</c:v>
                </c:pt>
                <c:pt idx="1214">
                  <c:v>0.904</c:v>
                </c:pt>
                <c:pt idx="1215">
                  <c:v>0.905</c:v>
                </c:pt>
                <c:pt idx="1216">
                  <c:v>0.905</c:v>
                </c:pt>
                <c:pt idx="1217">
                  <c:v>0.906</c:v>
                </c:pt>
                <c:pt idx="1218">
                  <c:v>0.906</c:v>
                </c:pt>
                <c:pt idx="1219">
                  <c:v>0.906</c:v>
                </c:pt>
                <c:pt idx="1220">
                  <c:v>0.906</c:v>
                </c:pt>
                <c:pt idx="1221">
                  <c:v>0.906</c:v>
                </c:pt>
                <c:pt idx="1222">
                  <c:v>0.906</c:v>
                </c:pt>
                <c:pt idx="1223">
                  <c:v>0.907</c:v>
                </c:pt>
                <c:pt idx="1224">
                  <c:v>0.907</c:v>
                </c:pt>
                <c:pt idx="1225">
                  <c:v>0.908</c:v>
                </c:pt>
                <c:pt idx="1226">
                  <c:v>0.908</c:v>
                </c:pt>
                <c:pt idx="1227">
                  <c:v>0.909</c:v>
                </c:pt>
                <c:pt idx="1228">
                  <c:v>0.909</c:v>
                </c:pt>
                <c:pt idx="1229">
                  <c:v>0.909</c:v>
                </c:pt>
                <c:pt idx="1230">
                  <c:v>0.91</c:v>
                </c:pt>
                <c:pt idx="1231">
                  <c:v>0.91</c:v>
                </c:pt>
                <c:pt idx="1232">
                  <c:v>0.91</c:v>
                </c:pt>
                <c:pt idx="1233">
                  <c:v>0.911</c:v>
                </c:pt>
                <c:pt idx="1234">
                  <c:v>0.911</c:v>
                </c:pt>
                <c:pt idx="1235">
                  <c:v>0.912</c:v>
                </c:pt>
                <c:pt idx="1236">
                  <c:v>0.913</c:v>
                </c:pt>
                <c:pt idx="1237">
                  <c:v>0.913</c:v>
                </c:pt>
                <c:pt idx="1238">
                  <c:v>0.914</c:v>
                </c:pt>
                <c:pt idx="1239">
                  <c:v>0.914</c:v>
                </c:pt>
                <c:pt idx="1240">
                  <c:v>0.915</c:v>
                </c:pt>
                <c:pt idx="1241">
                  <c:v>0.916</c:v>
                </c:pt>
                <c:pt idx="1242">
                  <c:v>0.916</c:v>
                </c:pt>
                <c:pt idx="1243">
                  <c:v>0.916</c:v>
                </c:pt>
                <c:pt idx="1244">
                  <c:v>0.916</c:v>
                </c:pt>
                <c:pt idx="1245">
                  <c:v>0.917</c:v>
                </c:pt>
                <c:pt idx="1246">
                  <c:v>0.917</c:v>
                </c:pt>
                <c:pt idx="1247">
                  <c:v>0.917</c:v>
                </c:pt>
                <c:pt idx="1248">
                  <c:v>0.918</c:v>
                </c:pt>
                <c:pt idx="1249">
                  <c:v>0.919</c:v>
                </c:pt>
                <c:pt idx="1250">
                  <c:v>0.919</c:v>
                </c:pt>
                <c:pt idx="1251">
                  <c:v>0.919</c:v>
                </c:pt>
                <c:pt idx="1252">
                  <c:v>0.919</c:v>
                </c:pt>
                <c:pt idx="1253">
                  <c:v>0.92</c:v>
                </c:pt>
                <c:pt idx="1254">
                  <c:v>0.92</c:v>
                </c:pt>
                <c:pt idx="1255">
                  <c:v>0.921</c:v>
                </c:pt>
                <c:pt idx="1256">
                  <c:v>0.922</c:v>
                </c:pt>
                <c:pt idx="1257">
                  <c:v>0.922</c:v>
                </c:pt>
                <c:pt idx="1258">
                  <c:v>0.922</c:v>
                </c:pt>
                <c:pt idx="1259">
                  <c:v>0.922</c:v>
                </c:pt>
                <c:pt idx="1260">
                  <c:v>0.923</c:v>
                </c:pt>
                <c:pt idx="1261">
                  <c:v>0.925</c:v>
                </c:pt>
                <c:pt idx="1262">
                  <c:v>0.925</c:v>
                </c:pt>
                <c:pt idx="1263">
                  <c:v>0.926</c:v>
                </c:pt>
                <c:pt idx="1264">
                  <c:v>0.926</c:v>
                </c:pt>
                <c:pt idx="1265">
                  <c:v>0.927</c:v>
                </c:pt>
                <c:pt idx="1266">
                  <c:v>0.927</c:v>
                </c:pt>
                <c:pt idx="1267">
                  <c:v>0.927</c:v>
                </c:pt>
                <c:pt idx="1268">
                  <c:v>0.928</c:v>
                </c:pt>
                <c:pt idx="1269">
                  <c:v>0.929</c:v>
                </c:pt>
                <c:pt idx="1270">
                  <c:v>0.929</c:v>
                </c:pt>
                <c:pt idx="1271">
                  <c:v>0.929</c:v>
                </c:pt>
                <c:pt idx="1272">
                  <c:v>0.929</c:v>
                </c:pt>
                <c:pt idx="1273">
                  <c:v>0.93</c:v>
                </c:pt>
                <c:pt idx="1274">
                  <c:v>0.93</c:v>
                </c:pt>
                <c:pt idx="1275">
                  <c:v>0.93</c:v>
                </c:pt>
                <c:pt idx="1276">
                  <c:v>0.93</c:v>
                </c:pt>
                <c:pt idx="1277">
                  <c:v>0.931</c:v>
                </c:pt>
                <c:pt idx="1278">
                  <c:v>0.934</c:v>
                </c:pt>
                <c:pt idx="1279">
                  <c:v>0.934</c:v>
                </c:pt>
                <c:pt idx="1280">
                  <c:v>0.934</c:v>
                </c:pt>
                <c:pt idx="1281">
                  <c:v>0.934</c:v>
                </c:pt>
                <c:pt idx="1282">
                  <c:v>0.934</c:v>
                </c:pt>
                <c:pt idx="1283">
                  <c:v>0.934</c:v>
                </c:pt>
                <c:pt idx="1284">
                  <c:v>0.935</c:v>
                </c:pt>
                <c:pt idx="1285">
                  <c:v>0.936</c:v>
                </c:pt>
                <c:pt idx="1286">
                  <c:v>0.936</c:v>
                </c:pt>
                <c:pt idx="1287">
                  <c:v>0.936</c:v>
                </c:pt>
                <c:pt idx="1288">
                  <c:v>0.938</c:v>
                </c:pt>
                <c:pt idx="1289">
                  <c:v>0.938</c:v>
                </c:pt>
                <c:pt idx="1290">
                  <c:v>0.939</c:v>
                </c:pt>
                <c:pt idx="1291">
                  <c:v>0.939</c:v>
                </c:pt>
                <c:pt idx="1292">
                  <c:v>0.939</c:v>
                </c:pt>
                <c:pt idx="1293">
                  <c:v>0.94</c:v>
                </c:pt>
                <c:pt idx="1294">
                  <c:v>0.94</c:v>
                </c:pt>
                <c:pt idx="1295">
                  <c:v>0.94</c:v>
                </c:pt>
                <c:pt idx="1296">
                  <c:v>0.94</c:v>
                </c:pt>
                <c:pt idx="1297">
                  <c:v>0.941</c:v>
                </c:pt>
                <c:pt idx="1298">
                  <c:v>0.941</c:v>
                </c:pt>
                <c:pt idx="1299">
                  <c:v>0.941</c:v>
                </c:pt>
                <c:pt idx="1300">
                  <c:v>0.942</c:v>
                </c:pt>
                <c:pt idx="1301">
                  <c:v>0.942</c:v>
                </c:pt>
                <c:pt idx="1302">
                  <c:v>0.942</c:v>
                </c:pt>
                <c:pt idx="1303">
                  <c:v>0.942</c:v>
                </c:pt>
                <c:pt idx="1304">
                  <c:v>0.942</c:v>
                </c:pt>
                <c:pt idx="1305">
                  <c:v>0.943</c:v>
                </c:pt>
                <c:pt idx="1306">
                  <c:v>0.943</c:v>
                </c:pt>
                <c:pt idx="1307">
                  <c:v>0.943</c:v>
                </c:pt>
                <c:pt idx="1308">
                  <c:v>0.946</c:v>
                </c:pt>
                <c:pt idx="1309">
                  <c:v>0.946</c:v>
                </c:pt>
                <c:pt idx="1310">
                  <c:v>0.947</c:v>
                </c:pt>
                <c:pt idx="1311">
                  <c:v>0.948</c:v>
                </c:pt>
                <c:pt idx="1312">
                  <c:v>0.948</c:v>
                </c:pt>
                <c:pt idx="1313">
                  <c:v>0.95</c:v>
                </c:pt>
                <c:pt idx="1314">
                  <c:v>0.95</c:v>
                </c:pt>
                <c:pt idx="1315">
                  <c:v>0.951</c:v>
                </c:pt>
                <c:pt idx="1316">
                  <c:v>0.951</c:v>
                </c:pt>
                <c:pt idx="1317">
                  <c:v>0.952</c:v>
                </c:pt>
                <c:pt idx="1318">
                  <c:v>0.953</c:v>
                </c:pt>
                <c:pt idx="1319">
                  <c:v>0.954</c:v>
                </c:pt>
                <c:pt idx="1320">
                  <c:v>0.954</c:v>
                </c:pt>
                <c:pt idx="1321">
                  <c:v>0.955</c:v>
                </c:pt>
                <c:pt idx="1322">
                  <c:v>0.955</c:v>
                </c:pt>
                <c:pt idx="1323">
                  <c:v>0.956</c:v>
                </c:pt>
                <c:pt idx="1324">
                  <c:v>0.956</c:v>
                </c:pt>
                <c:pt idx="1325">
                  <c:v>0.956</c:v>
                </c:pt>
                <c:pt idx="1326">
                  <c:v>0.956</c:v>
                </c:pt>
                <c:pt idx="1327">
                  <c:v>0.957</c:v>
                </c:pt>
                <c:pt idx="1328">
                  <c:v>0.957</c:v>
                </c:pt>
                <c:pt idx="1329">
                  <c:v>0.957</c:v>
                </c:pt>
                <c:pt idx="1330">
                  <c:v>0.958</c:v>
                </c:pt>
                <c:pt idx="1331">
                  <c:v>0.958</c:v>
                </c:pt>
                <c:pt idx="1332">
                  <c:v>0.959</c:v>
                </c:pt>
                <c:pt idx="1333">
                  <c:v>0.959</c:v>
                </c:pt>
                <c:pt idx="1334">
                  <c:v>0.96</c:v>
                </c:pt>
                <c:pt idx="1335">
                  <c:v>0.96</c:v>
                </c:pt>
                <c:pt idx="1336">
                  <c:v>0.96</c:v>
                </c:pt>
                <c:pt idx="1337">
                  <c:v>0.961</c:v>
                </c:pt>
                <c:pt idx="1338">
                  <c:v>0.961</c:v>
                </c:pt>
                <c:pt idx="1339">
                  <c:v>0.961</c:v>
                </c:pt>
                <c:pt idx="1340">
                  <c:v>0.963</c:v>
                </c:pt>
                <c:pt idx="1341">
                  <c:v>0.963</c:v>
                </c:pt>
                <c:pt idx="1342">
                  <c:v>0.963</c:v>
                </c:pt>
                <c:pt idx="1343">
                  <c:v>0.963</c:v>
                </c:pt>
                <c:pt idx="1344">
                  <c:v>0.964</c:v>
                </c:pt>
                <c:pt idx="1345">
                  <c:v>0.964</c:v>
                </c:pt>
                <c:pt idx="1346">
                  <c:v>0.965</c:v>
                </c:pt>
                <c:pt idx="1347">
                  <c:v>0.965</c:v>
                </c:pt>
                <c:pt idx="1348">
                  <c:v>0.966</c:v>
                </c:pt>
                <c:pt idx="1349">
                  <c:v>0.967</c:v>
                </c:pt>
                <c:pt idx="1350">
                  <c:v>0.968</c:v>
                </c:pt>
                <c:pt idx="1351">
                  <c:v>0.969</c:v>
                </c:pt>
                <c:pt idx="1352">
                  <c:v>0.969</c:v>
                </c:pt>
                <c:pt idx="1353">
                  <c:v>0.97</c:v>
                </c:pt>
                <c:pt idx="1354">
                  <c:v>0.97</c:v>
                </c:pt>
                <c:pt idx="1355">
                  <c:v>0.97</c:v>
                </c:pt>
                <c:pt idx="1356">
                  <c:v>0.97</c:v>
                </c:pt>
                <c:pt idx="1357">
                  <c:v>0.97</c:v>
                </c:pt>
                <c:pt idx="1358">
                  <c:v>0.972</c:v>
                </c:pt>
                <c:pt idx="1359">
                  <c:v>0.973</c:v>
                </c:pt>
                <c:pt idx="1360">
                  <c:v>0.973</c:v>
                </c:pt>
                <c:pt idx="1361">
                  <c:v>0.973</c:v>
                </c:pt>
                <c:pt idx="1362">
                  <c:v>0.974</c:v>
                </c:pt>
                <c:pt idx="1363">
                  <c:v>0.976</c:v>
                </c:pt>
                <c:pt idx="1364">
                  <c:v>0.976</c:v>
                </c:pt>
                <c:pt idx="1365">
                  <c:v>0.977</c:v>
                </c:pt>
                <c:pt idx="1366">
                  <c:v>0.977</c:v>
                </c:pt>
                <c:pt idx="1367">
                  <c:v>0.979</c:v>
                </c:pt>
                <c:pt idx="1368">
                  <c:v>0.979</c:v>
                </c:pt>
                <c:pt idx="1369">
                  <c:v>0.979</c:v>
                </c:pt>
                <c:pt idx="1370">
                  <c:v>0.979</c:v>
                </c:pt>
                <c:pt idx="1371">
                  <c:v>0.98</c:v>
                </c:pt>
                <c:pt idx="1372">
                  <c:v>0.98</c:v>
                </c:pt>
                <c:pt idx="1373">
                  <c:v>0.981</c:v>
                </c:pt>
                <c:pt idx="1374">
                  <c:v>0.982</c:v>
                </c:pt>
                <c:pt idx="1375">
                  <c:v>0.982</c:v>
                </c:pt>
                <c:pt idx="1376">
                  <c:v>0.982</c:v>
                </c:pt>
                <c:pt idx="1377">
                  <c:v>0.983</c:v>
                </c:pt>
                <c:pt idx="1378">
                  <c:v>0.983</c:v>
                </c:pt>
                <c:pt idx="1379">
                  <c:v>0.985</c:v>
                </c:pt>
                <c:pt idx="1380">
                  <c:v>0.985</c:v>
                </c:pt>
                <c:pt idx="1381">
                  <c:v>0.985</c:v>
                </c:pt>
                <c:pt idx="1382">
                  <c:v>0.985</c:v>
                </c:pt>
                <c:pt idx="1383">
                  <c:v>0.986</c:v>
                </c:pt>
                <c:pt idx="1384">
                  <c:v>0.986</c:v>
                </c:pt>
                <c:pt idx="1385">
                  <c:v>0.986</c:v>
                </c:pt>
                <c:pt idx="1386">
                  <c:v>0.987</c:v>
                </c:pt>
                <c:pt idx="1387">
                  <c:v>0.987</c:v>
                </c:pt>
                <c:pt idx="1388">
                  <c:v>0.989</c:v>
                </c:pt>
                <c:pt idx="1389">
                  <c:v>0.989</c:v>
                </c:pt>
                <c:pt idx="1390">
                  <c:v>0.989</c:v>
                </c:pt>
                <c:pt idx="1391">
                  <c:v>0.989</c:v>
                </c:pt>
                <c:pt idx="1392">
                  <c:v>0.989</c:v>
                </c:pt>
                <c:pt idx="1393">
                  <c:v>0.99</c:v>
                </c:pt>
                <c:pt idx="1394">
                  <c:v>0.99</c:v>
                </c:pt>
                <c:pt idx="1395">
                  <c:v>0.99</c:v>
                </c:pt>
                <c:pt idx="1396">
                  <c:v>0.991</c:v>
                </c:pt>
                <c:pt idx="1397">
                  <c:v>0.991</c:v>
                </c:pt>
                <c:pt idx="1398">
                  <c:v>0.993</c:v>
                </c:pt>
                <c:pt idx="1399">
                  <c:v>0.993</c:v>
                </c:pt>
                <c:pt idx="1400">
                  <c:v>0.995</c:v>
                </c:pt>
                <c:pt idx="1401">
                  <c:v>0.996</c:v>
                </c:pt>
                <c:pt idx="1402">
                  <c:v>0.996</c:v>
                </c:pt>
                <c:pt idx="1403">
                  <c:v>0.997</c:v>
                </c:pt>
                <c:pt idx="1404">
                  <c:v>0.997</c:v>
                </c:pt>
                <c:pt idx="1405">
                  <c:v>0.997</c:v>
                </c:pt>
                <c:pt idx="1406">
                  <c:v>0.998</c:v>
                </c:pt>
                <c:pt idx="1407">
                  <c:v>0.998</c:v>
                </c:pt>
                <c:pt idx="1408">
                  <c:v>0.999</c:v>
                </c:pt>
                <c:pt idx="1409">
                  <c:v>0.999</c:v>
                </c:pt>
                <c:pt idx="1410">
                  <c:v>0.999</c:v>
                </c:pt>
                <c:pt idx="1411">
                  <c:v>1</c:v>
                </c:pt>
                <c:pt idx="1412">
                  <c:v>1</c:v>
                </c:pt>
                <c:pt idx="1413">
                  <c:v>1</c:v>
                </c:pt>
                <c:pt idx="1414">
                  <c:v>1</c:v>
                </c:pt>
                <c:pt idx="1415">
                  <c:v>1</c:v>
                </c:pt>
                <c:pt idx="1416">
                  <c:v>1</c:v>
                </c:pt>
                <c:pt idx="1417">
                  <c:v>1.002</c:v>
                </c:pt>
                <c:pt idx="1418">
                  <c:v>1.002</c:v>
                </c:pt>
                <c:pt idx="1419">
                  <c:v>1.002</c:v>
                </c:pt>
                <c:pt idx="1420">
                  <c:v>1.002</c:v>
                </c:pt>
                <c:pt idx="1421">
                  <c:v>1.003</c:v>
                </c:pt>
                <c:pt idx="1422">
                  <c:v>1.003</c:v>
                </c:pt>
                <c:pt idx="1423">
                  <c:v>1.003</c:v>
                </c:pt>
                <c:pt idx="1424">
                  <c:v>1.004</c:v>
                </c:pt>
                <c:pt idx="1425">
                  <c:v>1.004</c:v>
                </c:pt>
                <c:pt idx="1426">
                  <c:v>1.005</c:v>
                </c:pt>
                <c:pt idx="1427">
                  <c:v>1.005</c:v>
                </c:pt>
                <c:pt idx="1428">
                  <c:v>1.005</c:v>
                </c:pt>
                <c:pt idx="1429">
                  <c:v>1.005</c:v>
                </c:pt>
                <c:pt idx="1430">
                  <c:v>1.006</c:v>
                </c:pt>
                <c:pt idx="1431">
                  <c:v>1.006</c:v>
                </c:pt>
                <c:pt idx="1432">
                  <c:v>1.006</c:v>
                </c:pt>
                <c:pt idx="1433">
                  <c:v>1.006</c:v>
                </c:pt>
                <c:pt idx="1434">
                  <c:v>1.006</c:v>
                </c:pt>
                <c:pt idx="1435">
                  <c:v>1.008</c:v>
                </c:pt>
                <c:pt idx="1436">
                  <c:v>1.009</c:v>
                </c:pt>
                <c:pt idx="1437">
                  <c:v>1.009</c:v>
                </c:pt>
                <c:pt idx="1438">
                  <c:v>1.009</c:v>
                </c:pt>
                <c:pt idx="1439">
                  <c:v>1.01</c:v>
                </c:pt>
                <c:pt idx="1440">
                  <c:v>1.012</c:v>
                </c:pt>
                <c:pt idx="1441">
                  <c:v>1.012</c:v>
                </c:pt>
                <c:pt idx="1442">
                  <c:v>1.013</c:v>
                </c:pt>
                <c:pt idx="1443">
                  <c:v>1.013</c:v>
                </c:pt>
                <c:pt idx="1444">
                  <c:v>1.013</c:v>
                </c:pt>
                <c:pt idx="1445">
                  <c:v>1.013</c:v>
                </c:pt>
                <c:pt idx="1446">
                  <c:v>1.013</c:v>
                </c:pt>
                <c:pt idx="1447">
                  <c:v>1.013</c:v>
                </c:pt>
                <c:pt idx="1448">
                  <c:v>1.015</c:v>
                </c:pt>
                <c:pt idx="1449">
                  <c:v>1.015</c:v>
                </c:pt>
                <c:pt idx="1450">
                  <c:v>1.015</c:v>
                </c:pt>
                <c:pt idx="1451">
                  <c:v>1.015</c:v>
                </c:pt>
                <c:pt idx="1452">
                  <c:v>1.015</c:v>
                </c:pt>
                <c:pt idx="1453">
                  <c:v>1.015</c:v>
                </c:pt>
                <c:pt idx="1454">
                  <c:v>1.015</c:v>
                </c:pt>
                <c:pt idx="1455">
                  <c:v>1.015</c:v>
                </c:pt>
                <c:pt idx="1456">
                  <c:v>1.016</c:v>
                </c:pt>
                <c:pt idx="1457">
                  <c:v>1.016</c:v>
                </c:pt>
                <c:pt idx="1458">
                  <c:v>1.016</c:v>
                </c:pt>
                <c:pt idx="1459">
                  <c:v>1.018</c:v>
                </c:pt>
                <c:pt idx="1460">
                  <c:v>1.018</c:v>
                </c:pt>
                <c:pt idx="1461">
                  <c:v>1.018</c:v>
                </c:pt>
                <c:pt idx="1462">
                  <c:v>1.019</c:v>
                </c:pt>
                <c:pt idx="1463">
                  <c:v>1.019</c:v>
                </c:pt>
                <c:pt idx="1464">
                  <c:v>1.019</c:v>
                </c:pt>
                <c:pt idx="1465">
                  <c:v>1.019</c:v>
                </c:pt>
                <c:pt idx="1466">
                  <c:v>1.019</c:v>
                </c:pt>
                <c:pt idx="1467">
                  <c:v>1.02</c:v>
                </c:pt>
                <c:pt idx="1468">
                  <c:v>1.02</c:v>
                </c:pt>
                <c:pt idx="1469">
                  <c:v>1.021</c:v>
                </c:pt>
                <c:pt idx="1470">
                  <c:v>1.022</c:v>
                </c:pt>
                <c:pt idx="1471">
                  <c:v>1.024</c:v>
                </c:pt>
                <c:pt idx="1472">
                  <c:v>1.024</c:v>
                </c:pt>
                <c:pt idx="1473">
                  <c:v>1.024</c:v>
                </c:pt>
                <c:pt idx="1474">
                  <c:v>1.025</c:v>
                </c:pt>
                <c:pt idx="1475">
                  <c:v>1.025</c:v>
                </c:pt>
                <c:pt idx="1476">
                  <c:v>1.026</c:v>
                </c:pt>
                <c:pt idx="1477">
                  <c:v>1.027</c:v>
                </c:pt>
                <c:pt idx="1478">
                  <c:v>1.027</c:v>
                </c:pt>
                <c:pt idx="1479">
                  <c:v>1.027</c:v>
                </c:pt>
                <c:pt idx="1480">
                  <c:v>1.028</c:v>
                </c:pt>
                <c:pt idx="1481">
                  <c:v>1.029</c:v>
                </c:pt>
                <c:pt idx="1482">
                  <c:v>1.029</c:v>
                </c:pt>
                <c:pt idx="1483">
                  <c:v>1.03</c:v>
                </c:pt>
                <c:pt idx="1484">
                  <c:v>1.031</c:v>
                </c:pt>
                <c:pt idx="1485">
                  <c:v>1.031</c:v>
                </c:pt>
                <c:pt idx="1486">
                  <c:v>1.033</c:v>
                </c:pt>
                <c:pt idx="1487">
                  <c:v>1.033</c:v>
                </c:pt>
                <c:pt idx="1488">
                  <c:v>1.035</c:v>
                </c:pt>
                <c:pt idx="1489">
                  <c:v>1.035</c:v>
                </c:pt>
                <c:pt idx="1490">
                  <c:v>1.036</c:v>
                </c:pt>
                <c:pt idx="1491">
                  <c:v>1.036</c:v>
                </c:pt>
                <c:pt idx="1492">
                  <c:v>1.037</c:v>
                </c:pt>
                <c:pt idx="1493">
                  <c:v>1.037</c:v>
                </c:pt>
                <c:pt idx="1494">
                  <c:v>1.038</c:v>
                </c:pt>
                <c:pt idx="1495">
                  <c:v>1.038</c:v>
                </c:pt>
                <c:pt idx="1496">
                  <c:v>1.038</c:v>
                </c:pt>
                <c:pt idx="1497">
                  <c:v>1.038</c:v>
                </c:pt>
                <c:pt idx="1498">
                  <c:v>1.039</c:v>
                </c:pt>
                <c:pt idx="1499">
                  <c:v>1.039</c:v>
                </c:pt>
                <c:pt idx="1500">
                  <c:v>1.039</c:v>
                </c:pt>
                <c:pt idx="1501">
                  <c:v>1.041</c:v>
                </c:pt>
                <c:pt idx="1502">
                  <c:v>1.041</c:v>
                </c:pt>
                <c:pt idx="1503">
                  <c:v>1.041</c:v>
                </c:pt>
                <c:pt idx="1504">
                  <c:v>1.042</c:v>
                </c:pt>
                <c:pt idx="1505">
                  <c:v>1.042</c:v>
                </c:pt>
                <c:pt idx="1506">
                  <c:v>1.042</c:v>
                </c:pt>
                <c:pt idx="1507">
                  <c:v>1.042</c:v>
                </c:pt>
                <c:pt idx="1508">
                  <c:v>1.042</c:v>
                </c:pt>
                <c:pt idx="1509">
                  <c:v>1.044</c:v>
                </c:pt>
                <c:pt idx="1510">
                  <c:v>1.044</c:v>
                </c:pt>
                <c:pt idx="1511">
                  <c:v>1.045</c:v>
                </c:pt>
                <c:pt idx="1512">
                  <c:v>1.045</c:v>
                </c:pt>
                <c:pt idx="1513">
                  <c:v>1.045</c:v>
                </c:pt>
                <c:pt idx="1514">
                  <c:v>1.046</c:v>
                </c:pt>
                <c:pt idx="1515">
                  <c:v>1.046</c:v>
                </c:pt>
                <c:pt idx="1516">
                  <c:v>1.047</c:v>
                </c:pt>
                <c:pt idx="1517">
                  <c:v>1.047</c:v>
                </c:pt>
                <c:pt idx="1518">
                  <c:v>1.047</c:v>
                </c:pt>
                <c:pt idx="1519">
                  <c:v>1.049</c:v>
                </c:pt>
                <c:pt idx="1520">
                  <c:v>1.049</c:v>
                </c:pt>
                <c:pt idx="1521">
                  <c:v>1.05</c:v>
                </c:pt>
                <c:pt idx="1522">
                  <c:v>1.051</c:v>
                </c:pt>
                <c:pt idx="1523">
                  <c:v>1.051</c:v>
                </c:pt>
                <c:pt idx="1524">
                  <c:v>1.051</c:v>
                </c:pt>
                <c:pt idx="1525">
                  <c:v>1.052</c:v>
                </c:pt>
                <c:pt idx="1526">
                  <c:v>1.053</c:v>
                </c:pt>
                <c:pt idx="1527">
                  <c:v>1.053</c:v>
                </c:pt>
                <c:pt idx="1528">
                  <c:v>1.053</c:v>
                </c:pt>
                <c:pt idx="1529">
                  <c:v>1.054</c:v>
                </c:pt>
                <c:pt idx="1530">
                  <c:v>1.054</c:v>
                </c:pt>
                <c:pt idx="1531">
                  <c:v>1.054</c:v>
                </c:pt>
                <c:pt idx="1532">
                  <c:v>1.054</c:v>
                </c:pt>
                <c:pt idx="1533">
                  <c:v>1.055</c:v>
                </c:pt>
                <c:pt idx="1534">
                  <c:v>1.055</c:v>
                </c:pt>
                <c:pt idx="1535">
                  <c:v>1.055</c:v>
                </c:pt>
                <c:pt idx="1536">
                  <c:v>1.055</c:v>
                </c:pt>
                <c:pt idx="1537">
                  <c:v>1.056</c:v>
                </c:pt>
                <c:pt idx="1538">
                  <c:v>1.057</c:v>
                </c:pt>
                <c:pt idx="1539">
                  <c:v>1.058</c:v>
                </c:pt>
                <c:pt idx="1540">
                  <c:v>1.058</c:v>
                </c:pt>
                <c:pt idx="1541">
                  <c:v>1.058</c:v>
                </c:pt>
                <c:pt idx="1542">
                  <c:v>1.058</c:v>
                </c:pt>
                <c:pt idx="1543">
                  <c:v>1.059</c:v>
                </c:pt>
                <c:pt idx="1544">
                  <c:v>1.06</c:v>
                </c:pt>
                <c:pt idx="1545">
                  <c:v>1.06</c:v>
                </c:pt>
                <c:pt idx="1546">
                  <c:v>1.061</c:v>
                </c:pt>
                <c:pt idx="1547">
                  <c:v>1.061</c:v>
                </c:pt>
                <c:pt idx="1548">
                  <c:v>1.062</c:v>
                </c:pt>
                <c:pt idx="1549">
                  <c:v>1.062</c:v>
                </c:pt>
                <c:pt idx="1550">
                  <c:v>1.063</c:v>
                </c:pt>
                <c:pt idx="1551">
                  <c:v>1.063</c:v>
                </c:pt>
                <c:pt idx="1552">
                  <c:v>1.063</c:v>
                </c:pt>
                <c:pt idx="1553">
                  <c:v>1.063</c:v>
                </c:pt>
                <c:pt idx="1554">
                  <c:v>1.064</c:v>
                </c:pt>
                <c:pt idx="1555">
                  <c:v>1.064</c:v>
                </c:pt>
                <c:pt idx="1556">
                  <c:v>1.064</c:v>
                </c:pt>
                <c:pt idx="1557">
                  <c:v>1.064</c:v>
                </c:pt>
                <c:pt idx="1558">
                  <c:v>1.065</c:v>
                </c:pt>
                <c:pt idx="1559">
                  <c:v>1.065</c:v>
                </c:pt>
                <c:pt idx="1560">
                  <c:v>1.066</c:v>
                </c:pt>
                <c:pt idx="1561">
                  <c:v>1.069</c:v>
                </c:pt>
                <c:pt idx="1562">
                  <c:v>1.069</c:v>
                </c:pt>
                <c:pt idx="1563">
                  <c:v>1.071</c:v>
                </c:pt>
                <c:pt idx="1564">
                  <c:v>1.071</c:v>
                </c:pt>
                <c:pt idx="1565">
                  <c:v>1.072</c:v>
                </c:pt>
                <c:pt idx="1566">
                  <c:v>1.072</c:v>
                </c:pt>
                <c:pt idx="1567">
                  <c:v>1.072</c:v>
                </c:pt>
                <c:pt idx="1568">
                  <c:v>1.075</c:v>
                </c:pt>
                <c:pt idx="1569">
                  <c:v>1.075</c:v>
                </c:pt>
                <c:pt idx="1570">
                  <c:v>1.075</c:v>
                </c:pt>
                <c:pt idx="1571">
                  <c:v>1.075</c:v>
                </c:pt>
                <c:pt idx="1572">
                  <c:v>1.077</c:v>
                </c:pt>
                <c:pt idx="1573">
                  <c:v>1.077</c:v>
                </c:pt>
                <c:pt idx="1574">
                  <c:v>1.078</c:v>
                </c:pt>
                <c:pt idx="1575">
                  <c:v>1.078</c:v>
                </c:pt>
                <c:pt idx="1576">
                  <c:v>1.079</c:v>
                </c:pt>
                <c:pt idx="1577">
                  <c:v>1.081</c:v>
                </c:pt>
                <c:pt idx="1578">
                  <c:v>1.081</c:v>
                </c:pt>
                <c:pt idx="1579">
                  <c:v>1.081</c:v>
                </c:pt>
                <c:pt idx="1580">
                  <c:v>1.081</c:v>
                </c:pt>
                <c:pt idx="1581">
                  <c:v>1.083</c:v>
                </c:pt>
                <c:pt idx="1582">
                  <c:v>1.083</c:v>
                </c:pt>
                <c:pt idx="1583">
                  <c:v>1.084</c:v>
                </c:pt>
                <c:pt idx="1584">
                  <c:v>1.085</c:v>
                </c:pt>
                <c:pt idx="1585">
                  <c:v>1.087</c:v>
                </c:pt>
                <c:pt idx="1586">
                  <c:v>1.087</c:v>
                </c:pt>
                <c:pt idx="1587">
                  <c:v>1.087</c:v>
                </c:pt>
                <c:pt idx="1588">
                  <c:v>1.087</c:v>
                </c:pt>
                <c:pt idx="1589">
                  <c:v>1.088</c:v>
                </c:pt>
                <c:pt idx="1590">
                  <c:v>1.088</c:v>
                </c:pt>
                <c:pt idx="1591">
                  <c:v>1.089</c:v>
                </c:pt>
                <c:pt idx="1592">
                  <c:v>1.089</c:v>
                </c:pt>
                <c:pt idx="1593">
                  <c:v>1.089</c:v>
                </c:pt>
                <c:pt idx="1594">
                  <c:v>1.089</c:v>
                </c:pt>
                <c:pt idx="1595">
                  <c:v>1.089</c:v>
                </c:pt>
                <c:pt idx="1596">
                  <c:v>1.09</c:v>
                </c:pt>
                <c:pt idx="1597">
                  <c:v>1.091</c:v>
                </c:pt>
                <c:pt idx="1598">
                  <c:v>1.092</c:v>
                </c:pt>
                <c:pt idx="1599">
                  <c:v>1.093</c:v>
                </c:pt>
                <c:pt idx="1600">
                  <c:v>1.093</c:v>
                </c:pt>
                <c:pt idx="1601">
                  <c:v>1.093</c:v>
                </c:pt>
                <c:pt idx="1602">
                  <c:v>1.093</c:v>
                </c:pt>
                <c:pt idx="1603">
                  <c:v>1.094</c:v>
                </c:pt>
                <c:pt idx="1604">
                  <c:v>1.094</c:v>
                </c:pt>
                <c:pt idx="1605">
                  <c:v>1.095</c:v>
                </c:pt>
                <c:pt idx="1606">
                  <c:v>1.095</c:v>
                </c:pt>
                <c:pt idx="1607">
                  <c:v>1.096</c:v>
                </c:pt>
                <c:pt idx="1608">
                  <c:v>1.096</c:v>
                </c:pt>
                <c:pt idx="1609">
                  <c:v>1.097</c:v>
                </c:pt>
                <c:pt idx="1610">
                  <c:v>1.097</c:v>
                </c:pt>
                <c:pt idx="1611">
                  <c:v>1.097</c:v>
                </c:pt>
                <c:pt idx="1612">
                  <c:v>1.098</c:v>
                </c:pt>
                <c:pt idx="1613">
                  <c:v>1.099</c:v>
                </c:pt>
                <c:pt idx="1614">
                  <c:v>1.099</c:v>
                </c:pt>
                <c:pt idx="1615">
                  <c:v>1.099</c:v>
                </c:pt>
                <c:pt idx="1616">
                  <c:v>1.099</c:v>
                </c:pt>
                <c:pt idx="1617">
                  <c:v>1.099</c:v>
                </c:pt>
                <c:pt idx="1618">
                  <c:v>1.099</c:v>
                </c:pt>
                <c:pt idx="1619">
                  <c:v>1.1</c:v>
                </c:pt>
                <c:pt idx="1620">
                  <c:v>1.103</c:v>
                </c:pt>
                <c:pt idx="1621">
                  <c:v>1.106</c:v>
                </c:pt>
                <c:pt idx="1622">
                  <c:v>1.106</c:v>
                </c:pt>
                <c:pt idx="1623">
                  <c:v>1.106</c:v>
                </c:pt>
                <c:pt idx="1624">
                  <c:v>1.107</c:v>
                </c:pt>
                <c:pt idx="1625">
                  <c:v>1.108</c:v>
                </c:pt>
                <c:pt idx="1626">
                  <c:v>1.108</c:v>
                </c:pt>
                <c:pt idx="1627">
                  <c:v>1.108</c:v>
                </c:pt>
                <c:pt idx="1628">
                  <c:v>1.108</c:v>
                </c:pt>
                <c:pt idx="1629">
                  <c:v>1.11</c:v>
                </c:pt>
                <c:pt idx="1630">
                  <c:v>1.111</c:v>
                </c:pt>
                <c:pt idx="1631">
                  <c:v>1.111</c:v>
                </c:pt>
                <c:pt idx="1632">
                  <c:v>1.112</c:v>
                </c:pt>
                <c:pt idx="1633">
                  <c:v>1.112</c:v>
                </c:pt>
                <c:pt idx="1634">
                  <c:v>1.113</c:v>
                </c:pt>
                <c:pt idx="1635">
                  <c:v>1.114</c:v>
                </c:pt>
                <c:pt idx="1636">
                  <c:v>1.114</c:v>
                </c:pt>
                <c:pt idx="1637">
                  <c:v>1.115</c:v>
                </c:pt>
                <c:pt idx="1638">
                  <c:v>1.115</c:v>
                </c:pt>
                <c:pt idx="1639">
                  <c:v>1.116</c:v>
                </c:pt>
                <c:pt idx="1640">
                  <c:v>1.116</c:v>
                </c:pt>
                <c:pt idx="1641">
                  <c:v>1.116</c:v>
                </c:pt>
                <c:pt idx="1642">
                  <c:v>1.117</c:v>
                </c:pt>
                <c:pt idx="1643">
                  <c:v>1.117</c:v>
                </c:pt>
                <c:pt idx="1644">
                  <c:v>1.117</c:v>
                </c:pt>
                <c:pt idx="1645">
                  <c:v>1.118</c:v>
                </c:pt>
                <c:pt idx="1646">
                  <c:v>1.118</c:v>
                </c:pt>
                <c:pt idx="1647">
                  <c:v>1.118</c:v>
                </c:pt>
                <c:pt idx="1648">
                  <c:v>1.118</c:v>
                </c:pt>
                <c:pt idx="1649">
                  <c:v>1.119</c:v>
                </c:pt>
                <c:pt idx="1650">
                  <c:v>1.119</c:v>
                </c:pt>
                <c:pt idx="1651">
                  <c:v>1.12</c:v>
                </c:pt>
                <c:pt idx="1652">
                  <c:v>1.12</c:v>
                </c:pt>
                <c:pt idx="1653">
                  <c:v>1.12</c:v>
                </c:pt>
                <c:pt idx="1654">
                  <c:v>1.121</c:v>
                </c:pt>
                <c:pt idx="1655">
                  <c:v>1.121</c:v>
                </c:pt>
                <c:pt idx="1656">
                  <c:v>1.121</c:v>
                </c:pt>
                <c:pt idx="1657">
                  <c:v>1.121</c:v>
                </c:pt>
                <c:pt idx="1658">
                  <c:v>1.122</c:v>
                </c:pt>
                <c:pt idx="1659">
                  <c:v>1.122</c:v>
                </c:pt>
                <c:pt idx="1660">
                  <c:v>1.122</c:v>
                </c:pt>
                <c:pt idx="1661">
                  <c:v>1.123</c:v>
                </c:pt>
                <c:pt idx="1662">
                  <c:v>1.123</c:v>
                </c:pt>
                <c:pt idx="1663">
                  <c:v>1.124</c:v>
                </c:pt>
                <c:pt idx="1664">
                  <c:v>1.125</c:v>
                </c:pt>
                <c:pt idx="1665">
                  <c:v>1.125</c:v>
                </c:pt>
                <c:pt idx="1666">
                  <c:v>1.125</c:v>
                </c:pt>
                <c:pt idx="1667">
                  <c:v>1.125</c:v>
                </c:pt>
                <c:pt idx="1668">
                  <c:v>1.127</c:v>
                </c:pt>
                <c:pt idx="1669">
                  <c:v>1.13</c:v>
                </c:pt>
                <c:pt idx="1670">
                  <c:v>1.13</c:v>
                </c:pt>
                <c:pt idx="1671">
                  <c:v>1.13</c:v>
                </c:pt>
                <c:pt idx="1672">
                  <c:v>1.131</c:v>
                </c:pt>
                <c:pt idx="1673">
                  <c:v>1.132</c:v>
                </c:pt>
                <c:pt idx="1674">
                  <c:v>1.132</c:v>
                </c:pt>
                <c:pt idx="1675">
                  <c:v>1.132</c:v>
                </c:pt>
                <c:pt idx="1676">
                  <c:v>1.133</c:v>
                </c:pt>
                <c:pt idx="1677">
                  <c:v>1.134</c:v>
                </c:pt>
                <c:pt idx="1678">
                  <c:v>1.134</c:v>
                </c:pt>
                <c:pt idx="1679">
                  <c:v>1.134</c:v>
                </c:pt>
                <c:pt idx="1680">
                  <c:v>1.134</c:v>
                </c:pt>
                <c:pt idx="1681">
                  <c:v>1.134</c:v>
                </c:pt>
                <c:pt idx="1682">
                  <c:v>1.134</c:v>
                </c:pt>
                <c:pt idx="1683">
                  <c:v>1.135</c:v>
                </c:pt>
                <c:pt idx="1684">
                  <c:v>1.135</c:v>
                </c:pt>
                <c:pt idx="1685">
                  <c:v>1.135</c:v>
                </c:pt>
                <c:pt idx="1686">
                  <c:v>1.136</c:v>
                </c:pt>
                <c:pt idx="1687">
                  <c:v>1.136</c:v>
                </c:pt>
                <c:pt idx="1688">
                  <c:v>1.137</c:v>
                </c:pt>
                <c:pt idx="1689">
                  <c:v>1.137</c:v>
                </c:pt>
                <c:pt idx="1690">
                  <c:v>1.137</c:v>
                </c:pt>
                <c:pt idx="1691">
                  <c:v>1.138</c:v>
                </c:pt>
                <c:pt idx="1692">
                  <c:v>1.138</c:v>
                </c:pt>
                <c:pt idx="1693">
                  <c:v>1.138</c:v>
                </c:pt>
                <c:pt idx="1694">
                  <c:v>1.138</c:v>
                </c:pt>
                <c:pt idx="1695">
                  <c:v>1.138</c:v>
                </c:pt>
                <c:pt idx="1696">
                  <c:v>1.138</c:v>
                </c:pt>
                <c:pt idx="1697">
                  <c:v>1.138</c:v>
                </c:pt>
                <c:pt idx="1698">
                  <c:v>1.138</c:v>
                </c:pt>
                <c:pt idx="1699">
                  <c:v>1.139</c:v>
                </c:pt>
                <c:pt idx="1700">
                  <c:v>1.139</c:v>
                </c:pt>
                <c:pt idx="1701">
                  <c:v>1.139</c:v>
                </c:pt>
                <c:pt idx="1702">
                  <c:v>1.14</c:v>
                </c:pt>
                <c:pt idx="1703">
                  <c:v>1.14</c:v>
                </c:pt>
                <c:pt idx="1704">
                  <c:v>1.141</c:v>
                </c:pt>
                <c:pt idx="1705">
                  <c:v>1.141</c:v>
                </c:pt>
                <c:pt idx="1706">
                  <c:v>1.141</c:v>
                </c:pt>
                <c:pt idx="1707">
                  <c:v>1.141</c:v>
                </c:pt>
                <c:pt idx="1708">
                  <c:v>1.142</c:v>
                </c:pt>
                <c:pt idx="1709">
                  <c:v>1.142</c:v>
                </c:pt>
                <c:pt idx="1710">
                  <c:v>1.143</c:v>
                </c:pt>
                <c:pt idx="1711">
                  <c:v>1.143</c:v>
                </c:pt>
                <c:pt idx="1712">
                  <c:v>1.144</c:v>
                </c:pt>
                <c:pt idx="1713">
                  <c:v>1.145</c:v>
                </c:pt>
                <c:pt idx="1714">
                  <c:v>1.145</c:v>
                </c:pt>
                <c:pt idx="1715">
                  <c:v>1.146</c:v>
                </c:pt>
                <c:pt idx="1716">
                  <c:v>1.146</c:v>
                </c:pt>
                <c:pt idx="1717">
                  <c:v>1.146</c:v>
                </c:pt>
                <c:pt idx="1718">
                  <c:v>1.146</c:v>
                </c:pt>
                <c:pt idx="1719">
                  <c:v>1.147</c:v>
                </c:pt>
                <c:pt idx="1720">
                  <c:v>1.147</c:v>
                </c:pt>
                <c:pt idx="1721">
                  <c:v>1.148</c:v>
                </c:pt>
                <c:pt idx="1722">
                  <c:v>1.149</c:v>
                </c:pt>
                <c:pt idx="1723">
                  <c:v>1.149</c:v>
                </c:pt>
                <c:pt idx="1724">
                  <c:v>1.149</c:v>
                </c:pt>
                <c:pt idx="1725">
                  <c:v>1.149</c:v>
                </c:pt>
                <c:pt idx="1726">
                  <c:v>1.15</c:v>
                </c:pt>
                <c:pt idx="1727">
                  <c:v>1.15</c:v>
                </c:pt>
                <c:pt idx="1728">
                  <c:v>1.151</c:v>
                </c:pt>
                <c:pt idx="1729">
                  <c:v>1.151</c:v>
                </c:pt>
                <c:pt idx="1730">
                  <c:v>1.152</c:v>
                </c:pt>
                <c:pt idx="1731">
                  <c:v>1.152</c:v>
                </c:pt>
                <c:pt idx="1732">
                  <c:v>1.154</c:v>
                </c:pt>
                <c:pt idx="1733">
                  <c:v>1.154</c:v>
                </c:pt>
                <c:pt idx="1734">
                  <c:v>1.155</c:v>
                </c:pt>
                <c:pt idx="1735">
                  <c:v>1.155</c:v>
                </c:pt>
                <c:pt idx="1736">
                  <c:v>1.156</c:v>
                </c:pt>
                <c:pt idx="1737">
                  <c:v>1.157</c:v>
                </c:pt>
                <c:pt idx="1738">
                  <c:v>1.157</c:v>
                </c:pt>
                <c:pt idx="1739">
                  <c:v>1.158</c:v>
                </c:pt>
                <c:pt idx="1740">
                  <c:v>1.158</c:v>
                </c:pt>
                <c:pt idx="1741">
                  <c:v>1.159</c:v>
                </c:pt>
                <c:pt idx="1742">
                  <c:v>1.159</c:v>
                </c:pt>
                <c:pt idx="1743">
                  <c:v>1.16</c:v>
                </c:pt>
                <c:pt idx="1744">
                  <c:v>1.16</c:v>
                </c:pt>
                <c:pt idx="1745">
                  <c:v>1.16</c:v>
                </c:pt>
                <c:pt idx="1746">
                  <c:v>1.16</c:v>
                </c:pt>
                <c:pt idx="1747">
                  <c:v>1.161</c:v>
                </c:pt>
                <c:pt idx="1748">
                  <c:v>1.162</c:v>
                </c:pt>
                <c:pt idx="1749">
                  <c:v>1.162</c:v>
                </c:pt>
                <c:pt idx="1750">
                  <c:v>1.163</c:v>
                </c:pt>
                <c:pt idx="1751">
                  <c:v>1.163</c:v>
                </c:pt>
                <c:pt idx="1752">
                  <c:v>1.164</c:v>
                </c:pt>
                <c:pt idx="1753">
                  <c:v>1.165</c:v>
                </c:pt>
                <c:pt idx="1754">
                  <c:v>1.166</c:v>
                </c:pt>
                <c:pt idx="1755">
                  <c:v>1.166</c:v>
                </c:pt>
                <c:pt idx="1756">
                  <c:v>1.167</c:v>
                </c:pt>
                <c:pt idx="1757">
                  <c:v>1.167</c:v>
                </c:pt>
                <c:pt idx="1758">
                  <c:v>1.168</c:v>
                </c:pt>
                <c:pt idx="1759">
                  <c:v>1.169</c:v>
                </c:pt>
                <c:pt idx="1760">
                  <c:v>1.169</c:v>
                </c:pt>
                <c:pt idx="1761">
                  <c:v>1.17</c:v>
                </c:pt>
                <c:pt idx="1762">
                  <c:v>1.17</c:v>
                </c:pt>
                <c:pt idx="1763">
                  <c:v>1.172</c:v>
                </c:pt>
                <c:pt idx="1764">
                  <c:v>1.172</c:v>
                </c:pt>
                <c:pt idx="1765">
                  <c:v>1.173</c:v>
                </c:pt>
                <c:pt idx="1766">
                  <c:v>1.175</c:v>
                </c:pt>
                <c:pt idx="1767">
                  <c:v>1.175</c:v>
                </c:pt>
                <c:pt idx="1768">
                  <c:v>1.176</c:v>
                </c:pt>
                <c:pt idx="1769">
                  <c:v>1.177</c:v>
                </c:pt>
                <c:pt idx="1770">
                  <c:v>1.177</c:v>
                </c:pt>
                <c:pt idx="1771">
                  <c:v>1.177</c:v>
                </c:pt>
                <c:pt idx="1772">
                  <c:v>1.178</c:v>
                </c:pt>
                <c:pt idx="1773">
                  <c:v>1.178</c:v>
                </c:pt>
                <c:pt idx="1774">
                  <c:v>1.18</c:v>
                </c:pt>
                <c:pt idx="1775">
                  <c:v>1.18</c:v>
                </c:pt>
                <c:pt idx="1776">
                  <c:v>1.181</c:v>
                </c:pt>
                <c:pt idx="1777">
                  <c:v>1.182</c:v>
                </c:pt>
                <c:pt idx="1778">
                  <c:v>1.183</c:v>
                </c:pt>
                <c:pt idx="1779">
                  <c:v>1.184</c:v>
                </c:pt>
                <c:pt idx="1780">
                  <c:v>1.184</c:v>
                </c:pt>
                <c:pt idx="1781">
                  <c:v>1.186</c:v>
                </c:pt>
                <c:pt idx="1782">
                  <c:v>1.186</c:v>
                </c:pt>
                <c:pt idx="1783">
                  <c:v>1.187</c:v>
                </c:pt>
                <c:pt idx="1784">
                  <c:v>1.187</c:v>
                </c:pt>
                <c:pt idx="1785">
                  <c:v>1.187</c:v>
                </c:pt>
                <c:pt idx="1786">
                  <c:v>1.188</c:v>
                </c:pt>
                <c:pt idx="1787">
                  <c:v>1.19</c:v>
                </c:pt>
                <c:pt idx="1788">
                  <c:v>1.19</c:v>
                </c:pt>
                <c:pt idx="1789">
                  <c:v>1.191</c:v>
                </c:pt>
                <c:pt idx="1790">
                  <c:v>1.191</c:v>
                </c:pt>
                <c:pt idx="1791">
                  <c:v>1.191</c:v>
                </c:pt>
                <c:pt idx="1792">
                  <c:v>1.192</c:v>
                </c:pt>
                <c:pt idx="1793">
                  <c:v>1.193</c:v>
                </c:pt>
                <c:pt idx="1794">
                  <c:v>1.193</c:v>
                </c:pt>
                <c:pt idx="1795">
                  <c:v>1.193</c:v>
                </c:pt>
                <c:pt idx="1796">
                  <c:v>1.193</c:v>
                </c:pt>
                <c:pt idx="1797">
                  <c:v>1.194</c:v>
                </c:pt>
                <c:pt idx="1798">
                  <c:v>1.194</c:v>
                </c:pt>
                <c:pt idx="1799">
                  <c:v>1.195</c:v>
                </c:pt>
                <c:pt idx="1800">
                  <c:v>1.195</c:v>
                </c:pt>
                <c:pt idx="1801">
                  <c:v>1.195</c:v>
                </c:pt>
                <c:pt idx="1802">
                  <c:v>1.195</c:v>
                </c:pt>
                <c:pt idx="1803">
                  <c:v>1.195</c:v>
                </c:pt>
                <c:pt idx="1804">
                  <c:v>1.197</c:v>
                </c:pt>
                <c:pt idx="1805">
                  <c:v>1.197</c:v>
                </c:pt>
                <c:pt idx="1806">
                  <c:v>1.198</c:v>
                </c:pt>
                <c:pt idx="1807">
                  <c:v>1.198</c:v>
                </c:pt>
                <c:pt idx="1808">
                  <c:v>1.198</c:v>
                </c:pt>
                <c:pt idx="1809">
                  <c:v>1.198</c:v>
                </c:pt>
                <c:pt idx="1810">
                  <c:v>1.2</c:v>
                </c:pt>
                <c:pt idx="1811">
                  <c:v>1.2</c:v>
                </c:pt>
                <c:pt idx="1812">
                  <c:v>1.2</c:v>
                </c:pt>
                <c:pt idx="1813">
                  <c:v>1.201</c:v>
                </c:pt>
                <c:pt idx="1814">
                  <c:v>1.201</c:v>
                </c:pt>
                <c:pt idx="1815">
                  <c:v>1.202</c:v>
                </c:pt>
                <c:pt idx="1816">
                  <c:v>1.202</c:v>
                </c:pt>
                <c:pt idx="1817">
                  <c:v>1.202</c:v>
                </c:pt>
                <c:pt idx="1818">
                  <c:v>1.202</c:v>
                </c:pt>
                <c:pt idx="1819">
                  <c:v>1.203</c:v>
                </c:pt>
                <c:pt idx="1820">
                  <c:v>1.203</c:v>
                </c:pt>
                <c:pt idx="1821">
                  <c:v>1.203</c:v>
                </c:pt>
                <c:pt idx="1822">
                  <c:v>1.204</c:v>
                </c:pt>
                <c:pt idx="1823">
                  <c:v>1.204</c:v>
                </c:pt>
                <c:pt idx="1824">
                  <c:v>1.205</c:v>
                </c:pt>
                <c:pt idx="1825">
                  <c:v>1.205</c:v>
                </c:pt>
                <c:pt idx="1826">
                  <c:v>1.206</c:v>
                </c:pt>
                <c:pt idx="1827">
                  <c:v>1.206</c:v>
                </c:pt>
                <c:pt idx="1828">
                  <c:v>1.206</c:v>
                </c:pt>
                <c:pt idx="1829">
                  <c:v>1.206</c:v>
                </c:pt>
                <c:pt idx="1830">
                  <c:v>1.207</c:v>
                </c:pt>
                <c:pt idx="1831">
                  <c:v>1.207</c:v>
                </c:pt>
                <c:pt idx="1832">
                  <c:v>1.207</c:v>
                </c:pt>
                <c:pt idx="1833">
                  <c:v>1.208</c:v>
                </c:pt>
                <c:pt idx="1834">
                  <c:v>1.208</c:v>
                </c:pt>
                <c:pt idx="1835">
                  <c:v>1.208</c:v>
                </c:pt>
                <c:pt idx="1836">
                  <c:v>1.209</c:v>
                </c:pt>
                <c:pt idx="1837">
                  <c:v>1.209</c:v>
                </c:pt>
                <c:pt idx="1838">
                  <c:v>1.21</c:v>
                </c:pt>
                <c:pt idx="1839">
                  <c:v>1.21</c:v>
                </c:pt>
                <c:pt idx="1840">
                  <c:v>1.21</c:v>
                </c:pt>
                <c:pt idx="1841">
                  <c:v>1.21</c:v>
                </c:pt>
                <c:pt idx="1842">
                  <c:v>1.21</c:v>
                </c:pt>
                <c:pt idx="1843">
                  <c:v>1.21</c:v>
                </c:pt>
                <c:pt idx="1844">
                  <c:v>1.211</c:v>
                </c:pt>
                <c:pt idx="1845">
                  <c:v>1.211</c:v>
                </c:pt>
                <c:pt idx="1846">
                  <c:v>1.211</c:v>
                </c:pt>
                <c:pt idx="1847">
                  <c:v>1.211</c:v>
                </c:pt>
                <c:pt idx="1848">
                  <c:v>1.212</c:v>
                </c:pt>
                <c:pt idx="1849">
                  <c:v>1.212</c:v>
                </c:pt>
                <c:pt idx="1850">
                  <c:v>1.212</c:v>
                </c:pt>
                <c:pt idx="1851">
                  <c:v>1.212</c:v>
                </c:pt>
                <c:pt idx="1852">
                  <c:v>1.213</c:v>
                </c:pt>
                <c:pt idx="1853">
                  <c:v>1.213</c:v>
                </c:pt>
                <c:pt idx="1854">
                  <c:v>1.213</c:v>
                </c:pt>
                <c:pt idx="1855">
                  <c:v>1.213</c:v>
                </c:pt>
                <c:pt idx="1856">
                  <c:v>1.213</c:v>
                </c:pt>
                <c:pt idx="1857">
                  <c:v>1.214</c:v>
                </c:pt>
                <c:pt idx="1858">
                  <c:v>1.214</c:v>
                </c:pt>
                <c:pt idx="1859">
                  <c:v>1.215</c:v>
                </c:pt>
                <c:pt idx="1860">
                  <c:v>1.216</c:v>
                </c:pt>
                <c:pt idx="1861">
                  <c:v>1.217</c:v>
                </c:pt>
                <c:pt idx="1862">
                  <c:v>1.218</c:v>
                </c:pt>
                <c:pt idx="1863">
                  <c:v>1.218</c:v>
                </c:pt>
                <c:pt idx="1864">
                  <c:v>1.219</c:v>
                </c:pt>
                <c:pt idx="1865">
                  <c:v>1.219</c:v>
                </c:pt>
                <c:pt idx="1866">
                  <c:v>1.219</c:v>
                </c:pt>
                <c:pt idx="1867">
                  <c:v>1.219</c:v>
                </c:pt>
                <c:pt idx="1868">
                  <c:v>1.219</c:v>
                </c:pt>
                <c:pt idx="1869">
                  <c:v>1.22</c:v>
                </c:pt>
                <c:pt idx="1870">
                  <c:v>1.22</c:v>
                </c:pt>
                <c:pt idx="1871">
                  <c:v>1.222</c:v>
                </c:pt>
                <c:pt idx="1872">
                  <c:v>1.223</c:v>
                </c:pt>
                <c:pt idx="1873">
                  <c:v>1.223</c:v>
                </c:pt>
                <c:pt idx="1874">
                  <c:v>1.224</c:v>
                </c:pt>
                <c:pt idx="1875">
                  <c:v>1.224</c:v>
                </c:pt>
                <c:pt idx="1876">
                  <c:v>1.224</c:v>
                </c:pt>
                <c:pt idx="1877">
                  <c:v>1.224</c:v>
                </c:pt>
                <c:pt idx="1878">
                  <c:v>1.225</c:v>
                </c:pt>
                <c:pt idx="1879">
                  <c:v>1.225</c:v>
                </c:pt>
                <c:pt idx="1880">
                  <c:v>1.226</c:v>
                </c:pt>
                <c:pt idx="1881">
                  <c:v>1.227</c:v>
                </c:pt>
                <c:pt idx="1882">
                  <c:v>1.228</c:v>
                </c:pt>
                <c:pt idx="1883">
                  <c:v>1.23</c:v>
                </c:pt>
                <c:pt idx="1884">
                  <c:v>1.23</c:v>
                </c:pt>
                <c:pt idx="1885">
                  <c:v>1.234</c:v>
                </c:pt>
                <c:pt idx="1886">
                  <c:v>1.234</c:v>
                </c:pt>
                <c:pt idx="1887">
                  <c:v>1.234</c:v>
                </c:pt>
                <c:pt idx="1888">
                  <c:v>1.234</c:v>
                </c:pt>
                <c:pt idx="1889">
                  <c:v>1.235</c:v>
                </c:pt>
                <c:pt idx="1890">
                  <c:v>1.236</c:v>
                </c:pt>
                <c:pt idx="1891">
                  <c:v>1.236</c:v>
                </c:pt>
                <c:pt idx="1892">
                  <c:v>1.237</c:v>
                </c:pt>
                <c:pt idx="1893">
                  <c:v>1.237</c:v>
                </c:pt>
                <c:pt idx="1894">
                  <c:v>1.237</c:v>
                </c:pt>
                <c:pt idx="1895">
                  <c:v>1.238</c:v>
                </c:pt>
                <c:pt idx="1896">
                  <c:v>1.238</c:v>
                </c:pt>
                <c:pt idx="1897">
                  <c:v>1.238</c:v>
                </c:pt>
                <c:pt idx="1898">
                  <c:v>1.238</c:v>
                </c:pt>
                <c:pt idx="1899">
                  <c:v>1.239</c:v>
                </c:pt>
                <c:pt idx="1900">
                  <c:v>1.239</c:v>
                </c:pt>
                <c:pt idx="1901">
                  <c:v>1.239</c:v>
                </c:pt>
                <c:pt idx="1902">
                  <c:v>1.241</c:v>
                </c:pt>
                <c:pt idx="1903">
                  <c:v>1.241</c:v>
                </c:pt>
                <c:pt idx="1904">
                  <c:v>1.241</c:v>
                </c:pt>
                <c:pt idx="1905">
                  <c:v>1.242</c:v>
                </c:pt>
                <c:pt idx="1906">
                  <c:v>1.242</c:v>
                </c:pt>
                <c:pt idx="1907">
                  <c:v>1.242</c:v>
                </c:pt>
                <c:pt idx="1908">
                  <c:v>1.242</c:v>
                </c:pt>
                <c:pt idx="1909">
                  <c:v>1.243</c:v>
                </c:pt>
                <c:pt idx="1910">
                  <c:v>1.245</c:v>
                </c:pt>
                <c:pt idx="1911">
                  <c:v>1.246</c:v>
                </c:pt>
                <c:pt idx="1912">
                  <c:v>1.247</c:v>
                </c:pt>
                <c:pt idx="1913">
                  <c:v>1.247</c:v>
                </c:pt>
                <c:pt idx="1914">
                  <c:v>1.247</c:v>
                </c:pt>
                <c:pt idx="1915">
                  <c:v>1.247</c:v>
                </c:pt>
                <c:pt idx="1916">
                  <c:v>1.248</c:v>
                </c:pt>
                <c:pt idx="1917">
                  <c:v>1.249</c:v>
                </c:pt>
                <c:pt idx="1918">
                  <c:v>1.25</c:v>
                </c:pt>
                <c:pt idx="1919">
                  <c:v>1.251</c:v>
                </c:pt>
                <c:pt idx="1920">
                  <c:v>1.251</c:v>
                </c:pt>
                <c:pt idx="1921">
                  <c:v>1.253</c:v>
                </c:pt>
                <c:pt idx="1922">
                  <c:v>1.253</c:v>
                </c:pt>
                <c:pt idx="1923">
                  <c:v>1.254</c:v>
                </c:pt>
                <c:pt idx="1924">
                  <c:v>1.254</c:v>
                </c:pt>
                <c:pt idx="1925">
                  <c:v>1.254</c:v>
                </c:pt>
                <c:pt idx="1926">
                  <c:v>1.255</c:v>
                </c:pt>
                <c:pt idx="1927">
                  <c:v>1.256</c:v>
                </c:pt>
                <c:pt idx="1928">
                  <c:v>1.256</c:v>
                </c:pt>
                <c:pt idx="1929">
                  <c:v>1.257</c:v>
                </c:pt>
                <c:pt idx="1930">
                  <c:v>1.257</c:v>
                </c:pt>
                <c:pt idx="1931">
                  <c:v>1.258</c:v>
                </c:pt>
                <c:pt idx="1932">
                  <c:v>1.259</c:v>
                </c:pt>
                <c:pt idx="1933">
                  <c:v>1.259</c:v>
                </c:pt>
                <c:pt idx="1934">
                  <c:v>1.26</c:v>
                </c:pt>
                <c:pt idx="1935">
                  <c:v>1.262</c:v>
                </c:pt>
                <c:pt idx="1936">
                  <c:v>1.262</c:v>
                </c:pt>
                <c:pt idx="1937">
                  <c:v>1.263</c:v>
                </c:pt>
                <c:pt idx="1938">
                  <c:v>1.264</c:v>
                </c:pt>
                <c:pt idx="1939">
                  <c:v>1.265</c:v>
                </c:pt>
                <c:pt idx="1940">
                  <c:v>1.266</c:v>
                </c:pt>
                <c:pt idx="1941">
                  <c:v>1.267</c:v>
                </c:pt>
                <c:pt idx="1942">
                  <c:v>1.267</c:v>
                </c:pt>
                <c:pt idx="1943">
                  <c:v>1.268</c:v>
                </c:pt>
                <c:pt idx="1944">
                  <c:v>1.269</c:v>
                </c:pt>
                <c:pt idx="1945">
                  <c:v>1.27</c:v>
                </c:pt>
                <c:pt idx="1946">
                  <c:v>1.271</c:v>
                </c:pt>
                <c:pt idx="1947">
                  <c:v>1.271</c:v>
                </c:pt>
                <c:pt idx="1948">
                  <c:v>1.271</c:v>
                </c:pt>
                <c:pt idx="1949">
                  <c:v>1.271</c:v>
                </c:pt>
                <c:pt idx="1950">
                  <c:v>1.272</c:v>
                </c:pt>
                <c:pt idx="1951">
                  <c:v>1.273</c:v>
                </c:pt>
                <c:pt idx="1952">
                  <c:v>1.273</c:v>
                </c:pt>
                <c:pt idx="1953">
                  <c:v>1.274</c:v>
                </c:pt>
                <c:pt idx="1954">
                  <c:v>1.274</c:v>
                </c:pt>
                <c:pt idx="1955">
                  <c:v>1.274</c:v>
                </c:pt>
                <c:pt idx="1956">
                  <c:v>1.274</c:v>
                </c:pt>
                <c:pt idx="1957">
                  <c:v>1.274</c:v>
                </c:pt>
                <c:pt idx="1958">
                  <c:v>1.274</c:v>
                </c:pt>
                <c:pt idx="1959">
                  <c:v>1.275</c:v>
                </c:pt>
                <c:pt idx="1960">
                  <c:v>1.275</c:v>
                </c:pt>
                <c:pt idx="1961">
                  <c:v>1.275</c:v>
                </c:pt>
                <c:pt idx="1962">
                  <c:v>1.275</c:v>
                </c:pt>
                <c:pt idx="1963">
                  <c:v>1.276</c:v>
                </c:pt>
                <c:pt idx="1964">
                  <c:v>1.276</c:v>
                </c:pt>
                <c:pt idx="1965">
                  <c:v>1.276</c:v>
                </c:pt>
                <c:pt idx="1966">
                  <c:v>1.277</c:v>
                </c:pt>
                <c:pt idx="1967">
                  <c:v>1.277</c:v>
                </c:pt>
                <c:pt idx="1968">
                  <c:v>1.281</c:v>
                </c:pt>
                <c:pt idx="1969">
                  <c:v>1.281</c:v>
                </c:pt>
                <c:pt idx="1970">
                  <c:v>1.281</c:v>
                </c:pt>
                <c:pt idx="1971">
                  <c:v>1.282</c:v>
                </c:pt>
                <c:pt idx="1972">
                  <c:v>1.282</c:v>
                </c:pt>
                <c:pt idx="1973">
                  <c:v>1.283</c:v>
                </c:pt>
                <c:pt idx="1974">
                  <c:v>1.285</c:v>
                </c:pt>
                <c:pt idx="1975">
                  <c:v>1.285</c:v>
                </c:pt>
                <c:pt idx="1976">
                  <c:v>1.286</c:v>
                </c:pt>
                <c:pt idx="1977">
                  <c:v>1.286</c:v>
                </c:pt>
                <c:pt idx="1978">
                  <c:v>1.29</c:v>
                </c:pt>
                <c:pt idx="1979">
                  <c:v>1.29</c:v>
                </c:pt>
                <c:pt idx="1980">
                  <c:v>1.291</c:v>
                </c:pt>
                <c:pt idx="1981">
                  <c:v>1.291</c:v>
                </c:pt>
                <c:pt idx="1982">
                  <c:v>1.291</c:v>
                </c:pt>
                <c:pt idx="1983">
                  <c:v>1.291</c:v>
                </c:pt>
                <c:pt idx="1984">
                  <c:v>1.292</c:v>
                </c:pt>
                <c:pt idx="1985">
                  <c:v>1.292</c:v>
                </c:pt>
                <c:pt idx="1986">
                  <c:v>1.292</c:v>
                </c:pt>
                <c:pt idx="1987">
                  <c:v>1.292</c:v>
                </c:pt>
                <c:pt idx="1988">
                  <c:v>1.292</c:v>
                </c:pt>
                <c:pt idx="1989">
                  <c:v>1.292</c:v>
                </c:pt>
                <c:pt idx="1990">
                  <c:v>1.294</c:v>
                </c:pt>
                <c:pt idx="1991">
                  <c:v>1.294</c:v>
                </c:pt>
                <c:pt idx="1992">
                  <c:v>1.295</c:v>
                </c:pt>
                <c:pt idx="1993">
                  <c:v>1.296</c:v>
                </c:pt>
                <c:pt idx="1994">
                  <c:v>1.296</c:v>
                </c:pt>
                <c:pt idx="1995">
                  <c:v>1.296</c:v>
                </c:pt>
                <c:pt idx="1996">
                  <c:v>1.296</c:v>
                </c:pt>
                <c:pt idx="1997">
                  <c:v>1.297</c:v>
                </c:pt>
                <c:pt idx="1998">
                  <c:v>1.298</c:v>
                </c:pt>
                <c:pt idx="1999">
                  <c:v>1.299</c:v>
                </c:pt>
                <c:pt idx="2000">
                  <c:v>1.3</c:v>
                </c:pt>
                <c:pt idx="2001">
                  <c:v>1.3</c:v>
                </c:pt>
                <c:pt idx="2002">
                  <c:v>1.301</c:v>
                </c:pt>
                <c:pt idx="2003">
                  <c:v>1.301</c:v>
                </c:pt>
                <c:pt idx="2004">
                  <c:v>1.302</c:v>
                </c:pt>
                <c:pt idx="2005">
                  <c:v>1.303</c:v>
                </c:pt>
                <c:pt idx="2006">
                  <c:v>1.303</c:v>
                </c:pt>
                <c:pt idx="2007">
                  <c:v>1.303</c:v>
                </c:pt>
                <c:pt idx="2008">
                  <c:v>1.304</c:v>
                </c:pt>
                <c:pt idx="2009">
                  <c:v>1.305</c:v>
                </c:pt>
                <c:pt idx="2010">
                  <c:v>1.306</c:v>
                </c:pt>
                <c:pt idx="2011">
                  <c:v>1.308</c:v>
                </c:pt>
                <c:pt idx="2012">
                  <c:v>1.308</c:v>
                </c:pt>
                <c:pt idx="2013">
                  <c:v>1.309</c:v>
                </c:pt>
                <c:pt idx="2014">
                  <c:v>1.309</c:v>
                </c:pt>
                <c:pt idx="2015">
                  <c:v>1.309</c:v>
                </c:pt>
                <c:pt idx="2016">
                  <c:v>1.31</c:v>
                </c:pt>
                <c:pt idx="2017">
                  <c:v>1.311</c:v>
                </c:pt>
                <c:pt idx="2018">
                  <c:v>1.312</c:v>
                </c:pt>
                <c:pt idx="2019">
                  <c:v>1.312</c:v>
                </c:pt>
                <c:pt idx="2020">
                  <c:v>1.312</c:v>
                </c:pt>
                <c:pt idx="2021">
                  <c:v>1.312</c:v>
                </c:pt>
                <c:pt idx="2022">
                  <c:v>1.312</c:v>
                </c:pt>
                <c:pt idx="2023">
                  <c:v>1.312</c:v>
                </c:pt>
                <c:pt idx="2024">
                  <c:v>1.313</c:v>
                </c:pt>
                <c:pt idx="2025">
                  <c:v>1.313</c:v>
                </c:pt>
                <c:pt idx="2026">
                  <c:v>1.314</c:v>
                </c:pt>
                <c:pt idx="2027">
                  <c:v>1.315</c:v>
                </c:pt>
                <c:pt idx="2028">
                  <c:v>1.315</c:v>
                </c:pt>
                <c:pt idx="2029">
                  <c:v>1.316</c:v>
                </c:pt>
                <c:pt idx="2030">
                  <c:v>1.316</c:v>
                </c:pt>
                <c:pt idx="2031">
                  <c:v>1.316</c:v>
                </c:pt>
                <c:pt idx="2032">
                  <c:v>1.317</c:v>
                </c:pt>
                <c:pt idx="2033">
                  <c:v>1.317</c:v>
                </c:pt>
                <c:pt idx="2034">
                  <c:v>1.319</c:v>
                </c:pt>
                <c:pt idx="2035">
                  <c:v>1.319</c:v>
                </c:pt>
                <c:pt idx="2036">
                  <c:v>1.319</c:v>
                </c:pt>
                <c:pt idx="2037">
                  <c:v>1.321</c:v>
                </c:pt>
                <c:pt idx="2038">
                  <c:v>1.321</c:v>
                </c:pt>
                <c:pt idx="2039">
                  <c:v>1.322</c:v>
                </c:pt>
                <c:pt idx="2040">
                  <c:v>1.322</c:v>
                </c:pt>
                <c:pt idx="2041">
                  <c:v>1.322</c:v>
                </c:pt>
                <c:pt idx="2042">
                  <c:v>1.323</c:v>
                </c:pt>
                <c:pt idx="2043">
                  <c:v>1.323</c:v>
                </c:pt>
                <c:pt idx="2044">
                  <c:v>1.323</c:v>
                </c:pt>
                <c:pt idx="2045">
                  <c:v>1.323</c:v>
                </c:pt>
                <c:pt idx="2046">
                  <c:v>1.324</c:v>
                </c:pt>
                <c:pt idx="2047">
                  <c:v>1.324</c:v>
                </c:pt>
                <c:pt idx="2048">
                  <c:v>1.324</c:v>
                </c:pt>
                <c:pt idx="2049">
                  <c:v>1.325</c:v>
                </c:pt>
                <c:pt idx="2050">
                  <c:v>1.326</c:v>
                </c:pt>
                <c:pt idx="2051">
                  <c:v>1.326</c:v>
                </c:pt>
                <c:pt idx="2052">
                  <c:v>1.326</c:v>
                </c:pt>
                <c:pt idx="2053">
                  <c:v>1.327</c:v>
                </c:pt>
                <c:pt idx="2054">
                  <c:v>1.327</c:v>
                </c:pt>
                <c:pt idx="2055">
                  <c:v>1.327</c:v>
                </c:pt>
                <c:pt idx="2056">
                  <c:v>1.328</c:v>
                </c:pt>
                <c:pt idx="2057">
                  <c:v>1.328</c:v>
                </c:pt>
                <c:pt idx="2058">
                  <c:v>1.33</c:v>
                </c:pt>
                <c:pt idx="2059">
                  <c:v>1.33</c:v>
                </c:pt>
                <c:pt idx="2060">
                  <c:v>1.33</c:v>
                </c:pt>
                <c:pt idx="2061">
                  <c:v>1.331</c:v>
                </c:pt>
                <c:pt idx="2062">
                  <c:v>1.332</c:v>
                </c:pt>
                <c:pt idx="2063">
                  <c:v>1.334</c:v>
                </c:pt>
                <c:pt idx="2064">
                  <c:v>1.334</c:v>
                </c:pt>
                <c:pt idx="2065">
                  <c:v>1.334</c:v>
                </c:pt>
                <c:pt idx="2066">
                  <c:v>1.336</c:v>
                </c:pt>
                <c:pt idx="2067">
                  <c:v>1.336</c:v>
                </c:pt>
                <c:pt idx="2068">
                  <c:v>1.337</c:v>
                </c:pt>
                <c:pt idx="2069">
                  <c:v>1.339</c:v>
                </c:pt>
                <c:pt idx="2070">
                  <c:v>1.339</c:v>
                </c:pt>
                <c:pt idx="2071">
                  <c:v>1.339</c:v>
                </c:pt>
                <c:pt idx="2072">
                  <c:v>1.34</c:v>
                </c:pt>
                <c:pt idx="2073">
                  <c:v>1.34</c:v>
                </c:pt>
                <c:pt idx="2074">
                  <c:v>1.344</c:v>
                </c:pt>
                <c:pt idx="2075">
                  <c:v>1.345</c:v>
                </c:pt>
                <c:pt idx="2076">
                  <c:v>1.346</c:v>
                </c:pt>
                <c:pt idx="2077">
                  <c:v>1.346</c:v>
                </c:pt>
                <c:pt idx="2078">
                  <c:v>1.347</c:v>
                </c:pt>
                <c:pt idx="2079">
                  <c:v>1.347</c:v>
                </c:pt>
                <c:pt idx="2080">
                  <c:v>1.349</c:v>
                </c:pt>
                <c:pt idx="2081">
                  <c:v>1.35</c:v>
                </c:pt>
                <c:pt idx="2082">
                  <c:v>1.35</c:v>
                </c:pt>
                <c:pt idx="2083">
                  <c:v>1.352</c:v>
                </c:pt>
                <c:pt idx="2084">
                  <c:v>1.354</c:v>
                </c:pt>
                <c:pt idx="2085">
                  <c:v>1.356</c:v>
                </c:pt>
                <c:pt idx="2086">
                  <c:v>1.356</c:v>
                </c:pt>
                <c:pt idx="2087">
                  <c:v>1.358</c:v>
                </c:pt>
                <c:pt idx="2088">
                  <c:v>1.358</c:v>
                </c:pt>
                <c:pt idx="2089">
                  <c:v>1.358</c:v>
                </c:pt>
                <c:pt idx="2090">
                  <c:v>1.358</c:v>
                </c:pt>
                <c:pt idx="2091">
                  <c:v>1.358</c:v>
                </c:pt>
                <c:pt idx="2092">
                  <c:v>1.36</c:v>
                </c:pt>
                <c:pt idx="2093">
                  <c:v>1.36</c:v>
                </c:pt>
                <c:pt idx="2094">
                  <c:v>1.36</c:v>
                </c:pt>
                <c:pt idx="2095">
                  <c:v>1.36</c:v>
                </c:pt>
                <c:pt idx="2096">
                  <c:v>1.361</c:v>
                </c:pt>
                <c:pt idx="2097">
                  <c:v>1.362</c:v>
                </c:pt>
                <c:pt idx="2098">
                  <c:v>1.363</c:v>
                </c:pt>
                <c:pt idx="2099">
                  <c:v>1.364</c:v>
                </c:pt>
                <c:pt idx="2100">
                  <c:v>1.365</c:v>
                </c:pt>
                <c:pt idx="2101">
                  <c:v>1.366</c:v>
                </c:pt>
                <c:pt idx="2102">
                  <c:v>1.366</c:v>
                </c:pt>
                <c:pt idx="2103">
                  <c:v>1.37</c:v>
                </c:pt>
                <c:pt idx="2104">
                  <c:v>1.37</c:v>
                </c:pt>
                <c:pt idx="2105">
                  <c:v>1.37</c:v>
                </c:pt>
                <c:pt idx="2106">
                  <c:v>1.372</c:v>
                </c:pt>
                <c:pt idx="2107">
                  <c:v>1.372</c:v>
                </c:pt>
                <c:pt idx="2108">
                  <c:v>1.373</c:v>
                </c:pt>
                <c:pt idx="2109">
                  <c:v>1.373</c:v>
                </c:pt>
                <c:pt idx="2110">
                  <c:v>1.374</c:v>
                </c:pt>
                <c:pt idx="2111">
                  <c:v>1.374</c:v>
                </c:pt>
                <c:pt idx="2112">
                  <c:v>1.374</c:v>
                </c:pt>
                <c:pt idx="2113">
                  <c:v>1.378</c:v>
                </c:pt>
                <c:pt idx="2114">
                  <c:v>1.379</c:v>
                </c:pt>
                <c:pt idx="2115">
                  <c:v>1.38</c:v>
                </c:pt>
                <c:pt idx="2116">
                  <c:v>1.38</c:v>
                </c:pt>
                <c:pt idx="2117">
                  <c:v>1.382</c:v>
                </c:pt>
                <c:pt idx="2118">
                  <c:v>1.382</c:v>
                </c:pt>
                <c:pt idx="2119">
                  <c:v>1.383</c:v>
                </c:pt>
                <c:pt idx="2120">
                  <c:v>1.383</c:v>
                </c:pt>
                <c:pt idx="2121">
                  <c:v>1.385</c:v>
                </c:pt>
                <c:pt idx="2122">
                  <c:v>1.385</c:v>
                </c:pt>
                <c:pt idx="2123">
                  <c:v>1.386</c:v>
                </c:pt>
                <c:pt idx="2124">
                  <c:v>1.386</c:v>
                </c:pt>
                <c:pt idx="2125">
                  <c:v>1.386</c:v>
                </c:pt>
                <c:pt idx="2126">
                  <c:v>1.387</c:v>
                </c:pt>
                <c:pt idx="2127">
                  <c:v>1.387</c:v>
                </c:pt>
                <c:pt idx="2128">
                  <c:v>1.39</c:v>
                </c:pt>
                <c:pt idx="2129">
                  <c:v>1.39</c:v>
                </c:pt>
                <c:pt idx="2130">
                  <c:v>1.391</c:v>
                </c:pt>
                <c:pt idx="2131">
                  <c:v>1.392</c:v>
                </c:pt>
                <c:pt idx="2132">
                  <c:v>1.393</c:v>
                </c:pt>
                <c:pt idx="2133">
                  <c:v>1.394</c:v>
                </c:pt>
                <c:pt idx="2134">
                  <c:v>1.394</c:v>
                </c:pt>
                <c:pt idx="2135">
                  <c:v>1.397</c:v>
                </c:pt>
                <c:pt idx="2136">
                  <c:v>1.397</c:v>
                </c:pt>
                <c:pt idx="2137">
                  <c:v>1.398</c:v>
                </c:pt>
                <c:pt idx="2138">
                  <c:v>1.399</c:v>
                </c:pt>
                <c:pt idx="2139">
                  <c:v>1.4</c:v>
                </c:pt>
                <c:pt idx="2140">
                  <c:v>1.4</c:v>
                </c:pt>
                <c:pt idx="2141">
                  <c:v>1.401</c:v>
                </c:pt>
                <c:pt idx="2142">
                  <c:v>1.401</c:v>
                </c:pt>
                <c:pt idx="2143">
                  <c:v>1.402</c:v>
                </c:pt>
                <c:pt idx="2144">
                  <c:v>1.402</c:v>
                </c:pt>
                <c:pt idx="2145">
                  <c:v>1.403</c:v>
                </c:pt>
                <c:pt idx="2146">
                  <c:v>1.403</c:v>
                </c:pt>
                <c:pt idx="2147">
                  <c:v>1.404</c:v>
                </c:pt>
                <c:pt idx="2148">
                  <c:v>1.405</c:v>
                </c:pt>
                <c:pt idx="2149">
                  <c:v>1.405</c:v>
                </c:pt>
                <c:pt idx="2150">
                  <c:v>1.407</c:v>
                </c:pt>
                <c:pt idx="2151">
                  <c:v>1.407</c:v>
                </c:pt>
                <c:pt idx="2152">
                  <c:v>1.408</c:v>
                </c:pt>
                <c:pt idx="2153">
                  <c:v>1.409</c:v>
                </c:pt>
                <c:pt idx="2154">
                  <c:v>1.41</c:v>
                </c:pt>
                <c:pt idx="2155">
                  <c:v>1.411</c:v>
                </c:pt>
                <c:pt idx="2156">
                  <c:v>1.413</c:v>
                </c:pt>
                <c:pt idx="2157">
                  <c:v>1.413</c:v>
                </c:pt>
                <c:pt idx="2158">
                  <c:v>1.414</c:v>
                </c:pt>
                <c:pt idx="2159">
                  <c:v>1.414</c:v>
                </c:pt>
                <c:pt idx="2160">
                  <c:v>1.415</c:v>
                </c:pt>
                <c:pt idx="2161">
                  <c:v>1.416</c:v>
                </c:pt>
                <c:pt idx="2162">
                  <c:v>1.418</c:v>
                </c:pt>
                <c:pt idx="2163">
                  <c:v>1.419</c:v>
                </c:pt>
                <c:pt idx="2164">
                  <c:v>1.419</c:v>
                </c:pt>
                <c:pt idx="2165">
                  <c:v>1.42</c:v>
                </c:pt>
                <c:pt idx="2166">
                  <c:v>1.422</c:v>
                </c:pt>
                <c:pt idx="2167">
                  <c:v>1.422</c:v>
                </c:pt>
                <c:pt idx="2168">
                  <c:v>1.424</c:v>
                </c:pt>
                <c:pt idx="2169">
                  <c:v>1.425</c:v>
                </c:pt>
                <c:pt idx="2170">
                  <c:v>1.426</c:v>
                </c:pt>
                <c:pt idx="2171">
                  <c:v>1.426</c:v>
                </c:pt>
                <c:pt idx="2172">
                  <c:v>1.427</c:v>
                </c:pt>
                <c:pt idx="2173">
                  <c:v>1.428</c:v>
                </c:pt>
                <c:pt idx="2174">
                  <c:v>1.428</c:v>
                </c:pt>
                <c:pt idx="2175">
                  <c:v>1.428</c:v>
                </c:pt>
                <c:pt idx="2176">
                  <c:v>1.429</c:v>
                </c:pt>
                <c:pt idx="2177">
                  <c:v>1.431</c:v>
                </c:pt>
                <c:pt idx="2178">
                  <c:v>1.432</c:v>
                </c:pt>
                <c:pt idx="2179">
                  <c:v>1.433</c:v>
                </c:pt>
                <c:pt idx="2180">
                  <c:v>1.437</c:v>
                </c:pt>
                <c:pt idx="2181">
                  <c:v>1.438</c:v>
                </c:pt>
                <c:pt idx="2182">
                  <c:v>1.438</c:v>
                </c:pt>
                <c:pt idx="2183">
                  <c:v>1.439</c:v>
                </c:pt>
                <c:pt idx="2184">
                  <c:v>1.439</c:v>
                </c:pt>
                <c:pt idx="2185">
                  <c:v>1.44</c:v>
                </c:pt>
                <c:pt idx="2186">
                  <c:v>1.44</c:v>
                </c:pt>
                <c:pt idx="2187">
                  <c:v>1.441</c:v>
                </c:pt>
                <c:pt idx="2188">
                  <c:v>1.442</c:v>
                </c:pt>
                <c:pt idx="2189">
                  <c:v>1.444</c:v>
                </c:pt>
                <c:pt idx="2190">
                  <c:v>1.445</c:v>
                </c:pt>
                <c:pt idx="2191">
                  <c:v>1.449</c:v>
                </c:pt>
                <c:pt idx="2192">
                  <c:v>1.45</c:v>
                </c:pt>
                <c:pt idx="2193">
                  <c:v>1.45</c:v>
                </c:pt>
                <c:pt idx="2194">
                  <c:v>1.451</c:v>
                </c:pt>
                <c:pt idx="2195">
                  <c:v>1.451</c:v>
                </c:pt>
                <c:pt idx="2196">
                  <c:v>1.454</c:v>
                </c:pt>
                <c:pt idx="2197">
                  <c:v>1.454</c:v>
                </c:pt>
                <c:pt idx="2198">
                  <c:v>1.455</c:v>
                </c:pt>
                <c:pt idx="2199">
                  <c:v>1.455</c:v>
                </c:pt>
                <c:pt idx="2200">
                  <c:v>1.455</c:v>
                </c:pt>
                <c:pt idx="2201">
                  <c:v>1.456</c:v>
                </c:pt>
                <c:pt idx="2202">
                  <c:v>1.456</c:v>
                </c:pt>
                <c:pt idx="2203">
                  <c:v>1.456</c:v>
                </c:pt>
                <c:pt idx="2204">
                  <c:v>1.457</c:v>
                </c:pt>
                <c:pt idx="2205">
                  <c:v>1.459</c:v>
                </c:pt>
                <c:pt idx="2206">
                  <c:v>1.46</c:v>
                </c:pt>
                <c:pt idx="2207">
                  <c:v>1.46</c:v>
                </c:pt>
                <c:pt idx="2208">
                  <c:v>1.46</c:v>
                </c:pt>
                <c:pt idx="2209">
                  <c:v>1.461</c:v>
                </c:pt>
                <c:pt idx="2210">
                  <c:v>1.462</c:v>
                </c:pt>
                <c:pt idx="2211">
                  <c:v>1.463</c:v>
                </c:pt>
                <c:pt idx="2212">
                  <c:v>1.463</c:v>
                </c:pt>
                <c:pt idx="2213">
                  <c:v>1.467</c:v>
                </c:pt>
                <c:pt idx="2214">
                  <c:v>1.467</c:v>
                </c:pt>
                <c:pt idx="2215">
                  <c:v>1.468</c:v>
                </c:pt>
                <c:pt idx="2216">
                  <c:v>1.468</c:v>
                </c:pt>
                <c:pt idx="2217">
                  <c:v>1.47</c:v>
                </c:pt>
                <c:pt idx="2218">
                  <c:v>1.47</c:v>
                </c:pt>
                <c:pt idx="2219">
                  <c:v>1.471</c:v>
                </c:pt>
                <c:pt idx="2220">
                  <c:v>1.472</c:v>
                </c:pt>
                <c:pt idx="2221">
                  <c:v>1.472</c:v>
                </c:pt>
                <c:pt idx="2222">
                  <c:v>1.473</c:v>
                </c:pt>
                <c:pt idx="2223">
                  <c:v>1.474</c:v>
                </c:pt>
                <c:pt idx="2224">
                  <c:v>1.475</c:v>
                </c:pt>
                <c:pt idx="2225">
                  <c:v>1.475</c:v>
                </c:pt>
                <c:pt idx="2226">
                  <c:v>1.476</c:v>
                </c:pt>
                <c:pt idx="2227">
                  <c:v>1.476</c:v>
                </c:pt>
                <c:pt idx="2228">
                  <c:v>1.477</c:v>
                </c:pt>
                <c:pt idx="2229">
                  <c:v>1.479</c:v>
                </c:pt>
                <c:pt idx="2230">
                  <c:v>1.479</c:v>
                </c:pt>
                <c:pt idx="2231">
                  <c:v>1.48</c:v>
                </c:pt>
                <c:pt idx="2232">
                  <c:v>1.484</c:v>
                </c:pt>
                <c:pt idx="2233">
                  <c:v>1.488</c:v>
                </c:pt>
                <c:pt idx="2234">
                  <c:v>1.489</c:v>
                </c:pt>
                <c:pt idx="2235">
                  <c:v>1.489</c:v>
                </c:pt>
                <c:pt idx="2236">
                  <c:v>1.489</c:v>
                </c:pt>
                <c:pt idx="2237">
                  <c:v>1.491</c:v>
                </c:pt>
                <c:pt idx="2238">
                  <c:v>1.491</c:v>
                </c:pt>
                <c:pt idx="2239">
                  <c:v>1.491</c:v>
                </c:pt>
                <c:pt idx="2240">
                  <c:v>1.491</c:v>
                </c:pt>
                <c:pt idx="2241">
                  <c:v>1.492</c:v>
                </c:pt>
                <c:pt idx="2242">
                  <c:v>1.494</c:v>
                </c:pt>
                <c:pt idx="2243">
                  <c:v>1.494</c:v>
                </c:pt>
                <c:pt idx="2244">
                  <c:v>1.497</c:v>
                </c:pt>
                <c:pt idx="2245">
                  <c:v>1.499</c:v>
                </c:pt>
                <c:pt idx="2246">
                  <c:v>1.5</c:v>
                </c:pt>
                <c:pt idx="2247">
                  <c:v>1.501</c:v>
                </c:pt>
                <c:pt idx="2248">
                  <c:v>1.501</c:v>
                </c:pt>
                <c:pt idx="2249">
                  <c:v>1.501</c:v>
                </c:pt>
                <c:pt idx="2250">
                  <c:v>1.502</c:v>
                </c:pt>
                <c:pt idx="2251">
                  <c:v>1.502</c:v>
                </c:pt>
                <c:pt idx="2252">
                  <c:v>1.502</c:v>
                </c:pt>
                <c:pt idx="2253">
                  <c:v>1.503</c:v>
                </c:pt>
                <c:pt idx="2254">
                  <c:v>1.503</c:v>
                </c:pt>
                <c:pt idx="2255">
                  <c:v>1.503</c:v>
                </c:pt>
                <c:pt idx="2256">
                  <c:v>1.507</c:v>
                </c:pt>
                <c:pt idx="2257">
                  <c:v>1.509</c:v>
                </c:pt>
                <c:pt idx="2258">
                  <c:v>1.509</c:v>
                </c:pt>
                <c:pt idx="2259">
                  <c:v>1.51</c:v>
                </c:pt>
                <c:pt idx="2260">
                  <c:v>1.513</c:v>
                </c:pt>
                <c:pt idx="2261">
                  <c:v>1.514</c:v>
                </c:pt>
                <c:pt idx="2262">
                  <c:v>1.515</c:v>
                </c:pt>
                <c:pt idx="2263">
                  <c:v>1.518</c:v>
                </c:pt>
                <c:pt idx="2264">
                  <c:v>1.519</c:v>
                </c:pt>
                <c:pt idx="2265">
                  <c:v>1.519</c:v>
                </c:pt>
                <c:pt idx="2266">
                  <c:v>1.521</c:v>
                </c:pt>
                <c:pt idx="2267">
                  <c:v>1.524</c:v>
                </c:pt>
                <c:pt idx="2268">
                  <c:v>1.524</c:v>
                </c:pt>
                <c:pt idx="2269">
                  <c:v>1.524</c:v>
                </c:pt>
                <c:pt idx="2270">
                  <c:v>1.525</c:v>
                </c:pt>
                <c:pt idx="2271">
                  <c:v>1.527</c:v>
                </c:pt>
                <c:pt idx="2272">
                  <c:v>1.53</c:v>
                </c:pt>
                <c:pt idx="2273">
                  <c:v>1.53</c:v>
                </c:pt>
                <c:pt idx="2274">
                  <c:v>1.533</c:v>
                </c:pt>
                <c:pt idx="2275">
                  <c:v>1.534</c:v>
                </c:pt>
                <c:pt idx="2276">
                  <c:v>1.534</c:v>
                </c:pt>
                <c:pt idx="2277">
                  <c:v>1.534</c:v>
                </c:pt>
                <c:pt idx="2278">
                  <c:v>1.534</c:v>
                </c:pt>
                <c:pt idx="2279">
                  <c:v>1.535</c:v>
                </c:pt>
                <c:pt idx="2280">
                  <c:v>1.536</c:v>
                </c:pt>
                <c:pt idx="2281">
                  <c:v>1.537</c:v>
                </c:pt>
                <c:pt idx="2282">
                  <c:v>1.538</c:v>
                </c:pt>
                <c:pt idx="2283">
                  <c:v>1.539</c:v>
                </c:pt>
                <c:pt idx="2284">
                  <c:v>1.542</c:v>
                </c:pt>
                <c:pt idx="2285">
                  <c:v>1.543</c:v>
                </c:pt>
                <c:pt idx="2286">
                  <c:v>1.544</c:v>
                </c:pt>
                <c:pt idx="2287">
                  <c:v>1.544</c:v>
                </c:pt>
                <c:pt idx="2288">
                  <c:v>1.546</c:v>
                </c:pt>
                <c:pt idx="2289">
                  <c:v>1.546</c:v>
                </c:pt>
                <c:pt idx="2290">
                  <c:v>1.547</c:v>
                </c:pt>
                <c:pt idx="2291">
                  <c:v>1.548</c:v>
                </c:pt>
                <c:pt idx="2292">
                  <c:v>1.552</c:v>
                </c:pt>
                <c:pt idx="2293">
                  <c:v>1.552</c:v>
                </c:pt>
                <c:pt idx="2294">
                  <c:v>1.553</c:v>
                </c:pt>
                <c:pt idx="2295">
                  <c:v>1.56</c:v>
                </c:pt>
                <c:pt idx="2296">
                  <c:v>1.561</c:v>
                </c:pt>
                <c:pt idx="2297">
                  <c:v>1.562</c:v>
                </c:pt>
                <c:pt idx="2298">
                  <c:v>1.562</c:v>
                </c:pt>
                <c:pt idx="2299">
                  <c:v>1.563</c:v>
                </c:pt>
                <c:pt idx="2300">
                  <c:v>1.563</c:v>
                </c:pt>
                <c:pt idx="2301">
                  <c:v>1.567</c:v>
                </c:pt>
                <c:pt idx="2302">
                  <c:v>1.572</c:v>
                </c:pt>
                <c:pt idx="2303">
                  <c:v>1.572</c:v>
                </c:pt>
                <c:pt idx="2304">
                  <c:v>1.573</c:v>
                </c:pt>
                <c:pt idx="2305">
                  <c:v>1.574</c:v>
                </c:pt>
                <c:pt idx="2306">
                  <c:v>1.576</c:v>
                </c:pt>
                <c:pt idx="2307">
                  <c:v>1.576</c:v>
                </c:pt>
                <c:pt idx="2308">
                  <c:v>1.578</c:v>
                </c:pt>
                <c:pt idx="2309">
                  <c:v>1.578</c:v>
                </c:pt>
                <c:pt idx="2310">
                  <c:v>1.579</c:v>
                </c:pt>
                <c:pt idx="2311">
                  <c:v>1.579</c:v>
                </c:pt>
                <c:pt idx="2312">
                  <c:v>1.581</c:v>
                </c:pt>
                <c:pt idx="2313">
                  <c:v>1.584</c:v>
                </c:pt>
                <c:pt idx="2314">
                  <c:v>1.584</c:v>
                </c:pt>
                <c:pt idx="2315">
                  <c:v>1.586</c:v>
                </c:pt>
                <c:pt idx="2316">
                  <c:v>1.587</c:v>
                </c:pt>
                <c:pt idx="2317">
                  <c:v>1.587</c:v>
                </c:pt>
                <c:pt idx="2318">
                  <c:v>1.59</c:v>
                </c:pt>
                <c:pt idx="2319">
                  <c:v>1.594</c:v>
                </c:pt>
                <c:pt idx="2320">
                  <c:v>1.595</c:v>
                </c:pt>
                <c:pt idx="2321">
                  <c:v>1.596</c:v>
                </c:pt>
                <c:pt idx="2322">
                  <c:v>1.596</c:v>
                </c:pt>
                <c:pt idx="2323">
                  <c:v>1.597</c:v>
                </c:pt>
                <c:pt idx="2324">
                  <c:v>1.599</c:v>
                </c:pt>
                <c:pt idx="2325">
                  <c:v>1.6</c:v>
                </c:pt>
                <c:pt idx="2326">
                  <c:v>1.601</c:v>
                </c:pt>
                <c:pt idx="2327">
                  <c:v>1.603</c:v>
                </c:pt>
                <c:pt idx="2328">
                  <c:v>1.603</c:v>
                </c:pt>
                <c:pt idx="2329">
                  <c:v>1.609</c:v>
                </c:pt>
                <c:pt idx="2330">
                  <c:v>1.611</c:v>
                </c:pt>
                <c:pt idx="2331">
                  <c:v>1.613</c:v>
                </c:pt>
                <c:pt idx="2332">
                  <c:v>1.618</c:v>
                </c:pt>
                <c:pt idx="2333">
                  <c:v>1.62</c:v>
                </c:pt>
                <c:pt idx="2334">
                  <c:v>1.62</c:v>
                </c:pt>
                <c:pt idx="2335">
                  <c:v>1.62</c:v>
                </c:pt>
                <c:pt idx="2336">
                  <c:v>1.621</c:v>
                </c:pt>
                <c:pt idx="2337">
                  <c:v>1.621</c:v>
                </c:pt>
                <c:pt idx="2338">
                  <c:v>1.621</c:v>
                </c:pt>
                <c:pt idx="2339">
                  <c:v>1.623</c:v>
                </c:pt>
                <c:pt idx="2340">
                  <c:v>1.625</c:v>
                </c:pt>
                <c:pt idx="2341">
                  <c:v>1.629</c:v>
                </c:pt>
                <c:pt idx="2342">
                  <c:v>1.632</c:v>
                </c:pt>
                <c:pt idx="2343">
                  <c:v>1.633</c:v>
                </c:pt>
                <c:pt idx="2344">
                  <c:v>1.633</c:v>
                </c:pt>
                <c:pt idx="2345">
                  <c:v>1.634</c:v>
                </c:pt>
                <c:pt idx="2346">
                  <c:v>1.635</c:v>
                </c:pt>
                <c:pt idx="2347">
                  <c:v>1.637</c:v>
                </c:pt>
                <c:pt idx="2348">
                  <c:v>1.639</c:v>
                </c:pt>
                <c:pt idx="2349">
                  <c:v>1.642</c:v>
                </c:pt>
                <c:pt idx="2350">
                  <c:v>1.643</c:v>
                </c:pt>
                <c:pt idx="2351">
                  <c:v>1.645</c:v>
                </c:pt>
                <c:pt idx="2352">
                  <c:v>1.648</c:v>
                </c:pt>
                <c:pt idx="2353">
                  <c:v>1.649</c:v>
                </c:pt>
                <c:pt idx="2354">
                  <c:v>1.649</c:v>
                </c:pt>
                <c:pt idx="2355">
                  <c:v>1.65</c:v>
                </c:pt>
                <c:pt idx="2356">
                  <c:v>1.652</c:v>
                </c:pt>
                <c:pt idx="2357">
                  <c:v>1.653</c:v>
                </c:pt>
                <c:pt idx="2358">
                  <c:v>1.653</c:v>
                </c:pt>
                <c:pt idx="2359">
                  <c:v>1.653</c:v>
                </c:pt>
                <c:pt idx="2360">
                  <c:v>1.654</c:v>
                </c:pt>
                <c:pt idx="2361">
                  <c:v>1.656</c:v>
                </c:pt>
                <c:pt idx="2362">
                  <c:v>1.662</c:v>
                </c:pt>
                <c:pt idx="2363">
                  <c:v>1.664</c:v>
                </c:pt>
                <c:pt idx="2364">
                  <c:v>1.667</c:v>
                </c:pt>
                <c:pt idx="2365">
                  <c:v>1.669</c:v>
                </c:pt>
                <c:pt idx="2366">
                  <c:v>1.671</c:v>
                </c:pt>
                <c:pt idx="2367">
                  <c:v>1.671</c:v>
                </c:pt>
                <c:pt idx="2368">
                  <c:v>1.672</c:v>
                </c:pt>
                <c:pt idx="2369">
                  <c:v>1.672</c:v>
                </c:pt>
                <c:pt idx="2370">
                  <c:v>1.673</c:v>
                </c:pt>
                <c:pt idx="2371">
                  <c:v>1.673</c:v>
                </c:pt>
                <c:pt idx="2372">
                  <c:v>1.674</c:v>
                </c:pt>
                <c:pt idx="2373">
                  <c:v>1.675</c:v>
                </c:pt>
                <c:pt idx="2374">
                  <c:v>1.676</c:v>
                </c:pt>
                <c:pt idx="2375">
                  <c:v>1.676</c:v>
                </c:pt>
                <c:pt idx="2376">
                  <c:v>1.676</c:v>
                </c:pt>
                <c:pt idx="2377">
                  <c:v>1.68</c:v>
                </c:pt>
                <c:pt idx="2378">
                  <c:v>1.681</c:v>
                </c:pt>
                <c:pt idx="2379">
                  <c:v>1.682</c:v>
                </c:pt>
                <c:pt idx="2380">
                  <c:v>1.684</c:v>
                </c:pt>
                <c:pt idx="2381">
                  <c:v>1.685</c:v>
                </c:pt>
                <c:pt idx="2382">
                  <c:v>1.687</c:v>
                </c:pt>
                <c:pt idx="2383">
                  <c:v>1.691</c:v>
                </c:pt>
                <c:pt idx="2384">
                  <c:v>1.693</c:v>
                </c:pt>
                <c:pt idx="2385">
                  <c:v>1.693</c:v>
                </c:pt>
                <c:pt idx="2386">
                  <c:v>1.694</c:v>
                </c:pt>
                <c:pt idx="2387">
                  <c:v>1.695</c:v>
                </c:pt>
                <c:pt idx="2388">
                  <c:v>1.696</c:v>
                </c:pt>
                <c:pt idx="2389">
                  <c:v>1.701</c:v>
                </c:pt>
                <c:pt idx="2390">
                  <c:v>1.706</c:v>
                </c:pt>
                <c:pt idx="2391">
                  <c:v>1.707</c:v>
                </c:pt>
                <c:pt idx="2392">
                  <c:v>1.708</c:v>
                </c:pt>
                <c:pt idx="2393">
                  <c:v>1.709</c:v>
                </c:pt>
                <c:pt idx="2394">
                  <c:v>1.709</c:v>
                </c:pt>
                <c:pt idx="2395">
                  <c:v>1.709</c:v>
                </c:pt>
                <c:pt idx="2396">
                  <c:v>1.71</c:v>
                </c:pt>
                <c:pt idx="2397">
                  <c:v>1.71</c:v>
                </c:pt>
                <c:pt idx="2398">
                  <c:v>1.713</c:v>
                </c:pt>
                <c:pt idx="2399">
                  <c:v>1.714</c:v>
                </c:pt>
                <c:pt idx="2400">
                  <c:v>1.714</c:v>
                </c:pt>
                <c:pt idx="2401">
                  <c:v>1.717</c:v>
                </c:pt>
                <c:pt idx="2402">
                  <c:v>1.721</c:v>
                </c:pt>
                <c:pt idx="2403">
                  <c:v>1.721</c:v>
                </c:pt>
                <c:pt idx="2404">
                  <c:v>1.721</c:v>
                </c:pt>
                <c:pt idx="2405">
                  <c:v>1.722</c:v>
                </c:pt>
                <c:pt idx="2406">
                  <c:v>1.723</c:v>
                </c:pt>
                <c:pt idx="2407">
                  <c:v>1.729</c:v>
                </c:pt>
                <c:pt idx="2408">
                  <c:v>1.729</c:v>
                </c:pt>
                <c:pt idx="2409">
                  <c:v>1.729</c:v>
                </c:pt>
                <c:pt idx="2410">
                  <c:v>1.731</c:v>
                </c:pt>
                <c:pt idx="2411">
                  <c:v>1.735</c:v>
                </c:pt>
                <c:pt idx="2412">
                  <c:v>1.736</c:v>
                </c:pt>
                <c:pt idx="2413">
                  <c:v>1.736</c:v>
                </c:pt>
                <c:pt idx="2414">
                  <c:v>1.738</c:v>
                </c:pt>
                <c:pt idx="2415">
                  <c:v>1.739</c:v>
                </c:pt>
                <c:pt idx="2416">
                  <c:v>1.742</c:v>
                </c:pt>
                <c:pt idx="2417">
                  <c:v>1.743</c:v>
                </c:pt>
                <c:pt idx="2418">
                  <c:v>1.745</c:v>
                </c:pt>
                <c:pt idx="2419">
                  <c:v>1.746</c:v>
                </c:pt>
                <c:pt idx="2420">
                  <c:v>1.747</c:v>
                </c:pt>
                <c:pt idx="2421">
                  <c:v>1.749</c:v>
                </c:pt>
                <c:pt idx="2422">
                  <c:v>1.75</c:v>
                </c:pt>
                <c:pt idx="2423">
                  <c:v>1.75</c:v>
                </c:pt>
                <c:pt idx="2424">
                  <c:v>1.751</c:v>
                </c:pt>
                <c:pt idx="2425">
                  <c:v>1.752</c:v>
                </c:pt>
                <c:pt idx="2426">
                  <c:v>1.753</c:v>
                </c:pt>
                <c:pt idx="2427">
                  <c:v>1.753</c:v>
                </c:pt>
                <c:pt idx="2428">
                  <c:v>1.764</c:v>
                </c:pt>
                <c:pt idx="2429">
                  <c:v>1.768</c:v>
                </c:pt>
                <c:pt idx="2430">
                  <c:v>1.773</c:v>
                </c:pt>
                <c:pt idx="2431">
                  <c:v>1.774</c:v>
                </c:pt>
                <c:pt idx="2432">
                  <c:v>1.775</c:v>
                </c:pt>
                <c:pt idx="2433">
                  <c:v>1.776</c:v>
                </c:pt>
                <c:pt idx="2434">
                  <c:v>1.777</c:v>
                </c:pt>
                <c:pt idx="2435">
                  <c:v>1.778</c:v>
                </c:pt>
                <c:pt idx="2436">
                  <c:v>1.779</c:v>
                </c:pt>
                <c:pt idx="2437">
                  <c:v>1.784</c:v>
                </c:pt>
                <c:pt idx="2438">
                  <c:v>1.785</c:v>
                </c:pt>
                <c:pt idx="2439">
                  <c:v>1.789</c:v>
                </c:pt>
                <c:pt idx="2440">
                  <c:v>1.79</c:v>
                </c:pt>
                <c:pt idx="2441">
                  <c:v>1.793</c:v>
                </c:pt>
                <c:pt idx="2442">
                  <c:v>1.798</c:v>
                </c:pt>
                <c:pt idx="2443">
                  <c:v>1.798</c:v>
                </c:pt>
                <c:pt idx="2444">
                  <c:v>1.799</c:v>
                </c:pt>
                <c:pt idx="2445">
                  <c:v>1.799</c:v>
                </c:pt>
                <c:pt idx="2446">
                  <c:v>1.802</c:v>
                </c:pt>
                <c:pt idx="2447">
                  <c:v>1.806</c:v>
                </c:pt>
                <c:pt idx="2448">
                  <c:v>1.817</c:v>
                </c:pt>
                <c:pt idx="2449">
                  <c:v>1.817</c:v>
                </c:pt>
                <c:pt idx="2450">
                  <c:v>1.817</c:v>
                </c:pt>
                <c:pt idx="2451">
                  <c:v>1.82</c:v>
                </c:pt>
                <c:pt idx="2452">
                  <c:v>1.821</c:v>
                </c:pt>
                <c:pt idx="2453">
                  <c:v>1.822</c:v>
                </c:pt>
                <c:pt idx="2454">
                  <c:v>1.822</c:v>
                </c:pt>
                <c:pt idx="2455">
                  <c:v>1.824</c:v>
                </c:pt>
                <c:pt idx="2456">
                  <c:v>1.827</c:v>
                </c:pt>
                <c:pt idx="2457">
                  <c:v>1.838</c:v>
                </c:pt>
                <c:pt idx="2458">
                  <c:v>1.839</c:v>
                </c:pt>
                <c:pt idx="2459">
                  <c:v>1.849</c:v>
                </c:pt>
                <c:pt idx="2460">
                  <c:v>1.884</c:v>
                </c:pt>
                <c:pt idx="2461">
                  <c:v>1.885</c:v>
                </c:pt>
                <c:pt idx="2462">
                  <c:v>1.886</c:v>
                </c:pt>
                <c:pt idx="2463">
                  <c:v>1.889</c:v>
                </c:pt>
                <c:pt idx="2464">
                  <c:v>1.89</c:v>
                </c:pt>
                <c:pt idx="2465">
                  <c:v>1.909</c:v>
                </c:pt>
                <c:pt idx="2466">
                  <c:v>1.909</c:v>
                </c:pt>
                <c:pt idx="2467">
                  <c:v>1.91</c:v>
                </c:pt>
                <c:pt idx="2468">
                  <c:v>1.911</c:v>
                </c:pt>
                <c:pt idx="2469">
                  <c:v>1.912</c:v>
                </c:pt>
                <c:pt idx="2470">
                  <c:v>1.915</c:v>
                </c:pt>
                <c:pt idx="2471">
                  <c:v>1.915</c:v>
                </c:pt>
                <c:pt idx="2472">
                  <c:v>1.915</c:v>
                </c:pt>
                <c:pt idx="2473">
                  <c:v>1.917</c:v>
                </c:pt>
                <c:pt idx="2474">
                  <c:v>1.924</c:v>
                </c:pt>
                <c:pt idx="2475">
                  <c:v>1.926</c:v>
                </c:pt>
                <c:pt idx="2476">
                  <c:v>1.927</c:v>
                </c:pt>
                <c:pt idx="2477">
                  <c:v>1.928</c:v>
                </c:pt>
                <c:pt idx="2478">
                  <c:v>1.929</c:v>
                </c:pt>
                <c:pt idx="2479">
                  <c:v>1.931</c:v>
                </c:pt>
                <c:pt idx="2480">
                  <c:v>1.932</c:v>
                </c:pt>
                <c:pt idx="2481">
                  <c:v>1.933</c:v>
                </c:pt>
                <c:pt idx="2482">
                  <c:v>1.933</c:v>
                </c:pt>
                <c:pt idx="2483">
                  <c:v>1.935</c:v>
                </c:pt>
                <c:pt idx="2484">
                  <c:v>1.939</c:v>
                </c:pt>
                <c:pt idx="2485">
                  <c:v>1.94</c:v>
                </c:pt>
                <c:pt idx="2486">
                  <c:v>1.942</c:v>
                </c:pt>
                <c:pt idx="2487">
                  <c:v>1.944</c:v>
                </c:pt>
                <c:pt idx="2488">
                  <c:v>1.946</c:v>
                </c:pt>
                <c:pt idx="2489">
                  <c:v>1.956</c:v>
                </c:pt>
                <c:pt idx="2490">
                  <c:v>1.959</c:v>
                </c:pt>
                <c:pt idx="2491">
                  <c:v>1.961</c:v>
                </c:pt>
                <c:pt idx="2492">
                  <c:v>1.962</c:v>
                </c:pt>
                <c:pt idx="2493">
                  <c:v>1.964</c:v>
                </c:pt>
                <c:pt idx="2494">
                  <c:v>1.966</c:v>
                </c:pt>
                <c:pt idx="2495">
                  <c:v>1.967</c:v>
                </c:pt>
                <c:pt idx="2496">
                  <c:v>1.967</c:v>
                </c:pt>
                <c:pt idx="2497">
                  <c:v>1.974</c:v>
                </c:pt>
                <c:pt idx="2498">
                  <c:v>1.983</c:v>
                </c:pt>
                <c:pt idx="2499">
                  <c:v>1.986</c:v>
                </c:pt>
                <c:pt idx="2500">
                  <c:v>1.997</c:v>
                </c:pt>
                <c:pt idx="2501">
                  <c:v>1.998</c:v>
                </c:pt>
                <c:pt idx="2502">
                  <c:v>2.001</c:v>
                </c:pt>
                <c:pt idx="2503">
                  <c:v>2.004</c:v>
                </c:pt>
                <c:pt idx="2504">
                  <c:v>2.005</c:v>
                </c:pt>
                <c:pt idx="2505">
                  <c:v>2.019</c:v>
                </c:pt>
                <c:pt idx="2506">
                  <c:v>2.022</c:v>
                </c:pt>
                <c:pt idx="2507">
                  <c:v>2.022</c:v>
                </c:pt>
                <c:pt idx="2508">
                  <c:v>2.023</c:v>
                </c:pt>
                <c:pt idx="2509">
                  <c:v>2.024</c:v>
                </c:pt>
                <c:pt idx="2510">
                  <c:v>2.025</c:v>
                </c:pt>
                <c:pt idx="2511">
                  <c:v>2.026</c:v>
                </c:pt>
                <c:pt idx="2512">
                  <c:v>2.03</c:v>
                </c:pt>
                <c:pt idx="2513">
                  <c:v>2.036</c:v>
                </c:pt>
                <c:pt idx="2514">
                  <c:v>2.04</c:v>
                </c:pt>
                <c:pt idx="2515">
                  <c:v>2.043</c:v>
                </c:pt>
                <c:pt idx="2516">
                  <c:v>2.045</c:v>
                </c:pt>
                <c:pt idx="2517">
                  <c:v>2.05</c:v>
                </c:pt>
                <c:pt idx="2518">
                  <c:v>2.063</c:v>
                </c:pt>
                <c:pt idx="2519">
                  <c:v>2.066</c:v>
                </c:pt>
                <c:pt idx="2520">
                  <c:v>2.068</c:v>
                </c:pt>
                <c:pt idx="2521">
                  <c:v>2.073</c:v>
                </c:pt>
                <c:pt idx="2522">
                  <c:v>2.088</c:v>
                </c:pt>
                <c:pt idx="2523">
                  <c:v>2.088</c:v>
                </c:pt>
                <c:pt idx="2524">
                  <c:v>2.089</c:v>
                </c:pt>
                <c:pt idx="2525">
                  <c:v>2.095</c:v>
                </c:pt>
                <c:pt idx="2526">
                  <c:v>2.096</c:v>
                </c:pt>
                <c:pt idx="2527">
                  <c:v>2.096</c:v>
                </c:pt>
                <c:pt idx="2528">
                  <c:v>2.097</c:v>
                </c:pt>
                <c:pt idx="2529">
                  <c:v>2.098</c:v>
                </c:pt>
                <c:pt idx="2530">
                  <c:v>2.124</c:v>
                </c:pt>
                <c:pt idx="2531">
                  <c:v>2.125</c:v>
                </c:pt>
                <c:pt idx="2532">
                  <c:v>2.128</c:v>
                </c:pt>
                <c:pt idx="2533">
                  <c:v>2.134</c:v>
                </c:pt>
                <c:pt idx="2534">
                  <c:v>2.14</c:v>
                </c:pt>
                <c:pt idx="2535">
                  <c:v>2.143</c:v>
                </c:pt>
                <c:pt idx="2536">
                  <c:v>2.147</c:v>
                </c:pt>
                <c:pt idx="2537">
                  <c:v>2.154</c:v>
                </c:pt>
                <c:pt idx="2538">
                  <c:v>2.16</c:v>
                </c:pt>
                <c:pt idx="2539">
                  <c:v>2.165</c:v>
                </c:pt>
                <c:pt idx="2540">
                  <c:v>2.172</c:v>
                </c:pt>
                <c:pt idx="2541">
                  <c:v>2.181</c:v>
                </c:pt>
                <c:pt idx="2542">
                  <c:v>2.187</c:v>
                </c:pt>
                <c:pt idx="2543">
                  <c:v>2.201</c:v>
                </c:pt>
                <c:pt idx="2544">
                  <c:v>2.204</c:v>
                </c:pt>
                <c:pt idx="2545">
                  <c:v>2.208</c:v>
                </c:pt>
                <c:pt idx="2546">
                  <c:v>2.208</c:v>
                </c:pt>
                <c:pt idx="2547">
                  <c:v>2.214</c:v>
                </c:pt>
                <c:pt idx="2548">
                  <c:v>2.227</c:v>
                </c:pt>
                <c:pt idx="2549">
                  <c:v>2.237</c:v>
                </c:pt>
                <c:pt idx="2550">
                  <c:v>2.242</c:v>
                </c:pt>
                <c:pt idx="2551">
                  <c:v>2.243</c:v>
                </c:pt>
                <c:pt idx="2552">
                  <c:v>2.243</c:v>
                </c:pt>
                <c:pt idx="2553">
                  <c:v>2.25</c:v>
                </c:pt>
                <c:pt idx="2554">
                  <c:v>2.251</c:v>
                </c:pt>
                <c:pt idx="2555">
                  <c:v>2.257</c:v>
                </c:pt>
                <c:pt idx="2556">
                  <c:v>2.265</c:v>
                </c:pt>
                <c:pt idx="2557">
                  <c:v>2.267</c:v>
                </c:pt>
                <c:pt idx="2558">
                  <c:v>2.274</c:v>
                </c:pt>
                <c:pt idx="2559">
                  <c:v>2.293</c:v>
                </c:pt>
                <c:pt idx="2560">
                  <c:v>2.297</c:v>
                </c:pt>
                <c:pt idx="2561">
                  <c:v>2.298</c:v>
                </c:pt>
                <c:pt idx="2562">
                  <c:v>2.298</c:v>
                </c:pt>
                <c:pt idx="2563">
                  <c:v>2.3</c:v>
                </c:pt>
                <c:pt idx="2564">
                  <c:v>2.303</c:v>
                </c:pt>
                <c:pt idx="2565">
                  <c:v>2.316</c:v>
                </c:pt>
                <c:pt idx="2566">
                  <c:v>2.317</c:v>
                </c:pt>
                <c:pt idx="2567">
                  <c:v>2.324</c:v>
                </c:pt>
                <c:pt idx="2568">
                  <c:v>2.329</c:v>
                </c:pt>
                <c:pt idx="2569">
                  <c:v>2.332</c:v>
                </c:pt>
                <c:pt idx="2570">
                  <c:v>2.353</c:v>
                </c:pt>
                <c:pt idx="2571">
                  <c:v>2.366</c:v>
                </c:pt>
                <c:pt idx="2572">
                  <c:v>2.385</c:v>
                </c:pt>
                <c:pt idx="2573">
                  <c:v>2.393</c:v>
                </c:pt>
                <c:pt idx="2574">
                  <c:v>2.414</c:v>
                </c:pt>
                <c:pt idx="2575">
                  <c:v>2.427</c:v>
                </c:pt>
                <c:pt idx="2576">
                  <c:v>2.434</c:v>
                </c:pt>
                <c:pt idx="2577">
                  <c:v>2.445</c:v>
                </c:pt>
                <c:pt idx="2578">
                  <c:v>2.462</c:v>
                </c:pt>
                <c:pt idx="2579">
                  <c:v>2.519</c:v>
                </c:pt>
                <c:pt idx="2580">
                  <c:v>2.562</c:v>
                </c:pt>
                <c:pt idx="2581">
                  <c:v>2.574</c:v>
                </c:pt>
                <c:pt idx="2582">
                  <c:v>2.587</c:v>
                </c:pt>
                <c:pt idx="2583">
                  <c:v>2.629</c:v>
                </c:pt>
                <c:pt idx="2584">
                  <c:v>2.672</c:v>
                </c:pt>
                <c:pt idx="2585">
                  <c:v>2.708</c:v>
                </c:pt>
                <c:pt idx="2586">
                  <c:v>2.804</c:v>
                </c:pt>
              </c:numCache>
            </c:numRef>
          </c:xVal>
          <c:yVal>
            <c:numRef>
              <c:f>Sheet1!$B$2:$B$2588</c:f>
              <c:numCache>
                <c:formatCode>General</c:formatCode>
                <c:ptCount val="2587"/>
                <c:pt idx="0">
                  <c:v>0.61</c:v>
                </c:pt>
                <c:pt idx="1">
                  <c:v>0.64</c:v>
                </c:pt>
                <c:pt idx="2">
                  <c:v>1.534</c:v>
                </c:pt>
                <c:pt idx="3">
                  <c:v>1.079</c:v>
                </c:pt>
                <c:pt idx="4">
                  <c:v>1.059</c:v>
                </c:pt>
                <c:pt idx="5">
                  <c:v>1.51</c:v>
                </c:pt>
                <c:pt idx="6">
                  <c:v>1.11</c:v>
                </c:pt>
                <c:pt idx="7">
                  <c:v>0.736</c:v>
                </c:pt>
                <c:pt idx="8">
                  <c:v>1.62</c:v>
                </c:pt>
                <c:pt idx="9">
                  <c:v>1.2</c:v>
                </c:pt>
                <c:pt idx="10">
                  <c:v>1.201</c:v>
                </c:pt>
                <c:pt idx="11">
                  <c:v>0.935</c:v>
                </c:pt>
                <c:pt idx="12">
                  <c:v>1.69</c:v>
                </c:pt>
                <c:pt idx="13">
                  <c:v>1.25</c:v>
                </c:pt>
                <c:pt idx="14">
                  <c:v>2.3</c:v>
                </c:pt>
                <c:pt idx="15">
                  <c:v>1.17</c:v>
                </c:pt>
                <c:pt idx="16">
                  <c:v>0.51</c:v>
                </c:pt>
                <c:pt idx="17">
                  <c:v>1.464</c:v>
                </c:pt>
                <c:pt idx="18">
                  <c:v>1.397</c:v>
                </c:pt>
                <c:pt idx="19">
                  <c:v>0.94</c:v>
                </c:pt>
                <c:pt idx="20">
                  <c:v>1.286</c:v>
                </c:pt>
                <c:pt idx="21">
                  <c:v>1.1</c:v>
                </c:pt>
                <c:pt idx="22">
                  <c:v>1.418</c:v>
                </c:pt>
                <c:pt idx="23">
                  <c:v>1.28</c:v>
                </c:pt>
                <c:pt idx="24">
                  <c:v>0.89</c:v>
                </c:pt>
                <c:pt idx="25">
                  <c:v>1.193</c:v>
                </c:pt>
                <c:pt idx="26">
                  <c:v>1.53</c:v>
                </c:pt>
                <c:pt idx="27">
                  <c:v>0.79</c:v>
                </c:pt>
                <c:pt idx="28">
                  <c:v>1.166</c:v>
                </c:pt>
                <c:pt idx="29">
                  <c:v>1.497</c:v>
                </c:pt>
                <c:pt idx="30">
                  <c:v>1.51</c:v>
                </c:pt>
                <c:pt idx="31">
                  <c:v>1.56</c:v>
                </c:pt>
                <c:pt idx="32">
                  <c:v>1.34</c:v>
                </c:pt>
                <c:pt idx="33">
                  <c:v>1.606</c:v>
                </c:pt>
                <c:pt idx="34">
                  <c:v>1.24</c:v>
                </c:pt>
                <c:pt idx="35">
                  <c:v>1.54</c:v>
                </c:pt>
                <c:pt idx="36">
                  <c:v>1</c:v>
                </c:pt>
                <c:pt idx="37">
                  <c:v>1.06</c:v>
                </c:pt>
                <c:pt idx="38">
                  <c:v>1.791</c:v>
                </c:pt>
                <c:pt idx="39">
                  <c:v>1.76</c:v>
                </c:pt>
                <c:pt idx="40">
                  <c:v>1.46</c:v>
                </c:pt>
                <c:pt idx="41">
                  <c:v>1.53</c:v>
                </c:pt>
                <c:pt idx="42">
                  <c:v>1.29</c:v>
                </c:pt>
                <c:pt idx="43">
                  <c:v>0.87</c:v>
                </c:pt>
                <c:pt idx="44">
                  <c:v>1.56</c:v>
                </c:pt>
                <c:pt idx="45">
                  <c:v>1.43</c:v>
                </c:pt>
                <c:pt idx="46">
                  <c:v>1.21</c:v>
                </c:pt>
                <c:pt idx="47">
                  <c:v>1.421</c:v>
                </c:pt>
                <c:pt idx="48">
                  <c:v>1.19</c:v>
                </c:pt>
                <c:pt idx="49">
                  <c:v>1.332</c:v>
                </c:pt>
                <c:pt idx="50">
                  <c:v>1.579</c:v>
                </c:pt>
                <c:pt idx="51">
                  <c:v>1.65</c:v>
                </c:pt>
                <c:pt idx="52">
                  <c:v>0.89</c:v>
                </c:pt>
                <c:pt idx="53">
                  <c:v>1.44</c:v>
                </c:pt>
                <c:pt idx="54">
                  <c:v>0.51</c:v>
                </c:pt>
                <c:pt idx="55">
                  <c:v>1.41</c:v>
                </c:pt>
                <c:pt idx="56">
                  <c:v>1.4</c:v>
                </c:pt>
                <c:pt idx="57">
                  <c:v>0.82</c:v>
                </c:pt>
                <c:pt idx="58">
                  <c:v>0.61</c:v>
                </c:pt>
                <c:pt idx="59">
                  <c:v>1.6</c:v>
                </c:pt>
                <c:pt idx="60">
                  <c:v>0.977</c:v>
                </c:pt>
                <c:pt idx="61">
                  <c:v>1.613</c:v>
                </c:pt>
                <c:pt idx="62">
                  <c:v>1.5</c:v>
                </c:pt>
                <c:pt idx="63">
                  <c:v>1.3</c:v>
                </c:pt>
                <c:pt idx="64">
                  <c:v>1.875</c:v>
                </c:pt>
                <c:pt idx="65">
                  <c:v>1.25</c:v>
                </c:pt>
                <c:pt idx="66">
                  <c:v>0.82</c:v>
                </c:pt>
                <c:pt idx="67">
                  <c:v>0.8</c:v>
                </c:pt>
                <c:pt idx="68">
                  <c:v>0.99</c:v>
                </c:pt>
                <c:pt idx="69">
                  <c:v>0.86</c:v>
                </c:pt>
                <c:pt idx="70">
                  <c:v>1.21</c:v>
                </c:pt>
                <c:pt idx="71">
                  <c:v>1.04</c:v>
                </c:pt>
                <c:pt idx="72">
                  <c:v>3.64</c:v>
                </c:pt>
                <c:pt idx="73">
                  <c:v>1.22</c:v>
                </c:pt>
                <c:pt idx="74">
                  <c:v>1.325</c:v>
                </c:pt>
                <c:pt idx="75">
                  <c:v>0.89</c:v>
                </c:pt>
                <c:pt idx="76">
                  <c:v>1.2</c:v>
                </c:pt>
                <c:pt idx="77">
                  <c:v>3.2</c:v>
                </c:pt>
                <c:pt idx="78">
                  <c:v>1.68</c:v>
                </c:pt>
                <c:pt idx="79">
                  <c:v>1.05</c:v>
                </c:pt>
                <c:pt idx="80">
                  <c:v>1.83</c:v>
                </c:pt>
                <c:pt idx="81">
                  <c:v>0.76</c:v>
                </c:pt>
                <c:pt idx="82">
                  <c:v>1.1</c:v>
                </c:pt>
                <c:pt idx="83">
                  <c:v>1.19</c:v>
                </c:pt>
                <c:pt idx="84">
                  <c:v>1.47</c:v>
                </c:pt>
                <c:pt idx="85">
                  <c:v>1.38</c:v>
                </c:pt>
                <c:pt idx="86">
                  <c:v>1.8</c:v>
                </c:pt>
                <c:pt idx="87">
                  <c:v>0.84</c:v>
                </c:pt>
                <c:pt idx="88">
                  <c:v>1.681</c:v>
                </c:pt>
                <c:pt idx="89">
                  <c:v>1.03</c:v>
                </c:pt>
                <c:pt idx="90">
                  <c:v>0.685</c:v>
                </c:pt>
                <c:pt idx="91">
                  <c:v>1.7</c:v>
                </c:pt>
                <c:pt idx="92">
                  <c:v>1.565</c:v>
                </c:pt>
                <c:pt idx="93">
                  <c:v>1.3</c:v>
                </c:pt>
                <c:pt idx="94">
                  <c:v>3.82</c:v>
                </c:pt>
                <c:pt idx="95">
                  <c:v>1.27</c:v>
                </c:pt>
                <c:pt idx="96">
                  <c:v>0.78</c:v>
                </c:pt>
                <c:pt idx="97">
                  <c:v>1.528</c:v>
                </c:pt>
                <c:pt idx="98">
                  <c:v>0.65</c:v>
                </c:pt>
                <c:pt idx="99">
                  <c:v>1.11</c:v>
                </c:pt>
                <c:pt idx="100">
                  <c:v>1.72</c:v>
                </c:pt>
                <c:pt idx="101">
                  <c:v>1.331</c:v>
                </c:pt>
                <c:pt idx="102">
                  <c:v>2.04</c:v>
                </c:pt>
                <c:pt idx="103">
                  <c:v>1.28</c:v>
                </c:pt>
                <c:pt idx="104">
                  <c:v>1.52</c:v>
                </c:pt>
                <c:pt idx="105">
                  <c:v>1.46</c:v>
                </c:pt>
                <c:pt idx="106">
                  <c:v>0.92</c:v>
                </c:pt>
                <c:pt idx="107">
                  <c:v>1.693</c:v>
                </c:pt>
                <c:pt idx="108">
                  <c:v>1.42</c:v>
                </c:pt>
                <c:pt idx="109">
                  <c:v>1.58</c:v>
                </c:pt>
                <c:pt idx="110">
                  <c:v>0.7</c:v>
                </c:pt>
                <c:pt idx="111">
                  <c:v>1.212</c:v>
                </c:pt>
                <c:pt idx="112">
                  <c:v>1.67</c:v>
                </c:pt>
                <c:pt idx="113">
                  <c:v>1.473</c:v>
                </c:pt>
                <c:pt idx="114">
                  <c:v>1.61</c:v>
                </c:pt>
                <c:pt idx="115">
                  <c:v>1.18</c:v>
                </c:pt>
                <c:pt idx="116">
                  <c:v>1.1</c:v>
                </c:pt>
                <c:pt idx="117">
                  <c:v>0.72</c:v>
                </c:pt>
                <c:pt idx="118">
                  <c:v>1.19</c:v>
                </c:pt>
                <c:pt idx="119">
                  <c:v>0.86</c:v>
                </c:pt>
                <c:pt idx="120">
                  <c:v>1.21</c:v>
                </c:pt>
                <c:pt idx="121">
                  <c:v>1.759</c:v>
                </c:pt>
                <c:pt idx="122">
                  <c:v>1.376</c:v>
                </c:pt>
                <c:pt idx="123">
                  <c:v>2</c:v>
                </c:pt>
                <c:pt idx="124">
                  <c:v>1.71</c:v>
                </c:pt>
                <c:pt idx="125">
                  <c:v>1.745</c:v>
                </c:pt>
                <c:pt idx="126">
                  <c:v>1.841</c:v>
                </c:pt>
                <c:pt idx="127">
                  <c:v>1.47</c:v>
                </c:pt>
                <c:pt idx="128">
                  <c:v>1.27</c:v>
                </c:pt>
                <c:pt idx="129">
                  <c:v>1.32</c:v>
                </c:pt>
                <c:pt idx="130">
                  <c:v>1.504</c:v>
                </c:pt>
                <c:pt idx="131">
                  <c:v>1.924</c:v>
                </c:pt>
                <c:pt idx="132">
                  <c:v>1.4</c:v>
                </c:pt>
                <c:pt idx="133">
                  <c:v>1.28</c:v>
                </c:pt>
                <c:pt idx="134">
                  <c:v>1.31</c:v>
                </c:pt>
                <c:pt idx="135">
                  <c:v>1.62</c:v>
                </c:pt>
                <c:pt idx="136">
                  <c:v>1.41</c:v>
                </c:pt>
                <c:pt idx="137">
                  <c:v>1.04</c:v>
                </c:pt>
                <c:pt idx="138">
                  <c:v>1.35</c:v>
                </c:pt>
                <c:pt idx="139">
                  <c:v>0.615</c:v>
                </c:pt>
                <c:pt idx="140">
                  <c:v>1.69</c:v>
                </c:pt>
                <c:pt idx="141">
                  <c:v>1.06</c:v>
                </c:pt>
                <c:pt idx="142">
                  <c:v>1.33</c:v>
                </c:pt>
                <c:pt idx="143">
                  <c:v>1.6</c:v>
                </c:pt>
                <c:pt idx="144">
                  <c:v>3.51</c:v>
                </c:pt>
                <c:pt idx="145">
                  <c:v>1.22</c:v>
                </c:pt>
                <c:pt idx="146">
                  <c:v>1.264</c:v>
                </c:pt>
                <c:pt idx="147">
                  <c:v>1.69</c:v>
                </c:pt>
                <c:pt idx="148">
                  <c:v>1.44</c:v>
                </c:pt>
                <c:pt idx="149">
                  <c:v>3.101</c:v>
                </c:pt>
                <c:pt idx="150">
                  <c:v>1.64</c:v>
                </c:pt>
                <c:pt idx="151">
                  <c:v>1.6</c:v>
                </c:pt>
                <c:pt idx="152">
                  <c:v>1.12</c:v>
                </c:pt>
                <c:pt idx="153">
                  <c:v>0.87</c:v>
                </c:pt>
                <c:pt idx="154">
                  <c:v>0.903</c:v>
                </c:pt>
                <c:pt idx="155">
                  <c:v>2.81</c:v>
                </c:pt>
                <c:pt idx="156">
                  <c:v>3.46</c:v>
                </c:pt>
                <c:pt idx="157">
                  <c:v>2.28</c:v>
                </c:pt>
                <c:pt idx="158">
                  <c:v>3.12</c:v>
                </c:pt>
                <c:pt idx="159">
                  <c:v>1.76</c:v>
                </c:pt>
                <c:pt idx="160">
                  <c:v>1.559</c:v>
                </c:pt>
                <c:pt idx="161">
                  <c:v>1.63</c:v>
                </c:pt>
                <c:pt idx="162">
                  <c:v>1.46</c:v>
                </c:pt>
                <c:pt idx="163">
                  <c:v>2.03</c:v>
                </c:pt>
                <c:pt idx="164">
                  <c:v>1.8</c:v>
                </c:pt>
                <c:pt idx="165">
                  <c:v>1.53</c:v>
                </c:pt>
                <c:pt idx="166">
                  <c:v>3.18</c:v>
                </c:pt>
                <c:pt idx="167">
                  <c:v>1.22</c:v>
                </c:pt>
                <c:pt idx="168">
                  <c:v>0.71</c:v>
                </c:pt>
                <c:pt idx="169">
                  <c:v>3.02</c:v>
                </c:pt>
                <c:pt idx="170">
                  <c:v>1.18</c:v>
                </c:pt>
                <c:pt idx="171">
                  <c:v>2.926</c:v>
                </c:pt>
                <c:pt idx="172">
                  <c:v>1.63</c:v>
                </c:pt>
                <c:pt idx="173">
                  <c:v>1.46</c:v>
                </c:pt>
                <c:pt idx="174">
                  <c:v>1.1</c:v>
                </c:pt>
                <c:pt idx="175">
                  <c:v>1.43</c:v>
                </c:pt>
                <c:pt idx="176">
                  <c:v>2.219</c:v>
                </c:pt>
                <c:pt idx="177">
                  <c:v>1.09</c:v>
                </c:pt>
                <c:pt idx="178">
                  <c:v>1.46</c:v>
                </c:pt>
                <c:pt idx="179">
                  <c:v>1.18</c:v>
                </c:pt>
                <c:pt idx="180">
                  <c:v>1.95</c:v>
                </c:pt>
                <c:pt idx="181">
                  <c:v>1.04</c:v>
                </c:pt>
                <c:pt idx="182">
                  <c:v>1.199</c:v>
                </c:pt>
                <c:pt idx="183">
                  <c:v>1.289</c:v>
                </c:pt>
                <c:pt idx="184">
                  <c:v>1.2</c:v>
                </c:pt>
                <c:pt idx="185">
                  <c:v>1.2</c:v>
                </c:pt>
                <c:pt idx="186">
                  <c:v>2.63</c:v>
                </c:pt>
                <c:pt idx="187">
                  <c:v>1.116</c:v>
                </c:pt>
                <c:pt idx="188">
                  <c:v>1.42</c:v>
                </c:pt>
                <c:pt idx="189">
                  <c:v>2.378</c:v>
                </c:pt>
                <c:pt idx="190">
                  <c:v>0.96</c:v>
                </c:pt>
                <c:pt idx="191">
                  <c:v>1.19</c:v>
                </c:pt>
                <c:pt idx="192">
                  <c:v>1.99</c:v>
                </c:pt>
                <c:pt idx="193">
                  <c:v>1.98</c:v>
                </c:pt>
                <c:pt idx="194">
                  <c:v>1.38</c:v>
                </c:pt>
                <c:pt idx="195">
                  <c:v>1.12</c:v>
                </c:pt>
                <c:pt idx="196">
                  <c:v>2.018</c:v>
                </c:pt>
                <c:pt idx="197">
                  <c:v>1.73</c:v>
                </c:pt>
                <c:pt idx="198">
                  <c:v>1.5</c:v>
                </c:pt>
                <c:pt idx="199">
                  <c:v>0.92</c:v>
                </c:pt>
                <c:pt idx="200">
                  <c:v>2.733</c:v>
                </c:pt>
                <c:pt idx="201">
                  <c:v>0.96</c:v>
                </c:pt>
                <c:pt idx="202">
                  <c:v>1.64</c:v>
                </c:pt>
                <c:pt idx="203">
                  <c:v>0.83</c:v>
                </c:pt>
                <c:pt idx="204">
                  <c:v>1.57</c:v>
                </c:pt>
                <c:pt idx="205">
                  <c:v>2</c:v>
                </c:pt>
                <c:pt idx="206">
                  <c:v>1.31</c:v>
                </c:pt>
                <c:pt idx="207">
                  <c:v>1.192</c:v>
                </c:pt>
                <c:pt idx="208">
                  <c:v>1.25</c:v>
                </c:pt>
                <c:pt idx="209">
                  <c:v>0.88</c:v>
                </c:pt>
                <c:pt idx="210">
                  <c:v>0.87</c:v>
                </c:pt>
                <c:pt idx="211">
                  <c:v>1.01</c:v>
                </c:pt>
                <c:pt idx="212">
                  <c:v>3.88</c:v>
                </c:pt>
                <c:pt idx="213">
                  <c:v>1.381</c:v>
                </c:pt>
                <c:pt idx="214">
                  <c:v>0.97</c:v>
                </c:pt>
                <c:pt idx="215">
                  <c:v>1.32</c:v>
                </c:pt>
                <c:pt idx="216">
                  <c:v>0.99</c:v>
                </c:pt>
                <c:pt idx="217">
                  <c:v>0.74</c:v>
                </c:pt>
                <c:pt idx="218">
                  <c:v>1.32</c:v>
                </c:pt>
                <c:pt idx="219">
                  <c:v>3.27</c:v>
                </c:pt>
                <c:pt idx="220">
                  <c:v>1.35</c:v>
                </c:pt>
                <c:pt idx="221">
                  <c:v>0.566</c:v>
                </c:pt>
                <c:pt idx="222">
                  <c:v>1.206</c:v>
                </c:pt>
                <c:pt idx="223">
                  <c:v>1.73</c:v>
                </c:pt>
                <c:pt idx="224">
                  <c:v>2.39</c:v>
                </c:pt>
                <c:pt idx="225">
                  <c:v>1.41</c:v>
                </c:pt>
                <c:pt idx="226">
                  <c:v>1.73</c:v>
                </c:pt>
                <c:pt idx="227">
                  <c:v>1.29</c:v>
                </c:pt>
                <c:pt idx="228">
                  <c:v>2.6</c:v>
                </c:pt>
                <c:pt idx="229">
                  <c:v>1.46</c:v>
                </c:pt>
                <c:pt idx="230">
                  <c:v>2.765</c:v>
                </c:pt>
                <c:pt idx="231">
                  <c:v>3.1</c:v>
                </c:pt>
                <c:pt idx="232">
                  <c:v>1.839</c:v>
                </c:pt>
                <c:pt idx="233">
                  <c:v>1.73</c:v>
                </c:pt>
                <c:pt idx="234">
                  <c:v>1.719</c:v>
                </c:pt>
                <c:pt idx="235">
                  <c:v>1.84</c:v>
                </c:pt>
                <c:pt idx="236">
                  <c:v>1.564</c:v>
                </c:pt>
                <c:pt idx="237">
                  <c:v>2.467</c:v>
                </c:pt>
                <c:pt idx="238">
                  <c:v>1.401</c:v>
                </c:pt>
                <c:pt idx="239">
                  <c:v>0.96</c:v>
                </c:pt>
                <c:pt idx="240">
                  <c:v>0.89</c:v>
                </c:pt>
                <c:pt idx="241">
                  <c:v>2.482</c:v>
                </c:pt>
                <c:pt idx="242">
                  <c:v>1.2</c:v>
                </c:pt>
                <c:pt idx="243">
                  <c:v>0.79</c:v>
                </c:pt>
                <c:pt idx="244">
                  <c:v>3.52</c:v>
                </c:pt>
                <c:pt idx="245">
                  <c:v>1.37</c:v>
                </c:pt>
                <c:pt idx="246">
                  <c:v>1.31</c:v>
                </c:pt>
                <c:pt idx="247">
                  <c:v>3.662</c:v>
                </c:pt>
                <c:pt idx="248">
                  <c:v>2.36</c:v>
                </c:pt>
                <c:pt idx="249">
                  <c:v>0.89</c:v>
                </c:pt>
                <c:pt idx="250">
                  <c:v>1.242</c:v>
                </c:pt>
                <c:pt idx="251">
                  <c:v>2.18</c:v>
                </c:pt>
                <c:pt idx="252">
                  <c:v>2.9</c:v>
                </c:pt>
                <c:pt idx="253">
                  <c:v>1.48</c:v>
                </c:pt>
                <c:pt idx="254">
                  <c:v>1.79</c:v>
                </c:pt>
                <c:pt idx="255">
                  <c:v>1.86</c:v>
                </c:pt>
                <c:pt idx="256">
                  <c:v>2.62</c:v>
                </c:pt>
                <c:pt idx="257">
                  <c:v>0.64</c:v>
                </c:pt>
                <c:pt idx="258">
                  <c:v>1.56</c:v>
                </c:pt>
                <c:pt idx="259">
                  <c:v>1.99</c:v>
                </c:pt>
                <c:pt idx="260">
                  <c:v>3.968</c:v>
                </c:pt>
                <c:pt idx="261">
                  <c:v>1.02</c:v>
                </c:pt>
                <c:pt idx="262">
                  <c:v>0.991</c:v>
                </c:pt>
                <c:pt idx="263">
                  <c:v>1.25</c:v>
                </c:pt>
                <c:pt idx="264">
                  <c:v>1.99</c:v>
                </c:pt>
                <c:pt idx="265">
                  <c:v>0.76</c:v>
                </c:pt>
                <c:pt idx="266">
                  <c:v>1.13</c:v>
                </c:pt>
                <c:pt idx="267">
                  <c:v>0.908</c:v>
                </c:pt>
                <c:pt idx="268">
                  <c:v>1.11</c:v>
                </c:pt>
                <c:pt idx="269">
                  <c:v>2.59</c:v>
                </c:pt>
                <c:pt idx="270">
                  <c:v>2.88</c:v>
                </c:pt>
                <c:pt idx="271">
                  <c:v>0.869</c:v>
                </c:pt>
                <c:pt idx="272">
                  <c:v>2.679</c:v>
                </c:pt>
                <c:pt idx="273">
                  <c:v>0.52</c:v>
                </c:pt>
                <c:pt idx="274">
                  <c:v>2.79</c:v>
                </c:pt>
                <c:pt idx="275">
                  <c:v>2.706</c:v>
                </c:pt>
                <c:pt idx="276">
                  <c:v>3.42</c:v>
                </c:pt>
                <c:pt idx="277">
                  <c:v>1.767</c:v>
                </c:pt>
                <c:pt idx="278">
                  <c:v>0.692</c:v>
                </c:pt>
                <c:pt idx="279">
                  <c:v>1.55</c:v>
                </c:pt>
                <c:pt idx="280">
                  <c:v>2.67</c:v>
                </c:pt>
                <c:pt idx="281">
                  <c:v>1.5</c:v>
                </c:pt>
                <c:pt idx="282">
                  <c:v>1.42</c:v>
                </c:pt>
                <c:pt idx="283">
                  <c:v>1.382</c:v>
                </c:pt>
                <c:pt idx="284">
                  <c:v>1.43</c:v>
                </c:pt>
                <c:pt idx="285">
                  <c:v>2.22</c:v>
                </c:pt>
                <c:pt idx="286">
                  <c:v>2.83</c:v>
                </c:pt>
                <c:pt idx="287">
                  <c:v>1.75</c:v>
                </c:pt>
                <c:pt idx="288">
                  <c:v>1.282</c:v>
                </c:pt>
                <c:pt idx="289">
                  <c:v>2.42</c:v>
                </c:pt>
                <c:pt idx="290">
                  <c:v>1.59</c:v>
                </c:pt>
                <c:pt idx="291">
                  <c:v>1.66</c:v>
                </c:pt>
                <c:pt idx="292">
                  <c:v>1.16</c:v>
                </c:pt>
                <c:pt idx="293">
                  <c:v>1.589</c:v>
                </c:pt>
                <c:pt idx="294">
                  <c:v>2.4</c:v>
                </c:pt>
                <c:pt idx="295">
                  <c:v>2.46</c:v>
                </c:pt>
                <c:pt idx="296">
                  <c:v>1.076</c:v>
                </c:pt>
                <c:pt idx="297">
                  <c:v>1.33</c:v>
                </c:pt>
                <c:pt idx="298">
                  <c:v>1.06</c:v>
                </c:pt>
                <c:pt idx="299">
                  <c:v>1.69</c:v>
                </c:pt>
                <c:pt idx="300">
                  <c:v>1.52</c:v>
                </c:pt>
                <c:pt idx="301">
                  <c:v>2.12</c:v>
                </c:pt>
                <c:pt idx="302">
                  <c:v>0.837</c:v>
                </c:pt>
                <c:pt idx="303">
                  <c:v>1</c:v>
                </c:pt>
                <c:pt idx="304">
                  <c:v>3.82</c:v>
                </c:pt>
                <c:pt idx="305">
                  <c:v>2.32</c:v>
                </c:pt>
                <c:pt idx="306">
                  <c:v>0.93</c:v>
                </c:pt>
                <c:pt idx="307">
                  <c:v>1</c:v>
                </c:pt>
                <c:pt idx="308">
                  <c:v>1.48</c:v>
                </c:pt>
                <c:pt idx="309">
                  <c:v>1.23</c:v>
                </c:pt>
                <c:pt idx="310">
                  <c:v>2.051</c:v>
                </c:pt>
                <c:pt idx="311">
                  <c:v>0.94</c:v>
                </c:pt>
                <c:pt idx="312">
                  <c:v>3.71</c:v>
                </c:pt>
                <c:pt idx="313">
                  <c:v>1.36</c:v>
                </c:pt>
                <c:pt idx="314">
                  <c:v>1.54</c:v>
                </c:pt>
                <c:pt idx="315">
                  <c:v>2.44</c:v>
                </c:pt>
                <c:pt idx="316">
                  <c:v>1.18</c:v>
                </c:pt>
                <c:pt idx="317">
                  <c:v>0.82</c:v>
                </c:pt>
                <c:pt idx="318">
                  <c:v>1.23</c:v>
                </c:pt>
                <c:pt idx="319">
                  <c:v>1.23</c:v>
                </c:pt>
                <c:pt idx="320">
                  <c:v>1.51</c:v>
                </c:pt>
                <c:pt idx="321">
                  <c:v>1.274</c:v>
                </c:pt>
                <c:pt idx="322">
                  <c:v>0.86</c:v>
                </c:pt>
                <c:pt idx="323">
                  <c:v>1.64</c:v>
                </c:pt>
                <c:pt idx="324">
                  <c:v>0.82</c:v>
                </c:pt>
                <c:pt idx="325">
                  <c:v>1.708</c:v>
                </c:pt>
                <c:pt idx="326">
                  <c:v>1.6</c:v>
                </c:pt>
                <c:pt idx="327">
                  <c:v>1.539</c:v>
                </c:pt>
                <c:pt idx="328">
                  <c:v>1.77</c:v>
                </c:pt>
                <c:pt idx="329">
                  <c:v>1.39</c:v>
                </c:pt>
                <c:pt idx="330">
                  <c:v>1.679</c:v>
                </c:pt>
                <c:pt idx="331">
                  <c:v>1.32</c:v>
                </c:pt>
                <c:pt idx="332">
                  <c:v>1.09</c:v>
                </c:pt>
                <c:pt idx="333">
                  <c:v>0.98</c:v>
                </c:pt>
                <c:pt idx="334">
                  <c:v>0.91</c:v>
                </c:pt>
                <c:pt idx="335">
                  <c:v>0.97</c:v>
                </c:pt>
                <c:pt idx="336">
                  <c:v>1.097</c:v>
                </c:pt>
                <c:pt idx="337">
                  <c:v>2.691</c:v>
                </c:pt>
                <c:pt idx="338">
                  <c:v>1.43</c:v>
                </c:pt>
                <c:pt idx="339">
                  <c:v>0.8</c:v>
                </c:pt>
                <c:pt idx="340">
                  <c:v>2.94</c:v>
                </c:pt>
                <c:pt idx="341">
                  <c:v>1.18</c:v>
                </c:pt>
                <c:pt idx="342">
                  <c:v>0.83</c:v>
                </c:pt>
                <c:pt idx="343">
                  <c:v>1.62</c:v>
                </c:pt>
                <c:pt idx="344">
                  <c:v>0.82</c:v>
                </c:pt>
                <c:pt idx="345">
                  <c:v>1.48</c:v>
                </c:pt>
                <c:pt idx="346">
                  <c:v>1.315</c:v>
                </c:pt>
                <c:pt idx="347">
                  <c:v>1.45</c:v>
                </c:pt>
                <c:pt idx="348">
                  <c:v>2.415</c:v>
                </c:pt>
                <c:pt idx="349">
                  <c:v>1.25</c:v>
                </c:pt>
                <c:pt idx="350">
                  <c:v>3.09</c:v>
                </c:pt>
                <c:pt idx="351">
                  <c:v>1.66</c:v>
                </c:pt>
                <c:pt idx="352">
                  <c:v>3.51</c:v>
                </c:pt>
                <c:pt idx="353">
                  <c:v>1.044</c:v>
                </c:pt>
                <c:pt idx="354">
                  <c:v>1.33</c:v>
                </c:pt>
                <c:pt idx="355">
                  <c:v>2.66</c:v>
                </c:pt>
                <c:pt idx="356">
                  <c:v>2.18</c:v>
                </c:pt>
                <c:pt idx="357">
                  <c:v>1.62</c:v>
                </c:pt>
                <c:pt idx="358">
                  <c:v>1.97</c:v>
                </c:pt>
                <c:pt idx="359">
                  <c:v>2.05</c:v>
                </c:pt>
                <c:pt idx="360">
                  <c:v>1.3</c:v>
                </c:pt>
                <c:pt idx="361">
                  <c:v>1.11</c:v>
                </c:pt>
                <c:pt idx="362">
                  <c:v>1.31</c:v>
                </c:pt>
                <c:pt idx="363">
                  <c:v>2.483</c:v>
                </c:pt>
                <c:pt idx="364">
                  <c:v>1.92</c:v>
                </c:pt>
                <c:pt idx="365">
                  <c:v>2.19</c:v>
                </c:pt>
                <c:pt idx="366">
                  <c:v>1.6</c:v>
                </c:pt>
                <c:pt idx="367">
                  <c:v>1.99</c:v>
                </c:pt>
                <c:pt idx="368">
                  <c:v>1.32</c:v>
                </c:pt>
                <c:pt idx="369">
                  <c:v>1.48</c:v>
                </c:pt>
                <c:pt idx="370">
                  <c:v>1.403</c:v>
                </c:pt>
                <c:pt idx="371">
                  <c:v>1.64</c:v>
                </c:pt>
                <c:pt idx="372">
                  <c:v>0.99</c:v>
                </c:pt>
                <c:pt idx="373">
                  <c:v>2.27</c:v>
                </c:pt>
                <c:pt idx="374">
                  <c:v>1.92</c:v>
                </c:pt>
                <c:pt idx="375">
                  <c:v>1.68</c:v>
                </c:pt>
                <c:pt idx="376">
                  <c:v>1.2</c:v>
                </c:pt>
                <c:pt idx="377">
                  <c:v>1.09</c:v>
                </c:pt>
                <c:pt idx="378">
                  <c:v>1.63</c:v>
                </c:pt>
                <c:pt idx="379">
                  <c:v>2.46</c:v>
                </c:pt>
                <c:pt idx="380">
                  <c:v>2.3</c:v>
                </c:pt>
                <c:pt idx="381">
                  <c:v>2.05</c:v>
                </c:pt>
                <c:pt idx="382">
                  <c:v>1.813</c:v>
                </c:pt>
                <c:pt idx="383">
                  <c:v>1.52</c:v>
                </c:pt>
                <c:pt idx="384">
                  <c:v>2.45</c:v>
                </c:pt>
                <c:pt idx="385">
                  <c:v>2.296</c:v>
                </c:pt>
                <c:pt idx="386">
                  <c:v>1.32</c:v>
                </c:pt>
                <c:pt idx="387">
                  <c:v>2.843</c:v>
                </c:pt>
                <c:pt idx="388">
                  <c:v>1.21</c:v>
                </c:pt>
                <c:pt idx="389">
                  <c:v>1.17</c:v>
                </c:pt>
                <c:pt idx="390">
                  <c:v>1.03</c:v>
                </c:pt>
                <c:pt idx="391">
                  <c:v>1.06</c:v>
                </c:pt>
                <c:pt idx="392">
                  <c:v>1.32</c:v>
                </c:pt>
                <c:pt idx="393">
                  <c:v>1.13</c:v>
                </c:pt>
                <c:pt idx="394">
                  <c:v>1.244</c:v>
                </c:pt>
                <c:pt idx="395">
                  <c:v>2.86</c:v>
                </c:pt>
                <c:pt idx="396">
                  <c:v>2.83</c:v>
                </c:pt>
                <c:pt idx="397">
                  <c:v>1.032</c:v>
                </c:pt>
                <c:pt idx="398">
                  <c:v>1.51</c:v>
                </c:pt>
                <c:pt idx="399">
                  <c:v>1.98</c:v>
                </c:pt>
                <c:pt idx="400">
                  <c:v>3.72</c:v>
                </c:pt>
                <c:pt idx="401">
                  <c:v>1.24</c:v>
                </c:pt>
                <c:pt idx="402">
                  <c:v>1.942</c:v>
                </c:pt>
                <c:pt idx="403">
                  <c:v>1.639</c:v>
                </c:pt>
                <c:pt idx="404">
                  <c:v>1.65</c:v>
                </c:pt>
                <c:pt idx="405">
                  <c:v>1.02</c:v>
                </c:pt>
                <c:pt idx="406">
                  <c:v>1.71</c:v>
                </c:pt>
                <c:pt idx="407">
                  <c:v>1.93</c:v>
                </c:pt>
                <c:pt idx="408">
                  <c:v>1.216</c:v>
                </c:pt>
                <c:pt idx="409">
                  <c:v>1.54</c:v>
                </c:pt>
                <c:pt idx="410">
                  <c:v>2.39</c:v>
                </c:pt>
                <c:pt idx="411">
                  <c:v>1.32</c:v>
                </c:pt>
                <c:pt idx="412">
                  <c:v>3.494</c:v>
                </c:pt>
                <c:pt idx="413">
                  <c:v>1.364</c:v>
                </c:pt>
                <c:pt idx="414">
                  <c:v>1.569</c:v>
                </c:pt>
                <c:pt idx="415">
                  <c:v>1.28</c:v>
                </c:pt>
                <c:pt idx="416">
                  <c:v>2.18</c:v>
                </c:pt>
                <c:pt idx="417">
                  <c:v>1.26</c:v>
                </c:pt>
                <c:pt idx="418">
                  <c:v>1.579</c:v>
                </c:pt>
                <c:pt idx="419">
                  <c:v>1.96</c:v>
                </c:pt>
                <c:pt idx="420">
                  <c:v>1.4</c:v>
                </c:pt>
                <c:pt idx="421">
                  <c:v>1.01</c:v>
                </c:pt>
                <c:pt idx="422">
                  <c:v>0.85</c:v>
                </c:pt>
                <c:pt idx="423">
                  <c:v>1.67</c:v>
                </c:pt>
                <c:pt idx="424">
                  <c:v>1.24</c:v>
                </c:pt>
                <c:pt idx="425">
                  <c:v>0.65</c:v>
                </c:pt>
                <c:pt idx="426">
                  <c:v>1.5</c:v>
                </c:pt>
                <c:pt idx="427">
                  <c:v>1.3</c:v>
                </c:pt>
                <c:pt idx="428">
                  <c:v>1.44</c:v>
                </c:pt>
                <c:pt idx="429">
                  <c:v>2.35</c:v>
                </c:pt>
                <c:pt idx="430">
                  <c:v>1.25</c:v>
                </c:pt>
                <c:pt idx="431">
                  <c:v>1.38</c:v>
                </c:pt>
                <c:pt idx="432">
                  <c:v>2.39</c:v>
                </c:pt>
                <c:pt idx="433">
                  <c:v>1.91</c:v>
                </c:pt>
                <c:pt idx="434">
                  <c:v>1.58</c:v>
                </c:pt>
                <c:pt idx="435">
                  <c:v>2.401</c:v>
                </c:pt>
                <c:pt idx="436">
                  <c:v>1.9</c:v>
                </c:pt>
                <c:pt idx="437">
                  <c:v>1.28</c:v>
                </c:pt>
                <c:pt idx="438">
                  <c:v>1.301</c:v>
                </c:pt>
                <c:pt idx="439">
                  <c:v>1.48</c:v>
                </c:pt>
                <c:pt idx="440">
                  <c:v>0.89</c:v>
                </c:pt>
                <c:pt idx="441">
                  <c:v>2.96</c:v>
                </c:pt>
                <c:pt idx="442">
                  <c:v>0.6</c:v>
                </c:pt>
                <c:pt idx="443">
                  <c:v>1.11</c:v>
                </c:pt>
                <c:pt idx="444">
                  <c:v>1.364</c:v>
                </c:pt>
                <c:pt idx="445">
                  <c:v>2.638</c:v>
                </c:pt>
                <c:pt idx="446">
                  <c:v>1.34</c:v>
                </c:pt>
                <c:pt idx="447">
                  <c:v>1.5</c:v>
                </c:pt>
                <c:pt idx="448">
                  <c:v>1.53</c:v>
                </c:pt>
                <c:pt idx="449">
                  <c:v>1.61</c:v>
                </c:pt>
                <c:pt idx="450">
                  <c:v>2.86</c:v>
                </c:pt>
                <c:pt idx="451">
                  <c:v>1.561</c:v>
                </c:pt>
                <c:pt idx="452">
                  <c:v>1.602</c:v>
                </c:pt>
                <c:pt idx="453">
                  <c:v>2.7</c:v>
                </c:pt>
                <c:pt idx="454">
                  <c:v>2.49</c:v>
                </c:pt>
                <c:pt idx="455">
                  <c:v>0.69</c:v>
                </c:pt>
                <c:pt idx="456">
                  <c:v>1.64</c:v>
                </c:pt>
                <c:pt idx="457">
                  <c:v>1.243</c:v>
                </c:pt>
                <c:pt idx="458">
                  <c:v>1.147</c:v>
                </c:pt>
                <c:pt idx="459">
                  <c:v>2.29</c:v>
                </c:pt>
                <c:pt idx="460">
                  <c:v>2.41</c:v>
                </c:pt>
                <c:pt idx="461">
                  <c:v>1.39</c:v>
                </c:pt>
                <c:pt idx="462">
                  <c:v>1.9</c:v>
                </c:pt>
                <c:pt idx="463">
                  <c:v>0.95</c:v>
                </c:pt>
                <c:pt idx="464">
                  <c:v>2.21</c:v>
                </c:pt>
                <c:pt idx="465">
                  <c:v>1.4</c:v>
                </c:pt>
                <c:pt idx="466">
                  <c:v>3.58</c:v>
                </c:pt>
                <c:pt idx="467">
                  <c:v>2.93</c:v>
                </c:pt>
                <c:pt idx="468">
                  <c:v>1.7</c:v>
                </c:pt>
                <c:pt idx="469">
                  <c:v>0.81</c:v>
                </c:pt>
                <c:pt idx="470">
                  <c:v>1.21</c:v>
                </c:pt>
                <c:pt idx="471">
                  <c:v>1.536</c:v>
                </c:pt>
                <c:pt idx="472">
                  <c:v>3.186</c:v>
                </c:pt>
                <c:pt idx="473">
                  <c:v>0.99</c:v>
                </c:pt>
                <c:pt idx="474">
                  <c:v>0.99</c:v>
                </c:pt>
                <c:pt idx="475">
                  <c:v>1.75</c:v>
                </c:pt>
                <c:pt idx="476">
                  <c:v>2.371</c:v>
                </c:pt>
                <c:pt idx="477">
                  <c:v>1.77</c:v>
                </c:pt>
                <c:pt idx="478">
                  <c:v>1.73</c:v>
                </c:pt>
                <c:pt idx="479">
                  <c:v>1.754</c:v>
                </c:pt>
                <c:pt idx="480">
                  <c:v>1.41</c:v>
                </c:pt>
                <c:pt idx="481">
                  <c:v>1.13</c:v>
                </c:pt>
                <c:pt idx="482">
                  <c:v>1.61</c:v>
                </c:pt>
                <c:pt idx="483">
                  <c:v>2.43</c:v>
                </c:pt>
                <c:pt idx="484">
                  <c:v>1.539</c:v>
                </c:pt>
                <c:pt idx="485">
                  <c:v>0.95</c:v>
                </c:pt>
                <c:pt idx="486">
                  <c:v>1.82</c:v>
                </c:pt>
                <c:pt idx="487">
                  <c:v>2.34</c:v>
                </c:pt>
                <c:pt idx="488">
                  <c:v>1.87</c:v>
                </c:pt>
                <c:pt idx="489">
                  <c:v>2.11</c:v>
                </c:pt>
                <c:pt idx="490">
                  <c:v>2.86</c:v>
                </c:pt>
                <c:pt idx="491">
                  <c:v>1.09</c:v>
                </c:pt>
                <c:pt idx="492">
                  <c:v>1.32</c:v>
                </c:pt>
                <c:pt idx="493">
                  <c:v>2.189</c:v>
                </c:pt>
                <c:pt idx="494">
                  <c:v>3.29</c:v>
                </c:pt>
                <c:pt idx="495">
                  <c:v>3.21</c:v>
                </c:pt>
                <c:pt idx="496">
                  <c:v>2.98</c:v>
                </c:pt>
                <c:pt idx="497">
                  <c:v>2.23</c:v>
                </c:pt>
                <c:pt idx="498">
                  <c:v>1.58</c:v>
                </c:pt>
                <c:pt idx="499">
                  <c:v>3.309</c:v>
                </c:pt>
                <c:pt idx="500">
                  <c:v>1.93</c:v>
                </c:pt>
                <c:pt idx="501">
                  <c:v>1.98</c:v>
                </c:pt>
                <c:pt idx="502">
                  <c:v>1.59</c:v>
                </c:pt>
                <c:pt idx="503">
                  <c:v>1.423</c:v>
                </c:pt>
                <c:pt idx="504">
                  <c:v>1.28</c:v>
                </c:pt>
                <c:pt idx="505">
                  <c:v>3.045</c:v>
                </c:pt>
                <c:pt idx="506">
                  <c:v>1.44</c:v>
                </c:pt>
                <c:pt idx="507">
                  <c:v>2.314</c:v>
                </c:pt>
                <c:pt idx="508">
                  <c:v>2.302</c:v>
                </c:pt>
                <c:pt idx="509">
                  <c:v>0.73</c:v>
                </c:pt>
                <c:pt idx="510">
                  <c:v>2.27</c:v>
                </c:pt>
                <c:pt idx="511">
                  <c:v>1.25</c:v>
                </c:pt>
                <c:pt idx="512">
                  <c:v>0.75</c:v>
                </c:pt>
                <c:pt idx="513">
                  <c:v>1.69</c:v>
                </c:pt>
                <c:pt idx="514">
                  <c:v>0.73</c:v>
                </c:pt>
                <c:pt idx="515">
                  <c:v>1.37</c:v>
                </c:pt>
                <c:pt idx="516">
                  <c:v>2.59</c:v>
                </c:pt>
                <c:pt idx="517">
                  <c:v>3.92</c:v>
                </c:pt>
                <c:pt idx="518">
                  <c:v>1.11</c:v>
                </c:pt>
                <c:pt idx="519">
                  <c:v>3.44</c:v>
                </c:pt>
                <c:pt idx="520">
                  <c:v>1.14</c:v>
                </c:pt>
                <c:pt idx="521">
                  <c:v>0.68</c:v>
                </c:pt>
                <c:pt idx="522">
                  <c:v>2</c:v>
                </c:pt>
                <c:pt idx="523">
                  <c:v>1.23</c:v>
                </c:pt>
                <c:pt idx="524">
                  <c:v>1.37</c:v>
                </c:pt>
                <c:pt idx="525">
                  <c:v>2.591</c:v>
                </c:pt>
                <c:pt idx="526">
                  <c:v>1.59</c:v>
                </c:pt>
                <c:pt idx="527">
                  <c:v>1.551</c:v>
                </c:pt>
                <c:pt idx="528">
                  <c:v>1.07</c:v>
                </c:pt>
                <c:pt idx="529">
                  <c:v>1.15</c:v>
                </c:pt>
                <c:pt idx="530">
                  <c:v>1.57</c:v>
                </c:pt>
                <c:pt idx="531">
                  <c:v>1.78</c:v>
                </c:pt>
                <c:pt idx="532">
                  <c:v>2.299</c:v>
                </c:pt>
                <c:pt idx="533">
                  <c:v>1.3</c:v>
                </c:pt>
                <c:pt idx="534">
                  <c:v>2.417</c:v>
                </c:pt>
                <c:pt idx="535">
                  <c:v>0.86</c:v>
                </c:pt>
                <c:pt idx="536">
                  <c:v>1.79</c:v>
                </c:pt>
                <c:pt idx="537">
                  <c:v>2.004</c:v>
                </c:pt>
                <c:pt idx="538">
                  <c:v>2.437</c:v>
                </c:pt>
                <c:pt idx="539">
                  <c:v>1.95</c:v>
                </c:pt>
                <c:pt idx="540">
                  <c:v>1.66</c:v>
                </c:pt>
                <c:pt idx="541">
                  <c:v>1.3</c:v>
                </c:pt>
                <c:pt idx="542">
                  <c:v>2.93</c:v>
                </c:pt>
                <c:pt idx="543">
                  <c:v>3.73</c:v>
                </c:pt>
                <c:pt idx="544">
                  <c:v>1.16</c:v>
                </c:pt>
                <c:pt idx="545">
                  <c:v>0.83</c:v>
                </c:pt>
                <c:pt idx="546">
                  <c:v>1.48</c:v>
                </c:pt>
                <c:pt idx="547">
                  <c:v>1.41</c:v>
                </c:pt>
                <c:pt idx="548">
                  <c:v>3.12</c:v>
                </c:pt>
                <c:pt idx="549">
                  <c:v>1.13</c:v>
                </c:pt>
                <c:pt idx="550">
                  <c:v>1.33</c:v>
                </c:pt>
                <c:pt idx="551">
                  <c:v>1.37</c:v>
                </c:pt>
                <c:pt idx="552">
                  <c:v>1.99</c:v>
                </c:pt>
                <c:pt idx="553">
                  <c:v>3.51</c:v>
                </c:pt>
                <c:pt idx="554">
                  <c:v>1.329</c:v>
                </c:pt>
                <c:pt idx="555">
                  <c:v>2</c:v>
                </c:pt>
                <c:pt idx="556">
                  <c:v>0.941</c:v>
                </c:pt>
                <c:pt idx="557">
                  <c:v>1.773</c:v>
                </c:pt>
                <c:pt idx="558">
                  <c:v>2.77</c:v>
                </c:pt>
                <c:pt idx="559">
                  <c:v>1.5</c:v>
                </c:pt>
                <c:pt idx="560">
                  <c:v>3.178</c:v>
                </c:pt>
                <c:pt idx="561">
                  <c:v>1.25</c:v>
                </c:pt>
                <c:pt idx="562">
                  <c:v>1.47</c:v>
                </c:pt>
                <c:pt idx="563">
                  <c:v>2.84</c:v>
                </c:pt>
                <c:pt idx="564">
                  <c:v>1.44</c:v>
                </c:pt>
                <c:pt idx="565">
                  <c:v>2.83</c:v>
                </c:pt>
                <c:pt idx="566">
                  <c:v>1.71</c:v>
                </c:pt>
                <c:pt idx="567">
                  <c:v>1.09</c:v>
                </c:pt>
                <c:pt idx="568">
                  <c:v>1.43</c:v>
                </c:pt>
                <c:pt idx="569">
                  <c:v>1.68</c:v>
                </c:pt>
                <c:pt idx="570">
                  <c:v>2.61</c:v>
                </c:pt>
                <c:pt idx="571">
                  <c:v>1.46</c:v>
                </c:pt>
                <c:pt idx="572">
                  <c:v>1.73</c:v>
                </c:pt>
                <c:pt idx="573">
                  <c:v>3.227</c:v>
                </c:pt>
                <c:pt idx="574">
                  <c:v>3.481</c:v>
                </c:pt>
                <c:pt idx="575">
                  <c:v>1.53</c:v>
                </c:pt>
                <c:pt idx="576">
                  <c:v>1.272</c:v>
                </c:pt>
                <c:pt idx="577">
                  <c:v>0.8</c:v>
                </c:pt>
                <c:pt idx="578">
                  <c:v>1.56</c:v>
                </c:pt>
                <c:pt idx="579">
                  <c:v>1.615</c:v>
                </c:pt>
                <c:pt idx="580">
                  <c:v>1.22</c:v>
                </c:pt>
                <c:pt idx="581">
                  <c:v>1.55</c:v>
                </c:pt>
                <c:pt idx="582">
                  <c:v>1.088</c:v>
                </c:pt>
                <c:pt idx="583">
                  <c:v>1.704</c:v>
                </c:pt>
                <c:pt idx="584">
                  <c:v>2.215</c:v>
                </c:pt>
                <c:pt idx="585">
                  <c:v>0.77</c:v>
                </c:pt>
                <c:pt idx="586">
                  <c:v>2.37</c:v>
                </c:pt>
                <c:pt idx="587">
                  <c:v>1.76</c:v>
                </c:pt>
                <c:pt idx="588">
                  <c:v>1.49</c:v>
                </c:pt>
                <c:pt idx="589">
                  <c:v>1.03</c:v>
                </c:pt>
                <c:pt idx="590">
                  <c:v>1.01</c:v>
                </c:pt>
                <c:pt idx="591">
                  <c:v>1.163</c:v>
                </c:pt>
                <c:pt idx="592">
                  <c:v>0.77</c:v>
                </c:pt>
                <c:pt idx="593">
                  <c:v>1.07</c:v>
                </c:pt>
                <c:pt idx="594">
                  <c:v>2.408</c:v>
                </c:pt>
                <c:pt idx="595">
                  <c:v>1.348</c:v>
                </c:pt>
                <c:pt idx="596">
                  <c:v>2.43</c:v>
                </c:pt>
                <c:pt idx="597">
                  <c:v>1.03</c:v>
                </c:pt>
                <c:pt idx="598">
                  <c:v>2.41</c:v>
                </c:pt>
                <c:pt idx="599">
                  <c:v>1.2</c:v>
                </c:pt>
                <c:pt idx="600">
                  <c:v>1.792</c:v>
                </c:pt>
                <c:pt idx="601">
                  <c:v>1.59</c:v>
                </c:pt>
                <c:pt idx="602">
                  <c:v>1.5</c:v>
                </c:pt>
                <c:pt idx="603">
                  <c:v>1.39</c:v>
                </c:pt>
                <c:pt idx="604">
                  <c:v>2.586</c:v>
                </c:pt>
                <c:pt idx="605">
                  <c:v>1.49</c:v>
                </c:pt>
                <c:pt idx="606">
                  <c:v>2.28</c:v>
                </c:pt>
                <c:pt idx="607">
                  <c:v>0.76</c:v>
                </c:pt>
                <c:pt idx="608">
                  <c:v>1</c:v>
                </c:pt>
                <c:pt idx="609">
                  <c:v>1.2</c:v>
                </c:pt>
                <c:pt idx="610">
                  <c:v>1.415</c:v>
                </c:pt>
                <c:pt idx="611">
                  <c:v>1.4</c:v>
                </c:pt>
                <c:pt idx="612">
                  <c:v>1.12</c:v>
                </c:pt>
                <c:pt idx="613">
                  <c:v>0.75</c:v>
                </c:pt>
                <c:pt idx="614">
                  <c:v>2.45</c:v>
                </c:pt>
                <c:pt idx="615">
                  <c:v>2.16</c:v>
                </c:pt>
                <c:pt idx="616">
                  <c:v>1.23</c:v>
                </c:pt>
                <c:pt idx="617">
                  <c:v>2.65</c:v>
                </c:pt>
                <c:pt idx="618">
                  <c:v>2.19</c:v>
                </c:pt>
                <c:pt idx="619">
                  <c:v>2.713</c:v>
                </c:pt>
                <c:pt idx="620">
                  <c:v>1.54</c:v>
                </c:pt>
                <c:pt idx="621">
                  <c:v>1.015</c:v>
                </c:pt>
                <c:pt idx="622">
                  <c:v>3.635</c:v>
                </c:pt>
                <c:pt idx="623">
                  <c:v>2.409</c:v>
                </c:pt>
                <c:pt idx="624">
                  <c:v>1.64</c:v>
                </c:pt>
                <c:pt idx="625">
                  <c:v>1.22</c:v>
                </c:pt>
                <c:pt idx="626">
                  <c:v>2.772</c:v>
                </c:pt>
                <c:pt idx="627">
                  <c:v>1.362</c:v>
                </c:pt>
                <c:pt idx="628">
                  <c:v>0.788</c:v>
                </c:pt>
                <c:pt idx="629">
                  <c:v>0.98</c:v>
                </c:pt>
                <c:pt idx="630">
                  <c:v>1.63</c:v>
                </c:pt>
                <c:pt idx="631">
                  <c:v>3.66</c:v>
                </c:pt>
                <c:pt idx="632">
                  <c:v>0.93</c:v>
                </c:pt>
                <c:pt idx="633">
                  <c:v>2.63</c:v>
                </c:pt>
                <c:pt idx="634">
                  <c:v>1.35</c:v>
                </c:pt>
                <c:pt idx="635">
                  <c:v>1.63</c:v>
                </c:pt>
                <c:pt idx="636">
                  <c:v>1.42</c:v>
                </c:pt>
                <c:pt idx="637">
                  <c:v>2.265</c:v>
                </c:pt>
                <c:pt idx="638">
                  <c:v>1.51</c:v>
                </c:pt>
                <c:pt idx="639">
                  <c:v>2.495</c:v>
                </c:pt>
                <c:pt idx="640">
                  <c:v>2.6</c:v>
                </c:pt>
                <c:pt idx="641">
                  <c:v>1.26</c:v>
                </c:pt>
                <c:pt idx="642">
                  <c:v>1.57</c:v>
                </c:pt>
                <c:pt idx="643">
                  <c:v>1.4</c:v>
                </c:pt>
                <c:pt idx="644">
                  <c:v>1.52</c:v>
                </c:pt>
                <c:pt idx="645">
                  <c:v>0.81</c:v>
                </c:pt>
                <c:pt idx="646">
                  <c:v>0.79</c:v>
                </c:pt>
                <c:pt idx="647">
                  <c:v>1.52</c:v>
                </c:pt>
                <c:pt idx="648">
                  <c:v>1.54</c:v>
                </c:pt>
                <c:pt idx="649">
                  <c:v>2.37</c:v>
                </c:pt>
                <c:pt idx="650">
                  <c:v>1.733</c:v>
                </c:pt>
                <c:pt idx="651">
                  <c:v>1.05</c:v>
                </c:pt>
                <c:pt idx="652">
                  <c:v>1.57</c:v>
                </c:pt>
                <c:pt idx="653">
                  <c:v>2.5</c:v>
                </c:pt>
                <c:pt idx="654">
                  <c:v>1.04</c:v>
                </c:pt>
                <c:pt idx="655">
                  <c:v>3.218</c:v>
                </c:pt>
                <c:pt idx="656">
                  <c:v>1.9</c:v>
                </c:pt>
                <c:pt idx="657">
                  <c:v>1.21</c:v>
                </c:pt>
                <c:pt idx="658">
                  <c:v>3.22</c:v>
                </c:pt>
                <c:pt idx="659">
                  <c:v>2.104</c:v>
                </c:pt>
                <c:pt idx="660">
                  <c:v>2.49</c:v>
                </c:pt>
                <c:pt idx="661">
                  <c:v>1.675</c:v>
                </c:pt>
                <c:pt idx="662">
                  <c:v>1.57</c:v>
                </c:pt>
                <c:pt idx="663">
                  <c:v>1.191</c:v>
                </c:pt>
                <c:pt idx="664">
                  <c:v>1.073</c:v>
                </c:pt>
                <c:pt idx="665">
                  <c:v>2.63</c:v>
                </c:pt>
                <c:pt idx="666">
                  <c:v>3.099</c:v>
                </c:pt>
                <c:pt idx="667">
                  <c:v>1.38</c:v>
                </c:pt>
                <c:pt idx="668">
                  <c:v>1.63</c:v>
                </c:pt>
                <c:pt idx="669">
                  <c:v>2.548</c:v>
                </c:pt>
                <c:pt idx="670">
                  <c:v>1.37</c:v>
                </c:pt>
                <c:pt idx="671">
                  <c:v>1.15</c:v>
                </c:pt>
                <c:pt idx="672">
                  <c:v>3.64</c:v>
                </c:pt>
                <c:pt idx="673">
                  <c:v>2.401</c:v>
                </c:pt>
                <c:pt idx="674">
                  <c:v>2.501</c:v>
                </c:pt>
                <c:pt idx="675">
                  <c:v>1.83</c:v>
                </c:pt>
                <c:pt idx="676">
                  <c:v>1.21</c:v>
                </c:pt>
                <c:pt idx="677">
                  <c:v>2.397</c:v>
                </c:pt>
                <c:pt idx="678">
                  <c:v>2.69</c:v>
                </c:pt>
                <c:pt idx="679">
                  <c:v>0.78</c:v>
                </c:pt>
                <c:pt idx="680">
                  <c:v>2.45</c:v>
                </c:pt>
                <c:pt idx="681">
                  <c:v>2.949</c:v>
                </c:pt>
                <c:pt idx="682">
                  <c:v>3.01</c:v>
                </c:pt>
                <c:pt idx="683">
                  <c:v>1.715</c:v>
                </c:pt>
                <c:pt idx="684">
                  <c:v>1.173</c:v>
                </c:pt>
                <c:pt idx="685">
                  <c:v>3.89</c:v>
                </c:pt>
                <c:pt idx="686">
                  <c:v>1.71</c:v>
                </c:pt>
                <c:pt idx="687">
                  <c:v>1.67</c:v>
                </c:pt>
                <c:pt idx="688">
                  <c:v>1.67</c:v>
                </c:pt>
                <c:pt idx="689">
                  <c:v>1.88</c:v>
                </c:pt>
                <c:pt idx="690">
                  <c:v>1.212</c:v>
                </c:pt>
                <c:pt idx="691">
                  <c:v>1.44</c:v>
                </c:pt>
                <c:pt idx="692">
                  <c:v>1.31</c:v>
                </c:pt>
                <c:pt idx="693">
                  <c:v>1.63</c:v>
                </c:pt>
                <c:pt idx="694">
                  <c:v>1.219</c:v>
                </c:pt>
                <c:pt idx="695">
                  <c:v>1.39</c:v>
                </c:pt>
                <c:pt idx="696">
                  <c:v>3.149</c:v>
                </c:pt>
                <c:pt idx="697">
                  <c:v>2.395</c:v>
                </c:pt>
                <c:pt idx="698">
                  <c:v>1.554</c:v>
                </c:pt>
                <c:pt idx="699">
                  <c:v>1.33</c:v>
                </c:pt>
                <c:pt idx="700">
                  <c:v>1.14</c:v>
                </c:pt>
                <c:pt idx="701">
                  <c:v>1.718</c:v>
                </c:pt>
                <c:pt idx="702">
                  <c:v>2.95</c:v>
                </c:pt>
                <c:pt idx="703">
                  <c:v>2.42</c:v>
                </c:pt>
                <c:pt idx="704">
                  <c:v>1.38</c:v>
                </c:pt>
                <c:pt idx="705">
                  <c:v>1.26</c:v>
                </c:pt>
                <c:pt idx="706">
                  <c:v>2.01</c:v>
                </c:pt>
                <c:pt idx="707">
                  <c:v>3.244</c:v>
                </c:pt>
                <c:pt idx="708">
                  <c:v>1.39</c:v>
                </c:pt>
                <c:pt idx="709">
                  <c:v>0.86</c:v>
                </c:pt>
                <c:pt idx="710">
                  <c:v>1.09</c:v>
                </c:pt>
                <c:pt idx="711">
                  <c:v>2.538</c:v>
                </c:pt>
                <c:pt idx="712">
                  <c:v>0.956</c:v>
                </c:pt>
                <c:pt idx="713">
                  <c:v>2.31</c:v>
                </c:pt>
                <c:pt idx="714">
                  <c:v>1.56</c:v>
                </c:pt>
                <c:pt idx="715">
                  <c:v>1.29</c:v>
                </c:pt>
                <c:pt idx="716">
                  <c:v>1.25</c:v>
                </c:pt>
                <c:pt idx="717">
                  <c:v>2.12</c:v>
                </c:pt>
                <c:pt idx="718">
                  <c:v>2.52</c:v>
                </c:pt>
                <c:pt idx="719">
                  <c:v>2.4</c:v>
                </c:pt>
                <c:pt idx="720">
                  <c:v>1.46</c:v>
                </c:pt>
                <c:pt idx="721">
                  <c:v>1.42</c:v>
                </c:pt>
                <c:pt idx="722">
                  <c:v>0.98</c:v>
                </c:pt>
                <c:pt idx="723">
                  <c:v>1.593</c:v>
                </c:pt>
                <c:pt idx="724">
                  <c:v>1.49</c:v>
                </c:pt>
                <c:pt idx="725">
                  <c:v>1.66</c:v>
                </c:pt>
                <c:pt idx="726">
                  <c:v>1.14</c:v>
                </c:pt>
                <c:pt idx="727">
                  <c:v>1.5</c:v>
                </c:pt>
                <c:pt idx="728">
                  <c:v>1.23</c:v>
                </c:pt>
                <c:pt idx="729">
                  <c:v>1.4</c:v>
                </c:pt>
                <c:pt idx="730">
                  <c:v>2.95</c:v>
                </c:pt>
                <c:pt idx="731">
                  <c:v>1.5</c:v>
                </c:pt>
                <c:pt idx="732">
                  <c:v>1.93</c:v>
                </c:pt>
                <c:pt idx="733">
                  <c:v>1.48</c:v>
                </c:pt>
                <c:pt idx="734">
                  <c:v>0.51</c:v>
                </c:pt>
                <c:pt idx="735">
                  <c:v>1.57</c:v>
                </c:pt>
                <c:pt idx="736">
                  <c:v>1.55</c:v>
                </c:pt>
                <c:pt idx="737">
                  <c:v>1.371</c:v>
                </c:pt>
                <c:pt idx="738">
                  <c:v>0.85</c:v>
                </c:pt>
                <c:pt idx="739">
                  <c:v>1.6</c:v>
                </c:pt>
                <c:pt idx="740">
                  <c:v>1.52</c:v>
                </c:pt>
                <c:pt idx="741">
                  <c:v>2.726</c:v>
                </c:pt>
                <c:pt idx="742">
                  <c:v>0.69</c:v>
                </c:pt>
                <c:pt idx="743">
                  <c:v>2.33</c:v>
                </c:pt>
                <c:pt idx="744">
                  <c:v>2.667</c:v>
                </c:pt>
                <c:pt idx="745">
                  <c:v>1.93</c:v>
                </c:pt>
                <c:pt idx="746">
                  <c:v>3.26</c:v>
                </c:pt>
                <c:pt idx="747">
                  <c:v>1.42</c:v>
                </c:pt>
                <c:pt idx="748">
                  <c:v>2.26</c:v>
                </c:pt>
                <c:pt idx="749">
                  <c:v>1.71</c:v>
                </c:pt>
                <c:pt idx="750">
                  <c:v>2.88</c:v>
                </c:pt>
                <c:pt idx="751">
                  <c:v>0.982</c:v>
                </c:pt>
                <c:pt idx="752">
                  <c:v>1.478</c:v>
                </c:pt>
                <c:pt idx="753">
                  <c:v>1.22</c:v>
                </c:pt>
                <c:pt idx="754">
                  <c:v>2.713</c:v>
                </c:pt>
                <c:pt idx="755">
                  <c:v>1.82</c:v>
                </c:pt>
                <c:pt idx="756">
                  <c:v>1.77</c:v>
                </c:pt>
                <c:pt idx="757">
                  <c:v>1.69</c:v>
                </c:pt>
                <c:pt idx="758">
                  <c:v>2.86</c:v>
                </c:pt>
                <c:pt idx="759">
                  <c:v>1.22</c:v>
                </c:pt>
                <c:pt idx="760">
                  <c:v>1.84</c:v>
                </c:pt>
                <c:pt idx="761">
                  <c:v>3.52</c:v>
                </c:pt>
                <c:pt idx="762">
                  <c:v>0.8</c:v>
                </c:pt>
                <c:pt idx="763">
                  <c:v>1.88</c:v>
                </c:pt>
                <c:pt idx="764">
                  <c:v>1.11</c:v>
                </c:pt>
                <c:pt idx="765">
                  <c:v>1.33</c:v>
                </c:pt>
                <c:pt idx="766">
                  <c:v>2.78</c:v>
                </c:pt>
                <c:pt idx="767">
                  <c:v>2.64</c:v>
                </c:pt>
                <c:pt idx="768">
                  <c:v>1.466</c:v>
                </c:pt>
                <c:pt idx="769">
                  <c:v>2.597</c:v>
                </c:pt>
                <c:pt idx="770">
                  <c:v>2.34</c:v>
                </c:pt>
                <c:pt idx="771">
                  <c:v>1.49</c:v>
                </c:pt>
                <c:pt idx="772">
                  <c:v>1.6</c:v>
                </c:pt>
                <c:pt idx="773">
                  <c:v>1.74</c:v>
                </c:pt>
                <c:pt idx="774">
                  <c:v>1.15</c:v>
                </c:pt>
                <c:pt idx="775">
                  <c:v>1.603</c:v>
                </c:pt>
                <c:pt idx="776">
                  <c:v>2.51</c:v>
                </c:pt>
                <c:pt idx="777">
                  <c:v>1.35</c:v>
                </c:pt>
                <c:pt idx="778">
                  <c:v>1.992</c:v>
                </c:pt>
                <c:pt idx="779">
                  <c:v>1.28</c:v>
                </c:pt>
                <c:pt idx="780">
                  <c:v>1.597</c:v>
                </c:pt>
                <c:pt idx="781">
                  <c:v>2.43</c:v>
                </c:pt>
                <c:pt idx="782">
                  <c:v>2.36</c:v>
                </c:pt>
                <c:pt idx="783">
                  <c:v>1.77</c:v>
                </c:pt>
                <c:pt idx="784">
                  <c:v>2.78</c:v>
                </c:pt>
                <c:pt idx="785">
                  <c:v>1.28</c:v>
                </c:pt>
                <c:pt idx="786">
                  <c:v>2.12</c:v>
                </c:pt>
                <c:pt idx="787">
                  <c:v>2.74</c:v>
                </c:pt>
                <c:pt idx="788">
                  <c:v>1.41</c:v>
                </c:pt>
                <c:pt idx="789">
                  <c:v>2.219</c:v>
                </c:pt>
                <c:pt idx="790">
                  <c:v>1.283</c:v>
                </c:pt>
                <c:pt idx="791">
                  <c:v>2.827</c:v>
                </c:pt>
                <c:pt idx="792">
                  <c:v>0.981</c:v>
                </c:pt>
                <c:pt idx="793">
                  <c:v>2.3</c:v>
                </c:pt>
                <c:pt idx="794">
                  <c:v>2.368</c:v>
                </c:pt>
                <c:pt idx="795">
                  <c:v>2.488</c:v>
                </c:pt>
                <c:pt idx="796">
                  <c:v>2.6</c:v>
                </c:pt>
                <c:pt idx="797">
                  <c:v>1.84</c:v>
                </c:pt>
                <c:pt idx="798">
                  <c:v>1.332</c:v>
                </c:pt>
                <c:pt idx="799">
                  <c:v>2.05</c:v>
                </c:pt>
                <c:pt idx="800">
                  <c:v>1.41</c:v>
                </c:pt>
                <c:pt idx="801">
                  <c:v>1.23</c:v>
                </c:pt>
                <c:pt idx="802">
                  <c:v>1.21</c:v>
                </c:pt>
                <c:pt idx="803">
                  <c:v>2.41</c:v>
                </c:pt>
                <c:pt idx="804">
                  <c:v>2.49</c:v>
                </c:pt>
                <c:pt idx="805">
                  <c:v>2.72</c:v>
                </c:pt>
                <c:pt idx="806">
                  <c:v>3.36</c:v>
                </c:pt>
                <c:pt idx="807">
                  <c:v>1.41</c:v>
                </c:pt>
                <c:pt idx="808">
                  <c:v>1.692</c:v>
                </c:pt>
                <c:pt idx="809">
                  <c:v>3.76</c:v>
                </c:pt>
                <c:pt idx="810">
                  <c:v>0.76</c:v>
                </c:pt>
                <c:pt idx="811">
                  <c:v>3.24</c:v>
                </c:pt>
                <c:pt idx="812">
                  <c:v>3.7</c:v>
                </c:pt>
                <c:pt idx="813">
                  <c:v>1.96</c:v>
                </c:pt>
                <c:pt idx="814">
                  <c:v>3.534</c:v>
                </c:pt>
                <c:pt idx="815">
                  <c:v>1.83</c:v>
                </c:pt>
                <c:pt idx="816">
                  <c:v>3.04</c:v>
                </c:pt>
                <c:pt idx="817">
                  <c:v>1.43</c:v>
                </c:pt>
                <c:pt idx="818">
                  <c:v>1.35</c:v>
                </c:pt>
                <c:pt idx="819">
                  <c:v>2.53</c:v>
                </c:pt>
                <c:pt idx="820">
                  <c:v>1.89</c:v>
                </c:pt>
                <c:pt idx="821">
                  <c:v>1.94</c:v>
                </c:pt>
                <c:pt idx="822">
                  <c:v>2.513</c:v>
                </c:pt>
                <c:pt idx="823">
                  <c:v>0.81</c:v>
                </c:pt>
                <c:pt idx="824">
                  <c:v>1.44</c:v>
                </c:pt>
                <c:pt idx="825">
                  <c:v>1.26</c:v>
                </c:pt>
                <c:pt idx="826">
                  <c:v>2.9</c:v>
                </c:pt>
                <c:pt idx="827">
                  <c:v>2.14</c:v>
                </c:pt>
                <c:pt idx="828">
                  <c:v>2.64</c:v>
                </c:pt>
                <c:pt idx="829">
                  <c:v>1.07</c:v>
                </c:pt>
                <c:pt idx="830">
                  <c:v>1.03</c:v>
                </c:pt>
                <c:pt idx="831">
                  <c:v>2.27</c:v>
                </c:pt>
                <c:pt idx="832">
                  <c:v>3.958</c:v>
                </c:pt>
                <c:pt idx="833">
                  <c:v>1.1</c:v>
                </c:pt>
                <c:pt idx="834">
                  <c:v>3</c:v>
                </c:pt>
                <c:pt idx="835">
                  <c:v>0.66</c:v>
                </c:pt>
                <c:pt idx="836">
                  <c:v>1.41</c:v>
                </c:pt>
                <c:pt idx="837">
                  <c:v>2.428</c:v>
                </c:pt>
                <c:pt idx="838">
                  <c:v>1.83</c:v>
                </c:pt>
                <c:pt idx="839">
                  <c:v>3.95</c:v>
                </c:pt>
                <c:pt idx="840">
                  <c:v>2.773</c:v>
                </c:pt>
                <c:pt idx="841">
                  <c:v>1.7</c:v>
                </c:pt>
                <c:pt idx="842">
                  <c:v>1.05</c:v>
                </c:pt>
                <c:pt idx="843">
                  <c:v>2.17</c:v>
                </c:pt>
                <c:pt idx="844">
                  <c:v>2</c:v>
                </c:pt>
                <c:pt idx="845">
                  <c:v>2.326</c:v>
                </c:pt>
                <c:pt idx="846">
                  <c:v>1.65</c:v>
                </c:pt>
                <c:pt idx="847">
                  <c:v>1</c:v>
                </c:pt>
                <c:pt idx="848">
                  <c:v>1.491</c:v>
                </c:pt>
                <c:pt idx="849">
                  <c:v>1.233</c:v>
                </c:pt>
                <c:pt idx="850">
                  <c:v>2.1</c:v>
                </c:pt>
                <c:pt idx="851">
                  <c:v>3.2</c:v>
                </c:pt>
                <c:pt idx="852">
                  <c:v>2.32</c:v>
                </c:pt>
                <c:pt idx="853">
                  <c:v>1.19</c:v>
                </c:pt>
                <c:pt idx="854">
                  <c:v>2.68</c:v>
                </c:pt>
                <c:pt idx="855">
                  <c:v>1.837</c:v>
                </c:pt>
                <c:pt idx="856">
                  <c:v>1.34</c:v>
                </c:pt>
                <c:pt idx="857">
                  <c:v>2.47</c:v>
                </c:pt>
                <c:pt idx="858">
                  <c:v>2.23</c:v>
                </c:pt>
                <c:pt idx="859">
                  <c:v>1.9</c:v>
                </c:pt>
                <c:pt idx="860">
                  <c:v>3.273</c:v>
                </c:pt>
                <c:pt idx="861">
                  <c:v>2.479</c:v>
                </c:pt>
                <c:pt idx="862">
                  <c:v>2.64</c:v>
                </c:pt>
                <c:pt idx="863">
                  <c:v>2.357</c:v>
                </c:pt>
                <c:pt idx="864">
                  <c:v>3.16</c:v>
                </c:pt>
                <c:pt idx="865">
                  <c:v>2.39</c:v>
                </c:pt>
                <c:pt idx="866">
                  <c:v>2.53</c:v>
                </c:pt>
                <c:pt idx="867">
                  <c:v>2.01</c:v>
                </c:pt>
                <c:pt idx="868">
                  <c:v>1.44</c:v>
                </c:pt>
                <c:pt idx="869">
                  <c:v>2.06</c:v>
                </c:pt>
                <c:pt idx="870">
                  <c:v>2.1</c:v>
                </c:pt>
                <c:pt idx="871">
                  <c:v>0.8</c:v>
                </c:pt>
                <c:pt idx="872">
                  <c:v>1.99</c:v>
                </c:pt>
                <c:pt idx="873">
                  <c:v>1.12</c:v>
                </c:pt>
                <c:pt idx="874">
                  <c:v>3.6</c:v>
                </c:pt>
                <c:pt idx="875">
                  <c:v>2.554</c:v>
                </c:pt>
                <c:pt idx="876">
                  <c:v>0.94</c:v>
                </c:pt>
                <c:pt idx="877">
                  <c:v>2.23</c:v>
                </c:pt>
                <c:pt idx="878">
                  <c:v>1.29</c:v>
                </c:pt>
                <c:pt idx="879">
                  <c:v>2.26</c:v>
                </c:pt>
                <c:pt idx="880">
                  <c:v>2.329</c:v>
                </c:pt>
                <c:pt idx="881">
                  <c:v>2.066</c:v>
                </c:pt>
                <c:pt idx="882">
                  <c:v>1.08</c:v>
                </c:pt>
                <c:pt idx="883">
                  <c:v>1.02</c:v>
                </c:pt>
                <c:pt idx="884">
                  <c:v>1.51</c:v>
                </c:pt>
                <c:pt idx="885">
                  <c:v>1.47</c:v>
                </c:pt>
                <c:pt idx="886">
                  <c:v>2.28</c:v>
                </c:pt>
                <c:pt idx="887">
                  <c:v>1.93</c:v>
                </c:pt>
                <c:pt idx="888">
                  <c:v>1.27</c:v>
                </c:pt>
                <c:pt idx="889">
                  <c:v>2.687</c:v>
                </c:pt>
                <c:pt idx="890">
                  <c:v>2.17</c:v>
                </c:pt>
                <c:pt idx="891">
                  <c:v>2.66</c:v>
                </c:pt>
                <c:pt idx="892">
                  <c:v>1.72</c:v>
                </c:pt>
                <c:pt idx="893">
                  <c:v>2.32</c:v>
                </c:pt>
                <c:pt idx="894">
                  <c:v>2.433</c:v>
                </c:pt>
                <c:pt idx="895">
                  <c:v>2.33</c:v>
                </c:pt>
                <c:pt idx="896">
                  <c:v>3.06</c:v>
                </c:pt>
                <c:pt idx="897">
                  <c:v>1.74</c:v>
                </c:pt>
                <c:pt idx="898">
                  <c:v>2.565</c:v>
                </c:pt>
                <c:pt idx="899">
                  <c:v>1.42</c:v>
                </c:pt>
                <c:pt idx="900">
                  <c:v>2.93</c:v>
                </c:pt>
                <c:pt idx="901">
                  <c:v>1.23</c:v>
                </c:pt>
                <c:pt idx="902">
                  <c:v>1.533</c:v>
                </c:pt>
                <c:pt idx="903">
                  <c:v>1.69</c:v>
                </c:pt>
                <c:pt idx="904">
                  <c:v>1.31</c:v>
                </c:pt>
                <c:pt idx="905">
                  <c:v>1.89</c:v>
                </c:pt>
                <c:pt idx="906">
                  <c:v>3.135</c:v>
                </c:pt>
                <c:pt idx="907">
                  <c:v>1.31</c:v>
                </c:pt>
                <c:pt idx="908">
                  <c:v>1.47</c:v>
                </c:pt>
                <c:pt idx="909">
                  <c:v>2.25</c:v>
                </c:pt>
                <c:pt idx="910">
                  <c:v>3.34</c:v>
                </c:pt>
                <c:pt idx="911">
                  <c:v>1.9</c:v>
                </c:pt>
                <c:pt idx="912">
                  <c:v>1.91</c:v>
                </c:pt>
                <c:pt idx="913">
                  <c:v>2.39</c:v>
                </c:pt>
                <c:pt idx="914">
                  <c:v>2.87</c:v>
                </c:pt>
                <c:pt idx="915">
                  <c:v>1.313</c:v>
                </c:pt>
                <c:pt idx="916">
                  <c:v>2.34</c:v>
                </c:pt>
                <c:pt idx="917">
                  <c:v>3.49</c:v>
                </c:pt>
                <c:pt idx="918">
                  <c:v>0.74</c:v>
                </c:pt>
                <c:pt idx="919">
                  <c:v>1.736</c:v>
                </c:pt>
                <c:pt idx="920">
                  <c:v>1.71</c:v>
                </c:pt>
                <c:pt idx="921">
                  <c:v>0.89</c:v>
                </c:pt>
                <c:pt idx="922">
                  <c:v>2.122</c:v>
                </c:pt>
                <c:pt idx="923">
                  <c:v>2.69</c:v>
                </c:pt>
                <c:pt idx="924">
                  <c:v>2.4</c:v>
                </c:pt>
                <c:pt idx="925">
                  <c:v>1.96</c:v>
                </c:pt>
                <c:pt idx="926">
                  <c:v>1.547</c:v>
                </c:pt>
                <c:pt idx="927">
                  <c:v>2.231</c:v>
                </c:pt>
                <c:pt idx="928">
                  <c:v>2</c:v>
                </c:pt>
                <c:pt idx="929">
                  <c:v>1.39</c:v>
                </c:pt>
                <c:pt idx="930">
                  <c:v>2.58</c:v>
                </c:pt>
                <c:pt idx="931">
                  <c:v>1.47</c:v>
                </c:pt>
                <c:pt idx="932">
                  <c:v>3.31</c:v>
                </c:pt>
                <c:pt idx="933">
                  <c:v>1.608</c:v>
                </c:pt>
                <c:pt idx="934">
                  <c:v>1.49</c:v>
                </c:pt>
                <c:pt idx="935">
                  <c:v>2.255</c:v>
                </c:pt>
                <c:pt idx="936">
                  <c:v>1.77</c:v>
                </c:pt>
                <c:pt idx="937">
                  <c:v>1.33</c:v>
                </c:pt>
                <c:pt idx="938">
                  <c:v>2.2</c:v>
                </c:pt>
                <c:pt idx="939">
                  <c:v>2.47</c:v>
                </c:pt>
                <c:pt idx="940">
                  <c:v>1.28</c:v>
                </c:pt>
                <c:pt idx="941">
                  <c:v>2.451</c:v>
                </c:pt>
                <c:pt idx="942">
                  <c:v>1.529</c:v>
                </c:pt>
                <c:pt idx="943">
                  <c:v>1.959</c:v>
                </c:pt>
                <c:pt idx="944">
                  <c:v>2.526</c:v>
                </c:pt>
                <c:pt idx="945">
                  <c:v>2.555</c:v>
                </c:pt>
                <c:pt idx="946">
                  <c:v>1.56</c:v>
                </c:pt>
                <c:pt idx="947">
                  <c:v>3.12</c:v>
                </c:pt>
                <c:pt idx="948">
                  <c:v>2.09</c:v>
                </c:pt>
                <c:pt idx="949">
                  <c:v>2.116</c:v>
                </c:pt>
                <c:pt idx="950">
                  <c:v>1.23</c:v>
                </c:pt>
                <c:pt idx="951">
                  <c:v>2.28</c:v>
                </c:pt>
                <c:pt idx="952">
                  <c:v>1.25</c:v>
                </c:pt>
                <c:pt idx="953">
                  <c:v>2.42</c:v>
                </c:pt>
                <c:pt idx="954">
                  <c:v>2.9</c:v>
                </c:pt>
                <c:pt idx="955">
                  <c:v>3.42</c:v>
                </c:pt>
                <c:pt idx="956">
                  <c:v>1.92</c:v>
                </c:pt>
                <c:pt idx="957">
                  <c:v>1.979</c:v>
                </c:pt>
                <c:pt idx="958">
                  <c:v>0.87</c:v>
                </c:pt>
                <c:pt idx="959">
                  <c:v>2.043</c:v>
                </c:pt>
                <c:pt idx="960">
                  <c:v>1.81</c:v>
                </c:pt>
                <c:pt idx="961">
                  <c:v>4</c:v>
                </c:pt>
                <c:pt idx="962">
                  <c:v>3.07</c:v>
                </c:pt>
                <c:pt idx="963">
                  <c:v>1.25</c:v>
                </c:pt>
                <c:pt idx="964">
                  <c:v>3.32</c:v>
                </c:pt>
                <c:pt idx="965">
                  <c:v>2</c:v>
                </c:pt>
                <c:pt idx="966">
                  <c:v>1.29</c:v>
                </c:pt>
                <c:pt idx="967">
                  <c:v>2.412</c:v>
                </c:pt>
                <c:pt idx="968">
                  <c:v>2.47</c:v>
                </c:pt>
                <c:pt idx="969">
                  <c:v>2.477</c:v>
                </c:pt>
                <c:pt idx="970">
                  <c:v>0.821</c:v>
                </c:pt>
                <c:pt idx="971">
                  <c:v>3.39</c:v>
                </c:pt>
                <c:pt idx="972">
                  <c:v>0.92</c:v>
                </c:pt>
                <c:pt idx="973">
                  <c:v>1.97</c:v>
                </c:pt>
                <c:pt idx="974">
                  <c:v>3.56</c:v>
                </c:pt>
                <c:pt idx="975">
                  <c:v>0.89</c:v>
                </c:pt>
                <c:pt idx="976">
                  <c:v>0.94</c:v>
                </c:pt>
                <c:pt idx="977">
                  <c:v>1.03</c:v>
                </c:pt>
                <c:pt idx="978">
                  <c:v>1.33</c:v>
                </c:pt>
                <c:pt idx="979">
                  <c:v>0.8</c:v>
                </c:pt>
                <c:pt idx="980">
                  <c:v>2.39</c:v>
                </c:pt>
                <c:pt idx="981">
                  <c:v>0.82</c:v>
                </c:pt>
                <c:pt idx="982">
                  <c:v>1.21</c:v>
                </c:pt>
                <c:pt idx="983">
                  <c:v>2.38</c:v>
                </c:pt>
                <c:pt idx="984">
                  <c:v>2.1</c:v>
                </c:pt>
                <c:pt idx="985">
                  <c:v>0.53</c:v>
                </c:pt>
                <c:pt idx="986">
                  <c:v>1.21</c:v>
                </c:pt>
                <c:pt idx="987">
                  <c:v>1.98</c:v>
                </c:pt>
                <c:pt idx="988">
                  <c:v>2.071</c:v>
                </c:pt>
                <c:pt idx="989">
                  <c:v>0.99</c:v>
                </c:pt>
                <c:pt idx="990">
                  <c:v>0.89</c:v>
                </c:pt>
                <c:pt idx="991">
                  <c:v>1.32</c:v>
                </c:pt>
                <c:pt idx="992">
                  <c:v>3.648</c:v>
                </c:pt>
                <c:pt idx="993">
                  <c:v>2.93</c:v>
                </c:pt>
                <c:pt idx="994">
                  <c:v>2.046</c:v>
                </c:pt>
                <c:pt idx="995">
                  <c:v>3.56</c:v>
                </c:pt>
                <c:pt idx="996">
                  <c:v>2.748</c:v>
                </c:pt>
                <c:pt idx="997">
                  <c:v>2.879</c:v>
                </c:pt>
                <c:pt idx="998">
                  <c:v>1.45</c:v>
                </c:pt>
                <c:pt idx="999">
                  <c:v>2.095</c:v>
                </c:pt>
                <c:pt idx="1000">
                  <c:v>2.019</c:v>
                </c:pt>
                <c:pt idx="1001">
                  <c:v>0.8</c:v>
                </c:pt>
                <c:pt idx="1002">
                  <c:v>2.262</c:v>
                </c:pt>
                <c:pt idx="1003">
                  <c:v>2.99</c:v>
                </c:pt>
                <c:pt idx="1004">
                  <c:v>1.13</c:v>
                </c:pt>
                <c:pt idx="1005">
                  <c:v>3.02</c:v>
                </c:pt>
                <c:pt idx="1006">
                  <c:v>2.15</c:v>
                </c:pt>
                <c:pt idx="1007">
                  <c:v>2.186</c:v>
                </c:pt>
                <c:pt idx="1008">
                  <c:v>3.03</c:v>
                </c:pt>
                <c:pt idx="1009">
                  <c:v>3.9</c:v>
                </c:pt>
                <c:pt idx="1010">
                  <c:v>1.528</c:v>
                </c:pt>
                <c:pt idx="1011">
                  <c:v>1.8</c:v>
                </c:pt>
                <c:pt idx="1012">
                  <c:v>2.8</c:v>
                </c:pt>
                <c:pt idx="1013">
                  <c:v>1.273</c:v>
                </c:pt>
                <c:pt idx="1014">
                  <c:v>2.73</c:v>
                </c:pt>
                <c:pt idx="1015">
                  <c:v>1.914</c:v>
                </c:pt>
                <c:pt idx="1016">
                  <c:v>2.86</c:v>
                </c:pt>
                <c:pt idx="1017">
                  <c:v>2.274</c:v>
                </c:pt>
                <c:pt idx="1018">
                  <c:v>2.79</c:v>
                </c:pt>
                <c:pt idx="1019">
                  <c:v>2.467</c:v>
                </c:pt>
                <c:pt idx="1020">
                  <c:v>3.64</c:v>
                </c:pt>
                <c:pt idx="1021">
                  <c:v>2.9</c:v>
                </c:pt>
                <c:pt idx="1022">
                  <c:v>1.28</c:v>
                </c:pt>
                <c:pt idx="1023">
                  <c:v>2.41</c:v>
                </c:pt>
                <c:pt idx="1024">
                  <c:v>1.538</c:v>
                </c:pt>
                <c:pt idx="1025">
                  <c:v>2.41</c:v>
                </c:pt>
                <c:pt idx="1026">
                  <c:v>2.25</c:v>
                </c:pt>
                <c:pt idx="1027">
                  <c:v>2.587</c:v>
                </c:pt>
                <c:pt idx="1028">
                  <c:v>1.02</c:v>
                </c:pt>
                <c:pt idx="1029">
                  <c:v>1.18</c:v>
                </c:pt>
                <c:pt idx="1030">
                  <c:v>2.49</c:v>
                </c:pt>
                <c:pt idx="1031">
                  <c:v>2.19</c:v>
                </c:pt>
                <c:pt idx="1032">
                  <c:v>1.35</c:v>
                </c:pt>
                <c:pt idx="1033">
                  <c:v>1.5</c:v>
                </c:pt>
                <c:pt idx="1034">
                  <c:v>1.67</c:v>
                </c:pt>
                <c:pt idx="1035">
                  <c:v>2.28</c:v>
                </c:pt>
                <c:pt idx="1036">
                  <c:v>2.54</c:v>
                </c:pt>
                <c:pt idx="1037">
                  <c:v>2.896</c:v>
                </c:pt>
                <c:pt idx="1038">
                  <c:v>2.07</c:v>
                </c:pt>
                <c:pt idx="1039">
                  <c:v>2.42</c:v>
                </c:pt>
                <c:pt idx="1040">
                  <c:v>3.31</c:v>
                </c:pt>
                <c:pt idx="1041">
                  <c:v>2.695</c:v>
                </c:pt>
                <c:pt idx="1042">
                  <c:v>3.39</c:v>
                </c:pt>
                <c:pt idx="1043">
                  <c:v>2.224</c:v>
                </c:pt>
                <c:pt idx="1044">
                  <c:v>2.66</c:v>
                </c:pt>
                <c:pt idx="1045">
                  <c:v>1.438</c:v>
                </c:pt>
                <c:pt idx="1046">
                  <c:v>1.23</c:v>
                </c:pt>
                <c:pt idx="1047">
                  <c:v>1.929</c:v>
                </c:pt>
                <c:pt idx="1048">
                  <c:v>2.02</c:v>
                </c:pt>
                <c:pt idx="1049">
                  <c:v>2.466</c:v>
                </c:pt>
                <c:pt idx="1050">
                  <c:v>2.31</c:v>
                </c:pt>
                <c:pt idx="1051">
                  <c:v>1.392</c:v>
                </c:pt>
                <c:pt idx="1052">
                  <c:v>2.15</c:v>
                </c:pt>
                <c:pt idx="1053">
                  <c:v>1.28</c:v>
                </c:pt>
                <c:pt idx="1054">
                  <c:v>3.49</c:v>
                </c:pt>
                <c:pt idx="1055">
                  <c:v>0.82</c:v>
                </c:pt>
                <c:pt idx="1056">
                  <c:v>1.2</c:v>
                </c:pt>
                <c:pt idx="1057">
                  <c:v>1.511</c:v>
                </c:pt>
                <c:pt idx="1058">
                  <c:v>0.96</c:v>
                </c:pt>
                <c:pt idx="1059">
                  <c:v>1.21</c:v>
                </c:pt>
                <c:pt idx="1060">
                  <c:v>3.36</c:v>
                </c:pt>
                <c:pt idx="1061">
                  <c:v>2.67</c:v>
                </c:pt>
                <c:pt idx="1062">
                  <c:v>1.16</c:v>
                </c:pt>
                <c:pt idx="1063">
                  <c:v>0.88</c:v>
                </c:pt>
                <c:pt idx="1064">
                  <c:v>2.453</c:v>
                </c:pt>
                <c:pt idx="1065">
                  <c:v>3.742</c:v>
                </c:pt>
                <c:pt idx="1066">
                  <c:v>2.22</c:v>
                </c:pt>
                <c:pt idx="1067">
                  <c:v>2.854</c:v>
                </c:pt>
                <c:pt idx="1068">
                  <c:v>2.13</c:v>
                </c:pt>
                <c:pt idx="1069">
                  <c:v>2.11</c:v>
                </c:pt>
                <c:pt idx="1070">
                  <c:v>2.73</c:v>
                </c:pt>
                <c:pt idx="1071">
                  <c:v>1.34</c:v>
                </c:pt>
                <c:pt idx="1072">
                  <c:v>1.59</c:v>
                </c:pt>
                <c:pt idx="1073">
                  <c:v>2.69</c:v>
                </c:pt>
                <c:pt idx="1074">
                  <c:v>2.268</c:v>
                </c:pt>
                <c:pt idx="1075">
                  <c:v>1.7</c:v>
                </c:pt>
                <c:pt idx="1076">
                  <c:v>0.93</c:v>
                </c:pt>
                <c:pt idx="1077">
                  <c:v>1.61</c:v>
                </c:pt>
                <c:pt idx="1078">
                  <c:v>1.73</c:v>
                </c:pt>
                <c:pt idx="1079">
                  <c:v>2.2</c:v>
                </c:pt>
                <c:pt idx="1080">
                  <c:v>1.38</c:v>
                </c:pt>
                <c:pt idx="1081">
                  <c:v>2.63</c:v>
                </c:pt>
                <c:pt idx="1082">
                  <c:v>1.29</c:v>
                </c:pt>
                <c:pt idx="1083">
                  <c:v>1.42</c:v>
                </c:pt>
                <c:pt idx="1084">
                  <c:v>2.15</c:v>
                </c:pt>
                <c:pt idx="1085">
                  <c:v>2.08</c:v>
                </c:pt>
                <c:pt idx="1086">
                  <c:v>0.853</c:v>
                </c:pt>
                <c:pt idx="1087">
                  <c:v>2.864</c:v>
                </c:pt>
                <c:pt idx="1088">
                  <c:v>1.31</c:v>
                </c:pt>
                <c:pt idx="1089">
                  <c:v>1.66</c:v>
                </c:pt>
                <c:pt idx="1090">
                  <c:v>1.41</c:v>
                </c:pt>
                <c:pt idx="1091">
                  <c:v>1.46</c:v>
                </c:pt>
                <c:pt idx="1092">
                  <c:v>1.25</c:v>
                </c:pt>
                <c:pt idx="1093">
                  <c:v>2.545</c:v>
                </c:pt>
                <c:pt idx="1094">
                  <c:v>2.67</c:v>
                </c:pt>
                <c:pt idx="1095">
                  <c:v>2.68</c:v>
                </c:pt>
                <c:pt idx="1096">
                  <c:v>1.03</c:v>
                </c:pt>
                <c:pt idx="1097">
                  <c:v>2.23</c:v>
                </c:pt>
                <c:pt idx="1098">
                  <c:v>3.172</c:v>
                </c:pt>
                <c:pt idx="1099">
                  <c:v>1.52</c:v>
                </c:pt>
                <c:pt idx="1100">
                  <c:v>1.272</c:v>
                </c:pt>
                <c:pt idx="1101">
                  <c:v>1.14</c:v>
                </c:pt>
                <c:pt idx="1102">
                  <c:v>1.12</c:v>
                </c:pt>
                <c:pt idx="1103">
                  <c:v>2.05</c:v>
                </c:pt>
                <c:pt idx="1104">
                  <c:v>2.32</c:v>
                </c:pt>
                <c:pt idx="1105">
                  <c:v>0.567</c:v>
                </c:pt>
                <c:pt idx="1106">
                  <c:v>3.182</c:v>
                </c:pt>
                <c:pt idx="1107">
                  <c:v>1.642</c:v>
                </c:pt>
                <c:pt idx="1108">
                  <c:v>0.92</c:v>
                </c:pt>
                <c:pt idx="1109">
                  <c:v>1.638</c:v>
                </c:pt>
                <c:pt idx="1110">
                  <c:v>1.92</c:v>
                </c:pt>
                <c:pt idx="1111">
                  <c:v>2.14</c:v>
                </c:pt>
                <c:pt idx="1112">
                  <c:v>1.51</c:v>
                </c:pt>
                <c:pt idx="1113">
                  <c:v>1.21</c:v>
                </c:pt>
                <c:pt idx="1114">
                  <c:v>1.44</c:v>
                </c:pt>
                <c:pt idx="1115">
                  <c:v>1.31</c:v>
                </c:pt>
                <c:pt idx="1116">
                  <c:v>1.71</c:v>
                </c:pt>
                <c:pt idx="1117">
                  <c:v>3.53</c:v>
                </c:pt>
                <c:pt idx="1118">
                  <c:v>2.06</c:v>
                </c:pt>
                <c:pt idx="1119">
                  <c:v>2.4</c:v>
                </c:pt>
                <c:pt idx="1120">
                  <c:v>3.01</c:v>
                </c:pt>
                <c:pt idx="1121">
                  <c:v>2.57</c:v>
                </c:pt>
                <c:pt idx="1122">
                  <c:v>2.41</c:v>
                </c:pt>
                <c:pt idx="1123">
                  <c:v>1.54</c:v>
                </c:pt>
                <c:pt idx="1124">
                  <c:v>1.78</c:v>
                </c:pt>
                <c:pt idx="1125">
                  <c:v>2.579</c:v>
                </c:pt>
                <c:pt idx="1126">
                  <c:v>3.69</c:v>
                </c:pt>
                <c:pt idx="1127">
                  <c:v>1.99</c:v>
                </c:pt>
                <c:pt idx="1128">
                  <c:v>1.38</c:v>
                </c:pt>
                <c:pt idx="1129">
                  <c:v>2.35</c:v>
                </c:pt>
                <c:pt idx="1130">
                  <c:v>3.3</c:v>
                </c:pt>
                <c:pt idx="1131">
                  <c:v>1.75</c:v>
                </c:pt>
                <c:pt idx="1132">
                  <c:v>1.25</c:v>
                </c:pt>
                <c:pt idx="1133">
                  <c:v>1.695</c:v>
                </c:pt>
                <c:pt idx="1134">
                  <c:v>2.33</c:v>
                </c:pt>
                <c:pt idx="1135">
                  <c:v>2.54</c:v>
                </c:pt>
                <c:pt idx="1136">
                  <c:v>1.64</c:v>
                </c:pt>
                <c:pt idx="1137">
                  <c:v>3.453</c:v>
                </c:pt>
                <c:pt idx="1138">
                  <c:v>2.85</c:v>
                </c:pt>
                <c:pt idx="1139">
                  <c:v>3.69</c:v>
                </c:pt>
                <c:pt idx="1140">
                  <c:v>2.99</c:v>
                </c:pt>
                <c:pt idx="1141">
                  <c:v>1.97</c:v>
                </c:pt>
                <c:pt idx="1142">
                  <c:v>1.52</c:v>
                </c:pt>
                <c:pt idx="1143">
                  <c:v>1.674</c:v>
                </c:pt>
                <c:pt idx="1144">
                  <c:v>2.52</c:v>
                </c:pt>
                <c:pt idx="1145">
                  <c:v>0.95</c:v>
                </c:pt>
                <c:pt idx="1146">
                  <c:v>2.48</c:v>
                </c:pt>
                <c:pt idx="1147">
                  <c:v>0.74</c:v>
                </c:pt>
                <c:pt idx="1148">
                  <c:v>1.4</c:v>
                </c:pt>
                <c:pt idx="1149">
                  <c:v>2.5</c:v>
                </c:pt>
                <c:pt idx="1150">
                  <c:v>1.52</c:v>
                </c:pt>
                <c:pt idx="1151">
                  <c:v>1.982</c:v>
                </c:pt>
                <c:pt idx="1152">
                  <c:v>2.268</c:v>
                </c:pt>
                <c:pt idx="1153">
                  <c:v>2.52</c:v>
                </c:pt>
                <c:pt idx="1154">
                  <c:v>2.438</c:v>
                </c:pt>
                <c:pt idx="1155">
                  <c:v>1.627</c:v>
                </c:pt>
                <c:pt idx="1156">
                  <c:v>1.39</c:v>
                </c:pt>
                <c:pt idx="1157">
                  <c:v>1.18</c:v>
                </c:pt>
                <c:pt idx="1158">
                  <c:v>2.32</c:v>
                </c:pt>
                <c:pt idx="1159">
                  <c:v>2.57</c:v>
                </c:pt>
                <c:pt idx="1160">
                  <c:v>2.76</c:v>
                </c:pt>
                <c:pt idx="1161">
                  <c:v>2.58</c:v>
                </c:pt>
                <c:pt idx="1162">
                  <c:v>2.64</c:v>
                </c:pt>
                <c:pt idx="1163">
                  <c:v>0.837</c:v>
                </c:pt>
                <c:pt idx="1164">
                  <c:v>2</c:v>
                </c:pt>
                <c:pt idx="1165">
                  <c:v>1.69</c:v>
                </c:pt>
                <c:pt idx="1166">
                  <c:v>0.802</c:v>
                </c:pt>
                <c:pt idx="1167">
                  <c:v>3.109</c:v>
                </c:pt>
                <c:pt idx="1168">
                  <c:v>2.51</c:v>
                </c:pt>
                <c:pt idx="1169">
                  <c:v>1.42</c:v>
                </c:pt>
                <c:pt idx="1170">
                  <c:v>1.418</c:v>
                </c:pt>
                <c:pt idx="1171">
                  <c:v>0.88</c:v>
                </c:pt>
                <c:pt idx="1172">
                  <c:v>1.251</c:v>
                </c:pt>
                <c:pt idx="1173">
                  <c:v>1.829</c:v>
                </c:pt>
                <c:pt idx="1174">
                  <c:v>2.02</c:v>
                </c:pt>
                <c:pt idx="1175">
                  <c:v>1.17</c:v>
                </c:pt>
                <c:pt idx="1176">
                  <c:v>1.13</c:v>
                </c:pt>
                <c:pt idx="1177">
                  <c:v>2.39</c:v>
                </c:pt>
                <c:pt idx="1178">
                  <c:v>2.02</c:v>
                </c:pt>
                <c:pt idx="1179">
                  <c:v>1.47</c:v>
                </c:pt>
                <c:pt idx="1180">
                  <c:v>2.58</c:v>
                </c:pt>
                <c:pt idx="1181">
                  <c:v>2.35</c:v>
                </c:pt>
                <c:pt idx="1182">
                  <c:v>0.92</c:v>
                </c:pt>
                <c:pt idx="1183">
                  <c:v>3</c:v>
                </c:pt>
                <c:pt idx="1184">
                  <c:v>2.53</c:v>
                </c:pt>
                <c:pt idx="1185">
                  <c:v>0.546</c:v>
                </c:pt>
                <c:pt idx="1186">
                  <c:v>1.99</c:v>
                </c:pt>
                <c:pt idx="1187">
                  <c:v>1.01</c:v>
                </c:pt>
                <c:pt idx="1188">
                  <c:v>1.85</c:v>
                </c:pt>
                <c:pt idx="1189">
                  <c:v>1.821</c:v>
                </c:pt>
                <c:pt idx="1190">
                  <c:v>1</c:v>
                </c:pt>
                <c:pt idx="1191">
                  <c:v>0.892</c:v>
                </c:pt>
                <c:pt idx="1192">
                  <c:v>2.54</c:v>
                </c:pt>
                <c:pt idx="1193">
                  <c:v>2.83</c:v>
                </c:pt>
                <c:pt idx="1194">
                  <c:v>0.705</c:v>
                </c:pt>
                <c:pt idx="1195">
                  <c:v>2.67</c:v>
                </c:pt>
                <c:pt idx="1196">
                  <c:v>1.28</c:v>
                </c:pt>
                <c:pt idx="1197">
                  <c:v>0.76</c:v>
                </c:pt>
                <c:pt idx="1198">
                  <c:v>2.19</c:v>
                </c:pt>
                <c:pt idx="1199">
                  <c:v>2.474</c:v>
                </c:pt>
                <c:pt idx="1200">
                  <c:v>0.818</c:v>
                </c:pt>
                <c:pt idx="1201">
                  <c:v>3.2</c:v>
                </c:pt>
                <c:pt idx="1202">
                  <c:v>1.075</c:v>
                </c:pt>
                <c:pt idx="1203">
                  <c:v>2.826</c:v>
                </c:pt>
                <c:pt idx="1204">
                  <c:v>2.923</c:v>
                </c:pt>
                <c:pt idx="1205">
                  <c:v>2.07</c:v>
                </c:pt>
                <c:pt idx="1206">
                  <c:v>0.86</c:v>
                </c:pt>
                <c:pt idx="1207">
                  <c:v>2.21</c:v>
                </c:pt>
                <c:pt idx="1208">
                  <c:v>3.095</c:v>
                </c:pt>
                <c:pt idx="1209">
                  <c:v>2.14</c:v>
                </c:pt>
                <c:pt idx="1210">
                  <c:v>3.62</c:v>
                </c:pt>
                <c:pt idx="1211">
                  <c:v>1.91</c:v>
                </c:pt>
                <c:pt idx="1212">
                  <c:v>1.014</c:v>
                </c:pt>
                <c:pt idx="1213">
                  <c:v>2.448</c:v>
                </c:pt>
                <c:pt idx="1214">
                  <c:v>2.734</c:v>
                </c:pt>
                <c:pt idx="1215">
                  <c:v>1.33</c:v>
                </c:pt>
                <c:pt idx="1216">
                  <c:v>1.6</c:v>
                </c:pt>
                <c:pt idx="1217">
                  <c:v>2.39</c:v>
                </c:pt>
                <c:pt idx="1218">
                  <c:v>1.31</c:v>
                </c:pt>
                <c:pt idx="1219">
                  <c:v>1.11</c:v>
                </c:pt>
                <c:pt idx="1220">
                  <c:v>2.905</c:v>
                </c:pt>
                <c:pt idx="1221">
                  <c:v>1.58</c:v>
                </c:pt>
                <c:pt idx="1222">
                  <c:v>3.324</c:v>
                </c:pt>
                <c:pt idx="1223">
                  <c:v>1.7</c:v>
                </c:pt>
                <c:pt idx="1224">
                  <c:v>1.46</c:v>
                </c:pt>
                <c:pt idx="1225">
                  <c:v>3.143</c:v>
                </c:pt>
                <c:pt idx="1226">
                  <c:v>2.72</c:v>
                </c:pt>
                <c:pt idx="1227">
                  <c:v>1.61</c:v>
                </c:pt>
                <c:pt idx="1228">
                  <c:v>2.749</c:v>
                </c:pt>
                <c:pt idx="1229">
                  <c:v>2.09</c:v>
                </c:pt>
                <c:pt idx="1230">
                  <c:v>1.76</c:v>
                </c:pt>
                <c:pt idx="1231">
                  <c:v>1.514</c:v>
                </c:pt>
                <c:pt idx="1232">
                  <c:v>1.52</c:v>
                </c:pt>
                <c:pt idx="1233">
                  <c:v>2.348</c:v>
                </c:pt>
                <c:pt idx="1234">
                  <c:v>1.25</c:v>
                </c:pt>
                <c:pt idx="1235">
                  <c:v>3.22</c:v>
                </c:pt>
                <c:pt idx="1236">
                  <c:v>1.84</c:v>
                </c:pt>
                <c:pt idx="1237">
                  <c:v>1.53</c:v>
                </c:pt>
                <c:pt idx="1238">
                  <c:v>2.5</c:v>
                </c:pt>
                <c:pt idx="1239">
                  <c:v>1.92</c:v>
                </c:pt>
                <c:pt idx="1240">
                  <c:v>2.57</c:v>
                </c:pt>
                <c:pt idx="1241">
                  <c:v>1.92</c:v>
                </c:pt>
                <c:pt idx="1242">
                  <c:v>1.04</c:v>
                </c:pt>
                <c:pt idx="1243">
                  <c:v>1.73</c:v>
                </c:pt>
                <c:pt idx="1244">
                  <c:v>1.798</c:v>
                </c:pt>
                <c:pt idx="1245">
                  <c:v>3.39</c:v>
                </c:pt>
                <c:pt idx="1246">
                  <c:v>3.4</c:v>
                </c:pt>
                <c:pt idx="1247">
                  <c:v>2.124</c:v>
                </c:pt>
                <c:pt idx="1248">
                  <c:v>2.44</c:v>
                </c:pt>
                <c:pt idx="1249">
                  <c:v>3.3</c:v>
                </c:pt>
                <c:pt idx="1250">
                  <c:v>1.57</c:v>
                </c:pt>
                <c:pt idx="1251">
                  <c:v>1.778</c:v>
                </c:pt>
                <c:pt idx="1252">
                  <c:v>1.946</c:v>
                </c:pt>
                <c:pt idx="1253">
                  <c:v>2.32</c:v>
                </c:pt>
                <c:pt idx="1254">
                  <c:v>2.58</c:v>
                </c:pt>
                <c:pt idx="1255">
                  <c:v>2.03</c:v>
                </c:pt>
                <c:pt idx="1256">
                  <c:v>1.25</c:v>
                </c:pt>
                <c:pt idx="1257">
                  <c:v>2.7</c:v>
                </c:pt>
                <c:pt idx="1258">
                  <c:v>2.56</c:v>
                </c:pt>
                <c:pt idx="1259">
                  <c:v>3.24</c:v>
                </c:pt>
                <c:pt idx="1260">
                  <c:v>0.91</c:v>
                </c:pt>
                <c:pt idx="1261">
                  <c:v>1.16</c:v>
                </c:pt>
                <c:pt idx="1262">
                  <c:v>1.38</c:v>
                </c:pt>
                <c:pt idx="1263">
                  <c:v>1.47</c:v>
                </c:pt>
                <c:pt idx="1264">
                  <c:v>2.21</c:v>
                </c:pt>
                <c:pt idx="1265">
                  <c:v>1.02</c:v>
                </c:pt>
                <c:pt idx="1266">
                  <c:v>1.367</c:v>
                </c:pt>
                <c:pt idx="1267">
                  <c:v>1.82</c:v>
                </c:pt>
                <c:pt idx="1268">
                  <c:v>2.18</c:v>
                </c:pt>
                <c:pt idx="1269">
                  <c:v>2.227</c:v>
                </c:pt>
                <c:pt idx="1270">
                  <c:v>1.45</c:v>
                </c:pt>
                <c:pt idx="1271">
                  <c:v>3.395</c:v>
                </c:pt>
                <c:pt idx="1272">
                  <c:v>2.08</c:v>
                </c:pt>
                <c:pt idx="1273">
                  <c:v>1.63</c:v>
                </c:pt>
                <c:pt idx="1274">
                  <c:v>1.68</c:v>
                </c:pt>
                <c:pt idx="1275">
                  <c:v>2.58</c:v>
                </c:pt>
                <c:pt idx="1276">
                  <c:v>2.11</c:v>
                </c:pt>
                <c:pt idx="1277">
                  <c:v>2.19</c:v>
                </c:pt>
                <c:pt idx="1278">
                  <c:v>2.33</c:v>
                </c:pt>
                <c:pt idx="1279">
                  <c:v>1.85</c:v>
                </c:pt>
                <c:pt idx="1280">
                  <c:v>2.654</c:v>
                </c:pt>
                <c:pt idx="1281">
                  <c:v>2.13</c:v>
                </c:pt>
                <c:pt idx="1282">
                  <c:v>2.587</c:v>
                </c:pt>
                <c:pt idx="1283">
                  <c:v>2.51</c:v>
                </c:pt>
                <c:pt idx="1284">
                  <c:v>2.359</c:v>
                </c:pt>
                <c:pt idx="1285">
                  <c:v>2.27</c:v>
                </c:pt>
                <c:pt idx="1286">
                  <c:v>1.66</c:v>
                </c:pt>
                <c:pt idx="1287">
                  <c:v>2.12</c:v>
                </c:pt>
                <c:pt idx="1288">
                  <c:v>2.3</c:v>
                </c:pt>
                <c:pt idx="1289">
                  <c:v>1.82</c:v>
                </c:pt>
                <c:pt idx="1290">
                  <c:v>2.569</c:v>
                </c:pt>
                <c:pt idx="1291">
                  <c:v>1.017</c:v>
                </c:pt>
                <c:pt idx="1292">
                  <c:v>2.91</c:v>
                </c:pt>
                <c:pt idx="1293">
                  <c:v>1.61</c:v>
                </c:pt>
                <c:pt idx="1294">
                  <c:v>3.06</c:v>
                </c:pt>
                <c:pt idx="1295">
                  <c:v>2.01</c:v>
                </c:pt>
                <c:pt idx="1296">
                  <c:v>1.19</c:v>
                </c:pt>
                <c:pt idx="1297">
                  <c:v>2.23</c:v>
                </c:pt>
                <c:pt idx="1298">
                  <c:v>1.82</c:v>
                </c:pt>
                <c:pt idx="1299">
                  <c:v>3.29</c:v>
                </c:pt>
                <c:pt idx="1300">
                  <c:v>1.66</c:v>
                </c:pt>
                <c:pt idx="1301">
                  <c:v>1.92</c:v>
                </c:pt>
                <c:pt idx="1302">
                  <c:v>3.558</c:v>
                </c:pt>
                <c:pt idx="1303">
                  <c:v>2</c:v>
                </c:pt>
                <c:pt idx="1304">
                  <c:v>1.59</c:v>
                </c:pt>
                <c:pt idx="1305">
                  <c:v>3.297</c:v>
                </c:pt>
                <c:pt idx="1306">
                  <c:v>1.96</c:v>
                </c:pt>
                <c:pt idx="1307">
                  <c:v>2.181</c:v>
                </c:pt>
                <c:pt idx="1308">
                  <c:v>1.96</c:v>
                </c:pt>
                <c:pt idx="1309">
                  <c:v>1.43</c:v>
                </c:pt>
                <c:pt idx="1310">
                  <c:v>2.246</c:v>
                </c:pt>
                <c:pt idx="1311">
                  <c:v>2.466</c:v>
                </c:pt>
                <c:pt idx="1312">
                  <c:v>3.41</c:v>
                </c:pt>
                <c:pt idx="1313">
                  <c:v>1.9</c:v>
                </c:pt>
                <c:pt idx="1314">
                  <c:v>1.38</c:v>
                </c:pt>
                <c:pt idx="1315">
                  <c:v>2.18</c:v>
                </c:pt>
                <c:pt idx="1316">
                  <c:v>1.778</c:v>
                </c:pt>
                <c:pt idx="1317">
                  <c:v>2.562</c:v>
                </c:pt>
                <c:pt idx="1318">
                  <c:v>3.05</c:v>
                </c:pt>
                <c:pt idx="1319">
                  <c:v>1.857</c:v>
                </c:pt>
                <c:pt idx="1320">
                  <c:v>2.6</c:v>
                </c:pt>
                <c:pt idx="1321">
                  <c:v>2.309</c:v>
                </c:pt>
                <c:pt idx="1322">
                  <c:v>1.65</c:v>
                </c:pt>
                <c:pt idx="1323">
                  <c:v>3.65</c:v>
                </c:pt>
                <c:pt idx="1324">
                  <c:v>1.38</c:v>
                </c:pt>
                <c:pt idx="1325">
                  <c:v>1.57</c:v>
                </c:pt>
                <c:pt idx="1326">
                  <c:v>2.03</c:v>
                </c:pt>
                <c:pt idx="1327">
                  <c:v>2.52</c:v>
                </c:pt>
                <c:pt idx="1328">
                  <c:v>2.916</c:v>
                </c:pt>
                <c:pt idx="1329">
                  <c:v>1.62</c:v>
                </c:pt>
                <c:pt idx="1330">
                  <c:v>3.01</c:v>
                </c:pt>
                <c:pt idx="1331">
                  <c:v>1.4</c:v>
                </c:pt>
                <c:pt idx="1332">
                  <c:v>2.469</c:v>
                </c:pt>
                <c:pt idx="1333">
                  <c:v>2.148</c:v>
                </c:pt>
                <c:pt idx="1334">
                  <c:v>1.19</c:v>
                </c:pt>
                <c:pt idx="1335">
                  <c:v>2.2</c:v>
                </c:pt>
                <c:pt idx="1336">
                  <c:v>1.72</c:v>
                </c:pt>
                <c:pt idx="1337">
                  <c:v>2.87</c:v>
                </c:pt>
                <c:pt idx="1338">
                  <c:v>2.759</c:v>
                </c:pt>
                <c:pt idx="1339">
                  <c:v>2.419</c:v>
                </c:pt>
                <c:pt idx="1340">
                  <c:v>1.7</c:v>
                </c:pt>
                <c:pt idx="1341">
                  <c:v>1.29</c:v>
                </c:pt>
                <c:pt idx="1342">
                  <c:v>2.888</c:v>
                </c:pt>
                <c:pt idx="1343">
                  <c:v>2.93</c:v>
                </c:pt>
                <c:pt idx="1344">
                  <c:v>1.045</c:v>
                </c:pt>
                <c:pt idx="1345">
                  <c:v>3.06</c:v>
                </c:pt>
                <c:pt idx="1346">
                  <c:v>1.36</c:v>
                </c:pt>
                <c:pt idx="1347">
                  <c:v>2.69</c:v>
                </c:pt>
                <c:pt idx="1348">
                  <c:v>2.23</c:v>
                </c:pt>
                <c:pt idx="1349">
                  <c:v>2.57</c:v>
                </c:pt>
                <c:pt idx="1350">
                  <c:v>2.209</c:v>
                </c:pt>
                <c:pt idx="1351">
                  <c:v>2.35</c:v>
                </c:pt>
                <c:pt idx="1352">
                  <c:v>1.76</c:v>
                </c:pt>
                <c:pt idx="1353">
                  <c:v>1.84</c:v>
                </c:pt>
                <c:pt idx="1354">
                  <c:v>2.69</c:v>
                </c:pt>
                <c:pt idx="1355">
                  <c:v>0.6</c:v>
                </c:pt>
                <c:pt idx="1356">
                  <c:v>2.17</c:v>
                </c:pt>
                <c:pt idx="1357">
                  <c:v>1.56</c:v>
                </c:pt>
                <c:pt idx="1358">
                  <c:v>2.39</c:v>
                </c:pt>
                <c:pt idx="1359">
                  <c:v>1.2</c:v>
                </c:pt>
                <c:pt idx="1360">
                  <c:v>1.79</c:v>
                </c:pt>
                <c:pt idx="1361">
                  <c:v>2.729</c:v>
                </c:pt>
                <c:pt idx="1362">
                  <c:v>2.75</c:v>
                </c:pt>
                <c:pt idx="1363">
                  <c:v>1.44</c:v>
                </c:pt>
                <c:pt idx="1364">
                  <c:v>2.18</c:v>
                </c:pt>
                <c:pt idx="1365">
                  <c:v>1.85</c:v>
                </c:pt>
                <c:pt idx="1366">
                  <c:v>2.12</c:v>
                </c:pt>
                <c:pt idx="1367">
                  <c:v>2.74</c:v>
                </c:pt>
                <c:pt idx="1368">
                  <c:v>2.038</c:v>
                </c:pt>
                <c:pt idx="1369">
                  <c:v>2.049</c:v>
                </c:pt>
                <c:pt idx="1370">
                  <c:v>2.76</c:v>
                </c:pt>
                <c:pt idx="1371">
                  <c:v>1.59</c:v>
                </c:pt>
                <c:pt idx="1372">
                  <c:v>2.44</c:v>
                </c:pt>
                <c:pt idx="1373">
                  <c:v>2.328</c:v>
                </c:pt>
                <c:pt idx="1374">
                  <c:v>2.13</c:v>
                </c:pt>
                <c:pt idx="1375">
                  <c:v>2.1</c:v>
                </c:pt>
                <c:pt idx="1376">
                  <c:v>0.979</c:v>
                </c:pt>
                <c:pt idx="1377">
                  <c:v>3.03</c:v>
                </c:pt>
                <c:pt idx="1378">
                  <c:v>2.661</c:v>
                </c:pt>
                <c:pt idx="1379">
                  <c:v>1.14</c:v>
                </c:pt>
                <c:pt idx="1380">
                  <c:v>2.75</c:v>
                </c:pt>
                <c:pt idx="1381">
                  <c:v>1.361</c:v>
                </c:pt>
                <c:pt idx="1382">
                  <c:v>2</c:v>
                </c:pt>
                <c:pt idx="1383">
                  <c:v>2.71</c:v>
                </c:pt>
                <c:pt idx="1384">
                  <c:v>3.072</c:v>
                </c:pt>
                <c:pt idx="1385">
                  <c:v>2.66</c:v>
                </c:pt>
                <c:pt idx="1386">
                  <c:v>1.265</c:v>
                </c:pt>
                <c:pt idx="1387">
                  <c:v>1.345</c:v>
                </c:pt>
                <c:pt idx="1388">
                  <c:v>2.203</c:v>
                </c:pt>
                <c:pt idx="1389">
                  <c:v>0.741</c:v>
                </c:pt>
                <c:pt idx="1390">
                  <c:v>2.077</c:v>
                </c:pt>
                <c:pt idx="1391">
                  <c:v>1.64</c:v>
                </c:pt>
                <c:pt idx="1392">
                  <c:v>2.346</c:v>
                </c:pt>
                <c:pt idx="1393">
                  <c:v>2.06</c:v>
                </c:pt>
                <c:pt idx="1394">
                  <c:v>2.83</c:v>
                </c:pt>
                <c:pt idx="1395">
                  <c:v>2.612</c:v>
                </c:pt>
                <c:pt idx="1396">
                  <c:v>2.65</c:v>
                </c:pt>
                <c:pt idx="1397">
                  <c:v>2.78</c:v>
                </c:pt>
                <c:pt idx="1398">
                  <c:v>2.945</c:v>
                </c:pt>
                <c:pt idx="1399">
                  <c:v>3.44</c:v>
                </c:pt>
                <c:pt idx="1400">
                  <c:v>1.84</c:v>
                </c:pt>
                <c:pt idx="1401">
                  <c:v>1.3</c:v>
                </c:pt>
                <c:pt idx="1402">
                  <c:v>1.5</c:v>
                </c:pt>
                <c:pt idx="1403">
                  <c:v>2.74</c:v>
                </c:pt>
                <c:pt idx="1404">
                  <c:v>2.16</c:v>
                </c:pt>
                <c:pt idx="1405">
                  <c:v>2.95</c:v>
                </c:pt>
                <c:pt idx="1406">
                  <c:v>2.71</c:v>
                </c:pt>
                <c:pt idx="1407">
                  <c:v>2.301</c:v>
                </c:pt>
                <c:pt idx="1408">
                  <c:v>2.66</c:v>
                </c:pt>
                <c:pt idx="1409">
                  <c:v>0.914</c:v>
                </c:pt>
                <c:pt idx="1410">
                  <c:v>2.365</c:v>
                </c:pt>
                <c:pt idx="1411">
                  <c:v>2.41</c:v>
                </c:pt>
                <c:pt idx="1412">
                  <c:v>1.55</c:v>
                </c:pt>
                <c:pt idx="1413">
                  <c:v>2.43</c:v>
                </c:pt>
                <c:pt idx="1414">
                  <c:v>1.483</c:v>
                </c:pt>
                <c:pt idx="1415">
                  <c:v>2.1</c:v>
                </c:pt>
                <c:pt idx="1416">
                  <c:v>3.75</c:v>
                </c:pt>
                <c:pt idx="1417">
                  <c:v>2.73</c:v>
                </c:pt>
                <c:pt idx="1418">
                  <c:v>2.28</c:v>
                </c:pt>
                <c:pt idx="1419">
                  <c:v>2.078</c:v>
                </c:pt>
                <c:pt idx="1420">
                  <c:v>0.86</c:v>
                </c:pt>
                <c:pt idx="1421">
                  <c:v>2.64</c:v>
                </c:pt>
                <c:pt idx="1422">
                  <c:v>2.5</c:v>
                </c:pt>
                <c:pt idx="1423">
                  <c:v>1.73</c:v>
                </c:pt>
                <c:pt idx="1424">
                  <c:v>2.41</c:v>
                </c:pt>
                <c:pt idx="1425">
                  <c:v>1.357</c:v>
                </c:pt>
                <c:pt idx="1426">
                  <c:v>1.35</c:v>
                </c:pt>
                <c:pt idx="1427">
                  <c:v>1.26</c:v>
                </c:pt>
                <c:pt idx="1428">
                  <c:v>1.65</c:v>
                </c:pt>
                <c:pt idx="1429">
                  <c:v>1.1</c:v>
                </c:pt>
                <c:pt idx="1430">
                  <c:v>2.03</c:v>
                </c:pt>
                <c:pt idx="1431">
                  <c:v>2.19</c:v>
                </c:pt>
                <c:pt idx="1432">
                  <c:v>3.31</c:v>
                </c:pt>
                <c:pt idx="1433">
                  <c:v>2.38</c:v>
                </c:pt>
                <c:pt idx="1434">
                  <c:v>3.09</c:v>
                </c:pt>
                <c:pt idx="1435">
                  <c:v>3.2</c:v>
                </c:pt>
                <c:pt idx="1436">
                  <c:v>1.59</c:v>
                </c:pt>
                <c:pt idx="1437">
                  <c:v>2.38</c:v>
                </c:pt>
                <c:pt idx="1438">
                  <c:v>1.36</c:v>
                </c:pt>
                <c:pt idx="1439">
                  <c:v>1.59</c:v>
                </c:pt>
                <c:pt idx="1440">
                  <c:v>2.933</c:v>
                </c:pt>
                <c:pt idx="1441">
                  <c:v>2.48</c:v>
                </c:pt>
                <c:pt idx="1442">
                  <c:v>2.06</c:v>
                </c:pt>
                <c:pt idx="1443">
                  <c:v>2.34</c:v>
                </c:pt>
                <c:pt idx="1444">
                  <c:v>1.8</c:v>
                </c:pt>
                <c:pt idx="1445">
                  <c:v>1.43</c:v>
                </c:pt>
                <c:pt idx="1446">
                  <c:v>1.154</c:v>
                </c:pt>
                <c:pt idx="1447">
                  <c:v>0.64</c:v>
                </c:pt>
                <c:pt idx="1448">
                  <c:v>2.55</c:v>
                </c:pt>
                <c:pt idx="1449">
                  <c:v>1.23</c:v>
                </c:pt>
                <c:pt idx="1450">
                  <c:v>2.01</c:v>
                </c:pt>
                <c:pt idx="1451">
                  <c:v>3.58</c:v>
                </c:pt>
                <c:pt idx="1452">
                  <c:v>2.59</c:v>
                </c:pt>
                <c:pt idx="1453">
                  <c:v>2.84</c:v>
                </c:pt>
                <c:pt idx="1454">
                  <c:v>1.74</c:v>
                </c:pt>
                <c:pt idx="1455">
                  <c:v>1.67</c:v>
                </c:pt>
                <c:pt idx="1456">
                  <c:v>2.11</c:v>
                </c:pt>
                <c:pt idx="1457">
                  <c:v>2.9</c:v>
                </c:pt>
                <c:pt idx="1458">
                  <c:v>2.18</c:v>
                </c:pt>
                <c:pt idx="1459">
                  <c:v>2.352</c:v>
                </c:pt>
                <c:pt idx="1460">
                  <c:v>1.42</c:v>
                </c:pt>
                <c:pt idx="1461">
                  <c:v>2.43</c:v>
                </c:pt>
                <c:pt idx="1462">
                  <c:v>1.23</c:v>
                </c:pt>
                <c:pt idx="1463">
                  <c:v>1.77</c:v>
                </c:pt>
                <c:pt idx="1464">
                  <c:v>2.48</c:v>
                </c:pt>
                <c:pt idx="1465">
                  <c:v>2.75</c:v>
                </c:pt>
                <c:pt idx="1466">
                  <c:v>1.33</c:v>
                </c:pt>
                <c:pt idx="1467">
                  <c:v>3.62</c:v>
                </c:pt>
                <c:pt idx="1468">
                  <c:v>1.96</c:v>
                </c:pt>
                <c:pt idx="1469">
                  <c:v>1.52</c:v>
                </c:pt>
                <c:pt idx="1470">
                  <c:v>1.176</c:v>
                </c:pt>
                <c:pt idx="1471">
                  <c:v>2.29</c:v>
                </c:pt>
                <c:pt idx="1472">
                  <c:v>1.45</c:v>
                </c:pt>
                <c:pt idx="1473">
                  <c:v>2.37</c:v>
                </c:pt>
                <c:pt idx="1474">
                  <c:v>2</c:v>
                </c:pt>
                <c:pt idx="1475">
                  <c:v>0.96</c:v>
                </c:pt>
                <c:pt idx="1476">
                  <c:v>1.15</c:v>
                </c:pt>
                <c:pt idx="1477">
                  <c:v>2.67</c:v>
                </c:pt>
                <c:pt idx="1478">
                  <c:v>2.079</c:v>
                </c:pt>
                <c:pt idx="1479">
                  <c:v>2.29</c:v>
                </c:pt>
                <c:pt idx="1480">
                  <c:v>1.64</c:v>
                </c:pt>
                <c:pt idx="1481">
                  <c:v>2.349</c:v>
                </c:pt>
                <c:pt idx="1482">
                  <c:v>3.03</c:v>
                </c:pt>
                <c:pt idx="1483">
                  <c:v>2.13</c:v>
                </c:pt>
                <c:pt idx="1484">
                  <c:v>3.005</c:v>
                </c:pt>
                <c:pt idx="1485">
                  <c:v>2.536</c:v>
                </c:pt>
                <c:pt idx="1486">
                  <c:v>2.865</c:v>
                </c:pt>
                <c:pt idx="1487">
                  <c:v>2.3</c:v>
                </c:pt>
                <c:pt idx="1488">
                  <c:v>2.15</c:v>
                </c:pt>
                <c:pt idx="1489">
                  <c:v>2.67</c:v>
                </c:pt>
                <c:pt idx="1490">
                  <c:v>2.894</c:v>
                </c:pt>
                <c:pt idx="1491">
                  <c:v>1.61</c:v>
                </c:pt>
                <c:pt idx="1492">
                  <c:v>2.426</c:v>
                </c:pt>
                <c:pt idx="1493">
                  <c:v>2.52</c:v>
                </c:pt>
                <c:pt idx="1494">
                  <c:v>1.65</c:v>
                </c:pt>
                <c:pt idx="1495">
                  <c:v>2.444</c:v>
                </c:pt>
                <c:pt idx="1496">
                  <c:v>3.438</c:v>
                </c:pt>
                <c:pt idx="1497">
                  <c:v>2.24</c:v>
                </c:pt>
                <c:pt idx="1498">
                  <c:v>1.37</c:v>
                </c:pt>
                <c:pt idx="1499">
                  <c:v>2.23</c:v>
                </c:pt>
                <c:pt idx="1500">
                  <c:v>2.73</c:v>
                </c:pt>
                <c:pt idx="1501">
                  <c:v>2.753</c:v>
                </c:pt>
                <c:pt idx="1502">
                  <c:v>2.06</c:v>
                </c:pt>
                <c:pt idx="1503">
                  <c:v>2.36</c:v>
                </c:pt>
                <c:pt idx="1504">
                  <c:v>2.13</c:v>
                </c:pt>
                <c:pt idx="1505">
                  <c:v>2.55</c:v>
                </c:pt>
                <c:pt idx="1506">
                  <c:v>2.061</c:v>
                </c:pt>
                <c:pt idx="1507">
                  <c:v>2.26</c:v>
                </c:pt>
                <c:pt idx="1508">
                  <c:v>2.003</c:v>
                </c:pt>
                <c:pt idx="1509">
                  <c:v>1.672</c:v>
                </c:pt>
                <c:pt idx="1510">
                  <c:v>2.457</c:v>
                </c:pt>
                <c:pt idx="1511">
                  <c:v>2.32</c:v>
                </c:pt>
                <c:pt idx="1512">
                  <c:v>3.17</c:v>
                </c:pt>
                <c:pt idx="1513">
                  <c:v>2.453</c:v>
                </c:pt>
                <c:pt idx="1514">
                  <c:v>2.478</c:v>
                </c:pt>
                <c:pt idx="1515">
                  <c:v>2.07</c:v>
                </c:pt>
                <c:pt idx="1516">
                  <c:v>1.2</c:v>
                </c:pt>
                <c:pt idx="1517">
                  <c:v>2.576</c:v>
                </c:pt>
                <c:pt idx="1518">
                  <c:v>2.07</c:v>
                </c:pt>
                <c:pt idx="1519">
                  <c:v>2.94</c:v>
                </c:pt>
                <c:pt idx="1520">
                  <c:v>1.68</c:v>
                </c:pt>
                <c:pt idx="1521">
                  <c:v>2.001</c:v>
                </c:pt>
                <c:pt idx="1522">
                  <c:v>1.46</c:v>
                </c:pt>
                <c:pt idx="1523">
                  <c:v>2.68</c:v>
                </c:pt>
                <c:pt idx="1524">
                  <c:v>2.15</c:v>
                </c:pt>
                <c:pt idx="1525">
                  <c:v>2.05</c:v>
                </c:pt>
                <c:pt idx="1526">
                  <c:v>2.3</c:v>
                </c:pt>
                <c:pt idx="1527">
                  <c:v>1.96</c:v>
                </c:pt>
                <c:pt idx="1528">
                  <c:v>0.994</c:v>
                </c:pt>
                <c:pt idx="1529">
                  <c:v>1.36</c:v>
                </c:pt>
                <c:pt idx="1530">
                  <c:v>0.868</c:v>
                </c:pt>
                <c:pt idx="1531">
                  <c:v>1.44</c:v>
                </c:pt>
                <c:pt idx="1532">
                  <c:v>1.64</c:v>
                </c:pt>
                <c:pt idx="1533">
                  <c:v>2.789</c:v>
                </c:pt>
                <c:pt idx="1534">
                  <c:v>2.3</c:v>
                </c:pt>
                <c:pt idx="1535">
                  <c:v>2.17</c:v>
                </c:pt>
                <c:pt idx="1536">
                  <c:v>2.73</c:v>
                </c:pt>
                <c:pt idx="1537">
                  <c:v>2</c:v>
                </c:pt>
                <c:pt idx="1538">
                  <c:v>1.79</c:v>
                </c:pt>
                <c:pt idx="1539">
                  <c:v>2.79</c:v>
                </c:pt>
                <c:pt idx="1540">
                  <c:v>2</c:v>
                </c:pt>
                <c:pt idx="1541">
                  <c:v>1.01</c:v>
                </c:pt>
                <c:pt idx="1542">
                  <c:v>3.1</c:v>
                </c:pt>
                <c:pt idx="1543">
                  <c:v>1.16</c:v>
                </c:pt>
                <c:pt idx="1544">
                  <c:v>2.01</c:v>
                </c:pt>
                <c:pt idx="1545">
                  <c:v>1.54</c:v>
                </c:pt>
                <c:pt idx="1546">
                  <c:v>1.31</c:v>
                </c:pt>
                <c:pt idx="1547">
                  <c:v>2.95</c:v>
                </c:pt>
                <c:pt idx="1548">
                  <c:v>3.42</c:v>
                </c:pt>
                <c:pt idx="1549">
                  <c:v>2.17</c:v>
                </c:pt>
                <c:pt idx="1550">
                  <c:v>2.67</c:v>
                </c:pt>
                <c:pt idx="1551">
                  <c:v>1.18</c:v>
                </c:pt>
                <c:pt idx="1552">
                  <c:v>1.97</c:v>
                </c:pt>
                <c:pt idx="1553">
                  <c:v>2.03</c:v>
                </c:pt>
                <c:pt idx="1554">
                  <c:v>1.664</c:v>
                </c:pt>
                <c:pt idx="1555">
                  <c:v>2.05</c:v>
                </c:pt>
                <c:pt idx="1556">
                  <c:v>3.04</c:v>
                </c:pt>
                <c:pt idx="1557">
                  <c:v>2.196</c:v>
                </c:pt>
                <c:pt idx="1558">
                  <c:v>1.88</c:v>
                </c:pt>
                <c:pt idx="1559">
                  <c:v>3.05</c:v>
                </c:pt>
                <c:pt idx="1560">
                  <c:v>1.1</c:v>
                </c:pt>
                <c:pt idx="1561">
                  <c:v>3.05</c:v>
                </c:pt>
                <c:pt idx="1562">
                  <c:v>2.24</c:v>
                </c:pt>
                <c:pt idx="1563">
                  <c:v>2.33</c:v>
                </c:pt>
                <c:pt idx="1564">
                  <c:v>2.53</c:v>
                </c:pt>
                <c:pt idx="1565">
                  <c:v>1.93</c:v>
                </c:pt>
                <c:pt idx="1566">
                  <c:v>2.48</c:v>
                </c:pt>
                <c:pt idx="1567">
                  <c:v>3.68</c:v>
                </c:pt>
                <c:pt idx="1568">
                  <c:v>2.213</c:v>
                </c:pt>
                <c:pt idx="1569">
                  <c:v>1.37</c:v>
                </c:pt>
                <c:pt idx="1570">
                  <c:v>1.32</c:v>
                </c:pt>
                <c:pt idx="1571">
                  <c:v>1.99</c:v>
                </c:pt>
                <c:pt idx="1572">
                  <c:v>2.05</c:v>
                </c:pt>
                <c:pt idx="1573">
                  <c:v>2.81</c:v>
                </c:pt>
                <c:pt idx="1574">
                  <c:v>2.2</c:v>
                </c:pt>
                <c:pt idx="1575">
                  <c:v>2.67</c:v>
                </c:pt>
                <c:pt idx="1576">
                  <c:v>1.88</c:v>
                </c:pt>
                <c:pt idx="1577">
                  <c:v>2.37</c:v>
                </c:pt>
                <c:pt idx="1578">
                  <c:v>2.417</c:v>
                </c:pt>
                <c:pt idx="1579">
                  <c:v>1.97</c:v>
                </c:pt>
                <c:pt idx="1580">
                  <c:v>1.62</c:v>
                </c:pt>
                <c:pt idx="1581">
                  <c:v>2.48</c:v>
                </c:pt>
                <c:pt idx="1582">
                  <c:v>2.19</c:v>
                </c:pt>
                <c:pt idx="1583">
                  <c:v>2.26</c:v>
                </c:pt>
                <c:pt idx="1584">
                  <c:v>1.137</c:v>
                </c:pt>
                <c:pt idx="1585">
                  <c:v>3.2</c:v>
                </c:pt>
                <c:pt idx="1586">
                  <c:v>2.6</c:v>
                </c:pt>
                <c:pt idx="1587">
                  <c:v>2.352</c:v>
                </c:pt>
                <c:pt idx="1588">
                  <c:v>2.651</c:v>
                </c:pt>
                <c:pt idx="1589">
                  <c:v>2.39</c:v>
                </c:pt>
                <c:pt idx="1590">
                  <c:v>1.01</c:v>
                </c:pt>
                <c:pt idx="1591">
                  <c:v>1.61</c:v>
                </c:pt>
                <c:pt idx="1592">
                  <c:v>2.63</c:v>
                </c:pt>
                <c:pt idx="1593">
                  <c:v>2.78</c:v>
                </c:pt>
                <c:pt idx="1594">
                  <c:v>2.21</c:v>
                </c:pt>
                <c:pt idx="1595">
                  <c:v>2.59</c:v>
                </c:pt>
                <c:pt idx="1596">
                  <c:v>3.62</c:v>
                </c:pt>
                <c:pt idx="1597">
                  <c:v>2.514</c:v>
                </c:pt>
                <c:pt idx="1598">
                  <c:v>1.129</c:v>
                </c:pt>
                <c:pt idx="1599">
                  <c:v>2.73</c:v>
                </c:pt>
                <c:pt idx="1600">
                  <c:v>1.009</c:v>
                </c:pt>
                <c:pt idx="1601">
                  <c:v>3.01</c:v>
                </c:pt>
                <c:pt idx="1602">
                  <c:v>1.802</c:v>
                </c:pt>
                <c:pt idx="1603">
                  <c:v>2.79</c:v>
                </c:pt>
                <c:pt idx="1604">
                  <c:v>2.26</c:v>
                </c:pt>
                <c:pt idx="1605">
                  <c:v>1.28</c:v>
                </c:pt>
                <c:pt idx="1606">
                  <c:v>0.54</c:v>
                </c:pt>
                <c:pt idx="1607">
                  <c:v>3.29</c:v>
                </c:pt>
                <c:pt idx="1608">
                  <c:v>2.606</c:v>
                </c:pt>
                <c:pt idx="1609">
                  <c:v>2.12</c:v>
                </c:pt>
                <c:pt idx="1610">
                  <c:v>1.39</c:v>
                </c:pt>
                <c:pt idx="1611">
                  <c:v>1.978</c:v>
                </c:pt>
                <c:pt idx="1612">
                  <c:v>3.32</c:v>
                </c:pt>
                <c:pt idx="1613">
                  <c:v>2.67</c:v>
                </c:pt>
                <c:pt idx="1614">
                  <c:v>1.32</c:v>
                </c:pt>
                <c:pt idx="1615">
                  <c:v>2.79</c:v>
                </c:pt>
                <c:pt idx="1616">
                  <c:v>2.82</c:v>
                </c:pt>
                <c:pt idx="1617">
                  <c:v>2.5</c:v>
                </c:pt>
                <c:pt idx="1618">
                  <c:v>1.19</c:v>
                </c:pt>
                <c:pt idx="1619">
                  <c:v>2.056</c:v>
                </c:pt>
                <c:pt idx="1620">
                  <c:v>1.83</c:v>
                </c:pt>
                <c:pt idx="1621">
                  <c:v>2.904</c:v>
                </c:pt>
                <c:pt idx="1622">
                  <c:v>1.43</c:v>
                </c:pt>
                <c:pt idx="1623">
                  <c:v>0.93</c:v>
                </c:pt>
                <c:pt idx="1624">
                  <c:v>1.53</c:v>
                </c:pt>
                <c:pt idx="1625">
                  <c:v>2.2</c:v>
                </c:pt>
                <c:pt idx="1626">
                  <c:v>2.923</c:v>
                </c:pt>
                <c:pt idx="1627">
                  <c:v>1.693</c:v>
                </c:pt>
                <c:pt idx="1628">
                  <c:v>2</c:v>
                </c:pt>
                <c:pt idx="1629">
                  <c:v>2.36</c:v>
                </c:pt>
                <c:pt idx="1630">
                  <c:v>2.01</c:v>
                </c:pt>
                <c:pt idx="1631">
                  <c:v>2.57</c:v>
                </c:pt>
                <c:pt idx="1632">
                  <c:v>2.86</c:v>
                </c:pt>
                <c:pt idx="1633">
                  <c:v>2.14</c:v>
                </c:pt>
                <c:pt idx="1634">
                  <c:v>1.78</c:v>
                </c:pt>
                <c:pt idx="1635">
                  <c:v>1.82</c:v>
                </c:pt>
                <c:pt idx="1636">
                  <c:v>3.83</c:v>
                </c:pt>
                <c:pt idx="1637">
                  <c:v>2.37</c:v>
                </c:pt>
                <c:pt idx="1638">
                  <c:v>2.87</c:v>
                </c:pt>
                <c:pt idx="1639">
                  <c:v>0.79</c:v>
                </c:pt>
                <c:pt idx="1640">
                  <c:v>2.3</c:v>
                </c:pt>
                <c:pt idx="1641">
                  <c:v>2.2</c:v>
                </c:pt>
                <c:pt idx="1642">
                  <c:v>3.271</c:v>
                </c:pt>
                <c:pt idx="1643">
                  <c:v>2.32</c:v>
                </c:pt>
                <c:pt idx="1644">
                  <c:v>2.66</c:v>
                </c:pt>
                <c:pt idx="1645">
                  <c:v>2.53</c:v>
                </c:pt>
                <c:pt idx="1646">
                  <c:v>2.929</c:v>
                </c:pt>
                <c:pt idx="1647">
                  <c:v>1.81</c:v>
                </c:pt>
                <c:pt idx="1648">
                  <c:v>2.45</c:v>
                </c:pt>
                <c:pt idx="1649">
                  <c:v>1.77</c:v>
                </c:pt>
                <c:pt idx="1650">
                  <c:v>1.57</c:v>
                </c:pt>
                <c:pt idx="1651">
                  <c:v>3.2</c:v>
                </c:pt>
                <c:pt idx="1652">
                  <c:v>2.08</c:v>
                </c:pt>
                <c:pt idx="1653">
                  <c:v>1.82</c:v>
                </c:pt>
                <c:pt idx="1654">
                  <c:v>2.89</c:v>
                </c:pt>
                <c:pt idx="1655">
                  <c:v>2.71</c:v>
                </c:pt>
                <c:pt idx="1656">
                  <c:v>2.35</c:v>
                </c:pt>
                <c:pt idx="1657">
                  <c:v>1.68</c:v>
                </c:pt>
                <c:pt idx="1658">
                  <c:v>3.07</c:v>
                </c:pt>
                <c:pt idx="1659">
                  <c:v>1.63</c:v>
                </c:pt>
                <c:pt idx="1660">
                  <c:v>2.69</c:v>
                </c:pt>
                <c:pt idx="1661">
                  <c:v>1.47</c:v>
                </c:pt>
                <c:pt idx="1662">
                  <c:v>2.34</c:v>
                </c:pt>
                <c:pt idx="1663">
                  <c:v>0.86</c:v>
                </c:pt>
                <c:pt idx="1664">
                  <c:v>1.33</c:v>
                </c:pt>
                <c:pt idx="1665">
                  <c:v>2.02</c:v>
                </c:pt>
                <c:pt idx="1666">
                  <c:v>2.712</c:v>
                </c:pt>
                <c:pt idx="1667">
                  <c:v>1.4</c:v>
                </c:pt>
                <c:pt idx="1668">
                  <c:v>1.61</c:v>
                </c:pt>
                <c:pt idx="1669">
                  <c:v>2.33</c:v>
                </c:pt>
                <c:pt idx="1670">
                  <c:v>1.71</c:v>
                </c:pt>
                <c:pt idx="1671">
                  <c:v>3.51</c:v>
                </c:pt>
                <c:pt idx="1672">
                  <c:v>2.12</c:v>
                </c:pt>
                <c:pt idx="1673">
                  <c:v>2.34</c:v>
                </c:pt>
                <c:pt idx="1674">
                  <c:v>2.24</c:v>
                </c:pt>
                <c:pt idx="1675">
                  <c:v>1.88</c:v>
                </c:pt>
                <c:pt idx="1676">
                  <c:v>2.5</c:v>
                </c:pt>
                <c:pt idx="1677">
                  <c:v>2.586</c:v>
                </c:pt>
                <c:pt idx="1678">
                  <c:v>1.9</c:v>
                </c:pt>
                <c:pt idx="1679">
                  <c:v>1.9</c:v>
                </c:pt>
                <c:pt idx="1680">
                  <c:v>1.42</c:v>
                </c:pt>
                <c:pt idx="1681">
                  <c:v>2.222</c:v>
                </c:pt>
                <c:pt idx="1682">
                  <c:v>2.26</c:v>
                </c:pt>
                <c:pt idx="1683">
                  <c:v>3.41</c:v>
                </c:pt>
                <c:pt idx="1684">
                  <c:v>1.77</c:v>
                </c:pt>
                <c:pt idx="1685">
                  <c:v>2.18</c:v>
                </c:pt>
                <c:pt idx="1686">
                  <c:v>2.388</c:v>
                </c:pt>
                <c:pt idx="1687">
                  <c:v>2.37</c:v>
                </c:pt>
                <c:pt idx="1688">
                  <c:v>3.76</c:v>
                </c:pt>
                <c:pt idx="1689">
                  <c:v>2.33</c:v>
                </c:pt>
                <c:pt idx="1690">
                  <c:v>2.24</c:v>
                </c:pt>
                <c:pt idx="1691">
                  <c:v>2.07</c:v>
                </c:pt>
                <c:pt idx="1692">
                  <c:v>2.44</c:v>
                </c:pt>
                <c:pt idx="1693">
                  <c:v>3.435</c:v>
                </c:pt>
                <c:pt idx="1694">
                  <c:v>3.584</c:v>
                </c:pt>
                <c:pt idx="1695">
                  <c:v>2.6</c:v>
                </c:pt>
                <c:pt idx="1696">
                  <c:v>2.18</c:v>
                </c:pt>
                <c:pt idx="1697">
                  <c:v>3.51</c:v>
                </c:pt>
                <c:pt idx="1698">
                  <c:v>2.81</c:v>
                </c:pt>
                <c:pt idx="1699">
                  <c:v>2.2</c:v>
                </c:pt>
                <c:pt idx="1700">
                  <c:v>2.77</c:v>
                </c:pt>
                <c:pt idx="1701">
                  <c:v>1.51</c:v>
                </c:pt>
                <c:pt idx="1702">
                  <c:v>2.61</c:v>
                </c:pt>
                <c:pt idx="1703">
                  <c:v>1.74</c:v>
                </c:pt>
                <c:pt idx="1704">
                  <c:v>1.75</c:v>
                </c:pt>
                <c:pt idx="1705">
                  <c:v>3.477</c:v>
                </c:pt>
                <c:pt idx="1706">
                  <c:v>2.5</c:v>
                </c:pt>
                <c:pt idx="1707">
                  <c:v>2.6</c:v>
                </c:pt>
                <c:pt idx="1708">
                  <c:v>2.592</c:v>
                </c:pt>
                <c:pt idx="1709">
                  <c:v>1.498</c:v>
                </c:pt>
                <c:pt idx="1710">
                  <c:v>2.5</c:v>
                </c:pt>
                <c:pt idx="1711">
                  <c:v>2.59</c:v>
                </c:pt>
                <c:pt idx="1712">
                  <c:v>1.47</c:v>
                </c:pt>
                <c:pt idx="1713">
                  <c:v>1.73</c:v>
                </c:pt>
                <c:pt idx="1714">
                  <c:v>2.89</c:v>
                </c:pt>
                <c:pt idx="1715">
                  <c:v>1.96</c:v>
                </c:pt>
                <c:pt idx="1716">
                  <c:v>3.08</c:v>
                </c:pt>
                <c:pt idx="1717">
                  <c:v>1.03</c:v>
                </c:pt>
                <c:pt idx="1718">
                  <c:v>1.76</c:v>
                </c:pt>
                <c:pt idx="1719">
                  <c:v>1.32</c:v>
                </c:pt>
                <c:pt idx="1720">
                  <c:v>2.39</c:v>
                </c:pt>
                <c:pt idx="1721">
                  <c:v>3.579</c:v>
                </c:pt>
                <c:pt idx="1722">
                  <c:v>1.49</c:v>
                </c:pt>
                <c:pt idx="1723">
                  <c:v>2.31</c:v>
                </c:pt>
                <c:pt idx="1724">
                  <c:v>1.82</c:v>
                </c:pt>
                <c:pt idx="1725">
                  <c:v>2.648</c:v>
                </c:pt>
                <c:pt idx="1726">
                  <c:v>2.85</c:v>
                </c:pt>
                <c:pt idx="1727">
                  <c:v>2.08</c:v>
                </c:pt>
                <c:pt idx="1728">
                  <c:v>2.116</c:v>
                </c:pt>
                <c:pt idx="1729">
                  <c:v>2.49</c:v>
                </c:pt>
                <c:pt idx="1730">
                  <c:v>2.539</c:v>
                </c:pt>
                <c:pt idx="1731">
                  <c:v>2.46</c:v>
                </c:pt>
                <c:pt idx="1732">
                  <c:v>2.4</c:v>
                </c:pt>
                <c:pt idx="1733">
                  <c:v>1.56</c:v>
                </c:pt>
                <c:pt idx="1734">
                  <c:v>2.13</c:v>
                </c:pt>
                <c:pt idx="1735">
                  <c:v>3.15</c:v>
                </c:pt>
                <c:pt idx="1736">
                  <c:v>1.666</c:v>
                </c:pt>
                <c:pt idx="1737">
                  <c:v>2.45</c:v>
                </c:pt>
                <c:pt idx="1738">
                  <c:v>1.664</c:v>
                </c:pt>
                <c:pt idx="1739">
                  <c:v>1.94</c:v>
                </c:pt>
                <c:pt idx="1740">
                  <c:v>1.71</c:v>
                </c:pt>
                <c:pt idx="1741">
                  <c:v>1.19</c:v>
                </c:pt>
                <c:pt idx="1742">
                  <c:v>1.4</c:v>
                </c:pt>
                <c:pt idx="1743">
                  <c:v>1.32</c:v>
                </c:pt>
                <c:pt idx="1744">
                  <c:v>3.13</c:v>
                </c:pt>
                <c:pt idx="1745">
                  <c:v>2.243</c:v>
                </c:pt>
                <c:pt idx="1746">
                  <c:v>0.94</c:v>
                </c:pt>
                <c:pt idx="1747">
                  <c:v>2.29</c:v>
                </c:pt>
                <c:pt idx="1748">
                  <c:v>3.13</c:v>
                </c:pt>
                <c:pt idx="1749">
                  <c:v>1.83</c:v>
                </c:pt>
                <c:pt idx="1750">
                  <c:v>2.01</c:v>
                </c:pt>
                <c:pt idx="1751">
                  <c:v>2.67</c:v>
                </c:pt>
                <c:pt idx="1752">
                  <c:v>2.31</c:v>
                </c:pt>
                <c:pt idx="1753">
                  <c:v>2.25</c:v>
                </c:pt>
                <c:pt idx="1754">
                  <c:v>1.13</c:v>
                </c:pt>
                <c:pt idx="1755">
                  <c:v>2.246</c:v>
                </c:pt>
                <c:pt idx="1756">
                  <c:v>2</c:v>
                </c:pt>
                <c:pt idx="1757">
                  <c:v>2.93</c:v>
                </c:pt>
                <c:pt idx="1758">
                  <c:v>1.95</c:v>
                </c:pt>
                <c:pt idx="1759">
                  <c:v>2.903</c:v>
                </c:pt>
                <c:pt idx="1760">
                  <c:v>1.95</c:v>
                </c:pt>
                <c:pt idx="1761">
                  <c:v>3.95</c:v>
                </c:pt>
                <c:pt idx="1762">
                  <c:v>0.97</c:v>
                </c:pt>
                <c:pt idx="1763">
                  <c:v>2.23</c:v>
                </c:pt>
                <c:pt idx="1764">
                  <c:v>1.41</c:v>
                </c:pt>
                <c:pt idx="1765">
                  <c:v>1.75</c:v>
                </c:pt>
                <c:pt idx="1766">
                  <c:v>2.53</c:v>
                </c:pt>
                <c:pt idx="1767">
                  <c:v>1.35</c:v>
                </c:pt>
                <c:pt idx="1768">
                  <c:v>1.421</c:v>
                </c:pt>
                <c:pt idx="1769">
                  <c:v>1.41</c:v>
                </c:pt>
                <c:pt idx="1770">
                  <c:v>1.2</c:v>
                </c:pt>
                <c:pt idx="1771">
                  <c:v>1.15</c:v>
                </c:pt>
                <c:pt idx="1772">
                  <c:v>1.67</c:v>
                </c:pt>
                <c:pt idx="1773">
                  <c:v>2.47</c:v>
                </c:pt>
                <c:pt idx="1774">
                  <c:v>1.96</c:v>
                </c:pt>
                <c:pt idx="1775">
                  <c:v>3.41</c:v>
                </c:pt>
                <c:pt idx="1776">
                  <c:v>2.25</c:v>
                </c:pt>
                <c:pt idx="1777">
                  <c:v>1.16</c:v>
                </c:pt>
                <c:pt idx="1778">
                  <c:v>2.417</c:v>
                </c:pt>
                <c:pt idx="1779">
                  <c:v>2.206</c:v>
                </c:pt>
                <c:pt idx="1780">
                  <c:v>1.26</c:v>
                </c:pt>
                <c:pt idx="1781">
                  <c:v>1.989</c:v>
                </c:pt>
                <c:pt idx="1782">
                  <c:v>1.94</c:v>
                </c:pt>
                <c:pt idx="1783">
                  <c:v>1.57</c:v>
                </c:pt>
                <c:pt idx="1784">
                  <c:v>2.275</c:v>
                </c:pt>
                <c:pt idx="1785">
                  <c:v>1.85</c:v>
                </c:pt>
                <c:pt idx="1786">
                  <c:v>2.62</c:v>
                </c:pt>
                <c:pt idx="1787">
                  <c:v>2.32</c:v>
                </c:pt>
                <c:pt idx="1788">
                  <c:v>2.49</c:v>
                </c:pt>
                <c:pt idx="1789">
                  <c:v>2.434</c:v>
                </c:pt>
                <c:pt idx="1790">
                  <c:v>2.126</c:v>
                </c:pt>
                <c:pt idx="1791">
                  <c:v>3.334</c:v>
                </c:pt>
                <c:pt idx="1792">
                  <c:v>2.419</c:v>
                </c:pt>
                <c:pt idx="1793">
                  <c:v>2.9</c:v>
                </c:pt>
                <c:pt idx="1794">
                  <c:v>3.08</c:v>
                </c:pt>
                <c:pt idx="1795">
                  <c:v>2.884</c:v>
                </c:pt>
                <c:pt idx="1796">
                  <c:v>0.91</c:v>
                </c:pt>
                <c:pt idx="1797">
                  <c:v>3.67</c:v>
                </c:pt>
                <c:pt idx="1798">
                  <c:v>2.29</c:v>
                </c:pt>
                <c:pt idx="1799">
                  <c:v>2.84</c:v>
                </c:pt>
                <c:pt idx="1800">
                  <c:v>2.61</c:v>
                </c:pt>
                <c:pt idx="1801">
                  <c:v>2.047</c:v>
                </c:pt>
                <c:pt idx="1802">
                  <c:v>2.363</c:v>
                </c:pt>
                <c:pt idx="1803">
                  <c:v>1.22</c:v>
                </c:pt>
                <c:pt idx="1804">
                  <c:v>2.94</c:v>
                </c:pt>
                <c:pt idx="1805">
                  <c:v>2.73</c:v>
                </c:pt>
                <c:pt idx="1806">
                  <c:v>2.94</c:v>
                </c:pt>
                <c:pt idx="1807">
                  <c:v>2.25</c:v>
                </c:pt>
                <c:pt idx="1808">
                  <c:v>2.29</c:v>
                </c:pt>
                <c:pt idx="1809">
                  <c:v>2.4</c:v>
                </c:pt>
                <c:pt idx="1810">
                  <c:v>1.86</c:v>
                </c:pt>
                <c:pt idx="1811">
                  <c:v>3.13</c:v>
                </c:pt>
                <c:pt idx="1812">
                  <c:v>1.2</c:v>
                </c:pt>
                <c:pt idx="1813">
                  <c:v>3.609</c:v>
                </c:pt>
                <c:pt idx="1814">
                  <c:v>1.99</c:v>
                </c:pt>
                <c:pt idx="1815">
                  <c:v>2.55</c:v>
                </c:pt>
                <c:pt idx="1816">
                  <c:v>2.857</c:v>
                </c:pt>
                <c:pt idx="1817">
                  <c:v>2.01</c:v>
                </c:pt>
                <c:pt idx="1818">
                  <c:v>2.359</c:v>
                </c:pt>
                <c:pt idx="1819">
                  <c:v>2.69</c:v>
                </c:pt>
                <c:pt idx="1820">
                  <c:v>2.24</c:v>
                </c:pt>
                <c:pt idx="1821">
                  <c:v>3.486</c:v>
                </c:pt>
                <c:pt idx="1822">
                  <c:v>1.09</c:v>
                </c:pt>
                <c:pt idx="1823">
                  <c:v>2.6</c:v>
                </c:pt>
                <c:pt idx="1824">
                  <c:v>2</c:v>
                </c:pt>
                <c:pt idx="1825">
                  <c:v>0.84</c:v>
                </c:pt>
                <c:pt idx="1826">
                  <c:v>2.6</c:v>
                </c:pt>
                <c:pt idx="1827">
                  <c:v>2.23</c:v>
                </c:pt>
                <c:pt idx="1828">
                  <c:v>2.92</c:v>
                </c:pt>
                <c:pt idx="1829">
                  <c:v>2.26</c:v>
                </c:pt>
                <c:pt idx="1830">
                  <c:v>3.38</c:v>
                </c:pt>
                <c:pt idx="1831">
                  <c:v>2.41</c:v>
                </c:pt>
                <c:pt idx="1832">
                  <c:v>0.75</c:v>
                </c:pt>
                <c:pt idx="1833">
                  <c:v>2.29</c:v>
                </c:pt>
                <c:pt idx="1834">
                  <c:v>2.332</c:v>
                </c:pt>
                <c:pt idx="1835">
                  <c:v>2.17</c:v>
                </c:pt>
                <c:pt idx="1836">
                  <c:v>1.78</c:v>
                </c:pt>
                <c:pt idx="1837">
                  <c:v>1.99</c:v>
                </c:pt>
                <c:pt idx="1838">
                  <c:v>2.343</c:v>
                </c:pt>
                <c:pt idx="1839">
                  <c:v>2.272</c:v>
                </c:pt>
                <c:pt idx="1840">
                  <c:v>2.83</c:v>
                </c:pt>
                <c:pt idx="1841">
                  <c:v>3.679</c:v>
                </c:pt>
                <c:pt idx="1842">
                  <c:v>1.51</c:v>
                </c:pt>
                <c:pt idx="1843">
                  <c:v>1.17</c:v>
                </c:pt>
                <c:pt idx="1844">
                  <c:v>2.67</c:v>
                </c:pt>
                <c:pt idx="1845">
                  <c:v>1.09</c:v>
                </c:pt>
                <c:pt idx="1846">
                  <c:v>1.48</c:v>
                </c:pt>
                <c:pt idx="1847">
                  <c:v>2.62</c:v>
                </c:pt>
                <c:pt idx="1848">
                  <c:v>1.85</c:v>
                </c:pt>
                <c:pt idx="1849">
                  <c:v>1.07</c:v>
                </c:pt>
                <c:pt idx="1850">
                  <c:v>1.91</c:v>
                </c:pt>
                <c:pt idx="1851">
                  <c:v>1.22</c:v>
                </c:pt>
                <c:pt idx="1852">
                  <c:v>3.68</c:v>
                </c:pt>
                <c:pt idx="1853">
                  <c:v>1.24</c:v>
                </c:pt>
                <c:pt idx="1854">
                  <c:v>2.137</c:v>
                </c:pt>
                <c:pt idx="1855">
                  <c:v>2.089</c:v>
                </c:pt>
                <c:pt idx="1856">
                  <c:v>3.72</c:v>
                </c:pt>
                <c:pt idx="1857">
                  <c:v>1.88</c:v>
                </c:pt>
                <c:pt idx="1858">
                  <c:v>3.93</c:v>
                </c:pt>
                <c:pt idx="1859">
                  <c:v>1.99</c:v>
                </c:pt>
                <c:pt idx="1860">
                  <c:v>2.213</c:v>
                </c:pt>
                <c:pt idx="1861">
                  <c:v>1.73</c:v>
                </c:pt>
                <c:pt idx="1862">
                  <c:v>2.77</c:v>
                </c:pt>
                <c:pt idx="1863">
                  <c:v>2.611</c:v>
                </c:pt>
                <c:pt idx="1864">
                  <c:v>1.55</c:v>
                </c:pt>
                <c:pt idx="1865">
                  <c:v>2.25</c:v>
                </c:pt>
                <c:pt idx="1866">
                  <c:v>2.27</c:v>
                </c:pt>
                <c:pt idx="1867">
                  <c:v>2.56</c:v>
                </c:pt>
                <c:pt idx="1868">
                  <c:v>2.39</c:v>
                </c:pt>
                <c:pt idx="1869">
                  <c:v>1.51</c:v>
                </c:pt>
                <c:pt idx="1870">
                  <c:v>3.12</c:v>
                </c:pt>
                <c:pt idx="1871">
                  <c:v>2.86</c:v>
                </c:pt>
                <c:pt idx="1872">
                  <c:v>2.12</c:v>
                </c:pt>
                <c:pt idx="1873">
                  <c:v>2.78</c:v>
                </c:pt>
                <c:pt idx="1874">
                  <c:v>2.609</c:v>
                </c:pt>
                <c:pt idx="1875">
                  <c:v>3.66</c:v>
                </c:pt>
                <c:pt idx="1876">
                  <c:v>2.76</c:v>
                </c:pt>
                <c:pt idx="1877">
                  <c:v>1.49</c:v>
                </c:pt>
                <c:pt idx="1878">
                  <c:v>2.32</c:v>
                </c:pt>
                <c:pt idx="1879">
                  <c:v>2.33</c:v>
                </c:pt>
                <c:pt idx="1880">
                  <c:v>1.75</c:v>
                </c:pt>
                <c:pt idx="1881">
                  <c:v>2.55</c:v>
                </c:pt>
                <c:pt idx="1882">
                  <c:v>3.63</c:v>
                </c:pt>
                <c:pt idx="1883">
                  <c:v>1.47</c:v>
                </c:pt>
                <c:pt idx="1884">
                  <c:v>2.63</c:v>
                </c:pt>
                <c:pt idx="1885">
                  <c:v>2.64</c:v>
                </c:pt>
                <c:pt idx="1886">
                  <c:v>2.08</c:v>
                </c:pt>
                <c:pt idx="1887">
                  <c:v>1.99</c:v>
                </c:pt>
                <c:pt idx="1888">
                  <c:v>1.55</c:v>
                </c:pt>
                <c:pt idx="1889">
                  <c:v>2.526</c:v>
                </c:pt>
                <c:pt idx="1890">
                  <c:v>2.58</c:v>
                </c:pt>
                <c:pt idx="1891">
                  <c:v>2.94</c:v>
                </c:pt>
                <c:pt idx="1892">
                  <c:v>2.72</c:v>
                </c:pt>
                <c:pt idx="1893">
                  <c:v>1.33</c:v>
                </c:pt>
                <c:pt idx="1894">
                  <c:v>2.678</c:v>
                </c:pt>
                <c:pt idx="1895">
                  <c:v>1.84</c:v>
                </c:pt>
                <c:pt idx="1896">
                  <c:v>1.45</c:v>
                </c:pt>
                <c:pt idx="1897">
                  <c:v>3</c:v>
                </c:pt>
                <c:pt idx="1898">
                  <c:v>3.1</c:v>
                </c:pt>
                <c:pt idx="1899">
                  <c:v>2.47</c:v>
                </c:pt>
                <c:pt idx="1900">
                  <c:v>1.49</c:v>
                </c:pt>
                <c:pt idx="1901">
                  <c:v>3.249</c:v>
                </c:pt>
                <c:pt idx="1902">
                  <c:v>3.04</c:v>
                </c:pt>
                <c:pt idx="1903">
                  <c:v>3.22</c:v>
                </c:pt>
                <c:pt idx="1904">
                  <c:v>3.08</c:v>
                </c:pt>
                <c:pt idx="1905">
                  <c:v>2.46</c:v>
                </c:pt>
                <c:pt idx="1906">
                  <c:v>2.18</c:v>
                </c:pt>
                <c:pt idx="1907">
                  <c:v>2.5</c:v>
                </c:pt>
                <c:pt idx="1908">
                  <c:v>3.49</c:v>
                </c:pt>
                <c:pt idx="1909">
                  <c:v>2.094</c:v>
                </c:pt>
                <c:pt idx="1910">
                  <c:v>3.61</c:v>
                </c:pt>
                <c:pt idx="1911">
                  <c:v>2.34</c:v>
                </c:pt>
                <c:pt idx="1912">
                  <c:v>1.25</c:v>
                </c:pt>
                <c:pt idx="1913">
                  <c:v>2</c:v>
                </c:pt>
                <c:pt idx="1914">
                  <c:v>1.84</c:v>
                </c:pt>
                <c:pt idx="1915">
                  <c:v>2.5</c:v>
                </c:pt>
                <c:pt idx="1916">
                  <c:v>2.2</c:v>
                </c:pt>
                <c:pt idx="1917">
                  <c:v>2.07</c:v>
                </c:pt>
                <c:pt idx="1918">
                  <c:v>2.82</c:v>
                </c:pt>
                <c:pt idx="1919">
                  <c:v>2.8</c:v>
                </c:pt>
                <c:pt idx="1920">
                  <c:v>2.838</c:v>
                </c:pt>
                <c:pt idx="1921">
                  <c:v>3.86</c:v>
                </c:pt>
                <c:pt idx="1922">
                  <c:v>1.2</c:v>
                </c:pt>
                <c:pt idx="1923">
                  <c:v>2.884</c:v>
                </c:pt>
                <c:pt idx="1924">
                  <c:v>2.77</c:v>
                </c:pt>
                <c:pt idx="1925">
                  <c:v>2.23</c:v>
                </c:pt>
                <c:pt idx="1926">
                  <c:v>2.9</c:v>
                </c:pt>
                <c:pt idx="1927">
                  <c:v>1.55</c:v>
                </c:pt>
                <c:pt idx="1928">
                  <c:v>2.47</c:v>
                </c:pt>
                <c:pt idx="1929">
                  <c:v>1.47</c:v>
                </c:pt>
                <c:pt idx="1930">
                  <c:v>2.47</c:v>
                </c:pt>
                <c:pt idx="1931">
                  <c:v>2.5</c:v>
                </c:pt>
                <c:pt idx="1932">
                  <c:v>1.14</c:v>
                </c:pt>
                <c:pt idx="1933">
                  <c:v>1.95</c:v>
                </c:pt>
                <c:pt idx="1934">
                  <c:v>2.79</c:v>
                </c:pt>
                <c:pt idx="1935">
                  <c:v>3.147</c:v>
                </c:pt>
                <c:pt idx="1936">
                  <c:v>2.795</c:v>
                </c:pt>
                <c:pt idx="1937">
                  <c:v>2.77</c:v>
                </c:pt>
                <c:pt idx="1938">
                  <c:v>2.63</c:v>
                </c:pt>
                <c:pt idx="1939">
                  <c:v>2.15</c:v>
                </c:pt>
                <c:pt idx="1940">
                  <c:v>2.12</c:v>
                </c:pt>
                <c:pt idx="1941">
                  <c:v>1.72</c:v>
                </c:pt>
                <c:pt idx="1942">
                  <c:v>3.68</c:v>
                </c:pt>
                <c:pt idx="1943">
                  <c:v>2.63</c:v>
                </c:pt>
                <c:pt idx="1944">
                  <c:v>1.56</c:v>
                </c:pt>
                <c:pt idx="1945">
                  <c:v>2.02</c:v>
                </c:pt>
                <c:pt idx="1946">
                  <c:v>1.97</c:v>
                </c:pt>
                <c:pt idx="1947">
                  <c:v>3.431</c:v>
                </c:pt>
                <c:pt idx="1948">
                  <c:v>2.63</c:v>
                </c:pt>
                <c:pt idx="1949">
                  <c:v>1.93</c:v>
                </c:pt>
                <c:pt idx="1950">
                  <c:v>3.77</c:v>
                </c:pt>
                <c:pt idx="1951">
                  <c:v>1.88</c:v>
                </c:pt>
                <c:pt idx="1952">
                  <c:v>2.02</c:v>
                </c:pt>
                <c:pt idx="1953">
                  <c:v>0.755</c:v>
                </c:pt>
                <c:pt idx="1954">
                  <c:v>2.44</c:v>
                </c:pt>
                <c:pt idx="1955">
                  <c:v>1.9</c:v>
                </c:pt>
                <c:pt idx="1956">
                  <c:v>1.84</c:v>
                </c:pt>
                <c:pt idx="1957">
                  <c:v>2.639</c:v>
                </c:pt>
                <c:pt idx="1958">
                  <c:v>1.98</c:v>
                </c:pt>
                <c:pt idx="1959">
                  <c:v>2.36</c:v>
                </c:pt>
                <c:pt idx="1960">
                  <c:v>2.81</c:v>
                </c:pt>
                <c:pt idx="1961">
                  <c:v>2.24</c:v>
                </c:pt>
                <c:pt idx="1962">
                  <c:v>3.14</c:v>
                </c:pt>
                <c:pt idx="1963">
                  <c:v>2.79</c:v>
                </c:pt>
                <c:pt idx="1964">
                  <c:v>2.61</c:v>
                </c:pt>
                <c:pt idx="1965">
                  <c:v>2.39</c:v>
                </c:pt>
                <c:pt idx="1966">
                  <c:v>2.3</c:v>
                </c:pt>
                <c:pt idx="1967">
                  <c:v>2.15</c:v>
                </c:pt>
                <c:pt idx="1968">
                  <c:v>2.01</c:v>
                </c:pt>
                <c:pt idx="1969">
                  <c:v>3</c:v>
                </c:pt>
                <c:pt idx="1970">
                  <c:v>2.953</c:v>
                </c:pt>
                <c:pt idx="1971">
                  <c:v>2.14</c:v>
                </c:pt>
                <c:pt idx="1972">
                  <c:v>2.05</c:v>
                </c:pt>
                <c:pt idx="1973">
                  <c:v>2.68</c:v>
                </c:pt>
                <c:pt idx="1974">
                  <c:v>1.93</c:v>
                </c:pt>
                <c:pt idx="1975">
                  <c:v>1.55</c:v>
                </c:pt>
                <c:pt idx="1976">
                  <c:v>3.773</c:v>
                </c:pt>
                <c:pt idx="1977">
                  <c:v>2.48</c:v>
                </c:pt>
                <c:pt idx="1978">
                  <c:v>2.73</c:v>
                </c:pt>
                <c:pt idx="1979">
                  <c:v>1.92</c:v>
                </c:pt>
                <c:pt idx="1980">
                  <c:v>1.06</c:v>
                </c:pt>
                <c:pt idx="1981">
                  <c:v>1.89</c:v>
                </c:pt>
                <c:pt idx="1982">
                  <c:v>2.47</c:v>
                </c:pt>
                <c:pt idx="1983">
                  <c:v>2.6</c:v>
                </c:pt>
                <c:pt idx="1984">
                  <c:v>2.31</c:v>
                </c:pt>
                <c:pt idx="1985">
                  <c:v>1.992</c:v>
                </c:pt>
                <c:pt idx="1986">
                  <c:v>0.952</c:v>
                </c:pt>
                <c:pt idx="1987">
                  <c:v>3.083</c:v>
                </c:pt>
                <c:pt idx="1988">
                  <c:v>3.13</c:v>
                </c:pt>
                <c:pt idx="1989">
                  <c:v>2.524</c:v>
                </c:pt>
                <c:pt idx="1990">
                  <c:v>2.668</c:v>
                </c:pt>
                <c:pt idx="1991">
                  <c:v>1.66</c:v>
                </c:pt>
                <c:pt idx="1992">
                  <c:v>1.43</c:v>
                </c:pt>
                <c:pt idx="1993">
                  <c:v>3.15</c:v>
                </c:pt>
                <c:pt idx="1994">
                  <c:v>1.54</c:v>
                </c:pt>
                <c:pt idx="1995">
                  <c:v>2.08</c:v>
                </c:pt>
                <c:pt idx="1996">
                  <c:v>2.27</c:v>
                </c:pt>
                <c:pt idx="1997">
                  <c:v>2.48</c:v>
                </c:pt>
                <c:pt idx="1998">
                  <c:v>2.09</c:v>
                </c:pt>
                <c:pt idx="1999">
                  <c:v>1.47</c:v>
                </c:pt>
                <c:pt idx="2000">
                  <c:v>2.98</c:v>
                </c:pt>
                <c:pt idx="2001">
                  <c:v>1.46</c:v>
                </c:pt>
                <c:pt idx="2002">
                  <c:v>2.93</c:v>
                </c:pt>
                <c:pt idx="2003">
                  <c:v>2.74</c:v>
                </c:pt>
                <c:pt idx="2004">
                  <c:v>2.05</c:v>
                </c:pt>
                <c:pt idx="2005">
                  <c:v>2.25</c:v>
                </c:pt>
                <c:pt idx="2006">
                  <c:v>2.36</c:v>
                </c:pt>
                <c:pt idx="2007">
                  <c:v>1.66</c:v>
                </c:pt>
                <c:pt idx="2008">
                  <c:v>1.62</c:v>
                </c:pt>
                <c:pt idx="2009">
                  <c:v>1.948</c:v>
                </c:pt>
                <c:pt idx="2010">
                  <c:v>1.874</c:v>
                </c:pt>
                <c:pt idx="2011">
                  <c:v>1.64</c:v>
                </c:pt>
                <c:pt idx="2012">
                  <c:v>2.6</c:v>
                </c:pt>
                <c:pt idx="2013">
                  <c:v>1</c:v>
                </c:pt>
                <c:pt idx="2014">
                  <c:v>1.18</c:v>
                </c:pt>
                <c:pt idx="2015">
                  <c:v>3.09</c:v>
                </c:pt>
                <c:pt idx="2016">
                  <c:v>1.84</c:v>
                </c:pt>
                <c:pt idx="2017">
                  <c:v>1.9</c:v>
                </c:pt>
                <c:pt idx="2018">
                  <c:v>2.12</c:v>
                </c:pt>
                <c:pt idx="2019">
                  <c:v>2.88</c:v>
                </c:pt>
                <c:pt idx="2020">
                  <c:v>3.52</c:v>
                </c:pt>
                <c:pt idx="2021">
                  <c:v>2.24</c:v>
                </c:pt>
                <c:pt idx="2022">
                  <c:v>2.852</c:v>
                </c:pt>
                <c:pt idx="2023">
                  <c:v>1.8</c:v>
                </c:pt>
                <c:pt idx="2024">
                  <c:v>2.692</c:v>
                </c:pt>
                <c:pt idx="2025">
                  <c:v>3.84</c:v>
                </c:pt>
                <c:pt idx="2026">
                  <c:v>1.57</c:v>
                </c:pt>
                <c:pt idx="2027">
                  <c:v>2.413</c:v>
                </c:pt>
                <c:pt idx="2028">
                  <c:v>3.134</c:v>
                </c:pt>
                <c:pt idx="2029">
                  <c:v>2.41</c:v>
                </c:pt>
                <c:pt idx="2030">
                  <c:v>3.62</c:v>
                </c:pt>
                <c:pt idx="2031">
                  <c:v>2.939</c:v>
                </c:pt>
                <c:pt idx="2032">
                  <c:v>1.9</c:v>
                </c:pt>
                <c:pt idx="2033">
                  <c:v>3.828</c:v>
                </c:pt>
                <c:pt idx="2034">
                  <c:v>2.35</c:v>
                </c:pt>
                <c:pt idx="2035">
                  <c:v>2.82</c:v>
                </c:pt>
                <c:pt idx="2036">
                  <c:v>2.04</c:v>
                </c:pt>
                <c:pt idx="2037">
                  <c:v>1.3</c:v>
                </c:pt>
                <c:pt idx="2038">
                  <c:v>2.86</c:v>
                </c:pt>
                <c:pt idx="2039">
                  <c:v>1.677</c:v>
                </c:pt>
                <c:pt idx="2040">
                  <c:v>1.53</c:v>
                </c:pt>
                <c:pt idx="2041">
                  <c:v>2.97</c:v>
                </c:pt>
                <c:pt idx="2042">
                  <c:v>3.54</c:v>
                </c:pt>
                <c:pt idx="2043">
                  <c:v>3.41</c:v>
                </c:pt>
                <c:pt idx="2044">
                  <c:v>2.29</c:v>
                </c:pt>
                <c:pt idx="2045">
                  <c:v>2.65</c:v>
                </c:pt>
                <c:pt idx="2046">
                  <c:v>2.451</c:v>
                </c:pt>
                <c:pt idx="2047">
                  <c:v>1.75</c:v>
                </c:pt>
                <c:pt idx="2048">
                  <c:v>1.88</c:v>
                </c:pt>
                <c:pt idx="2049">
                  <c:v>1.48</c:v>
                </c:pt>
                <c:pt idx="2050">
                  <c:v>1.92</c:v>
                </c:pt>
                <c:pt idx="2051">
                  <c:v>1.19</c:v>
                </c:pt>
                <c:pt idx="2052">
                  <c:v>1.22</c:v>
                </c:pt>
                <c:pt idx="2053">
                  <c:v>2.87</c:v>
                </c:pt>
                <c:pt idx="2054">
                  <c:v>2.65</c:v>
                </c:pt>
                <c:pt idx="2055">
                  <c:v>2.79</c:v>
                </c:pt>
                <c:pt idx="2056">
                  <c:v>2.365</c:v>
                </c:pt>
                <c:pt idx="2057">
                  <c:v>0.755</c:v>
                </c:pt>
                <c:pt idx="2058">
                  <c:v>2.78</c:v>
                </c:pt>
                <c:pt idx="2059">
                  <c:v>2.37</c:v>
                </c:pt>
                <c:pt idx="2060">
                  <c:v>3.065</c:v>
                </c:pt>
                <c:pt idx="2061">
                  <c:v>2.12</c:v>
                </c:pt>
                <c:pt idx="2062">
                  <c:v>3.247</c:v>
                </c:pt>
                <c:pt idx="2063">
                  <c:v>1.093</c:v>
                </c:pt>
                <c:pt idx="2064">
                  <c:v>2.93</c:v>
                </c:pt>
                <c:pt idx="2065">
                  <c:v>2.2</c:v>
                </c:pt>
                <c:pt idx="2066">
                  <c:v>2.18</c:v>
                </c:pt>
                <c:pt idx="2067">
                  <c:v>2.072</c:v>
                </c:pt>
                <c:pt idx="2068">
                  <c:v>2.18</c:v>
                </c:pt>
                <c:pt idx="2069">
                  <c:v>1.238</c:v>
                </c:pt>
                <c:pt idx="2070">
                  <c:v>3.26</c:v>
                </c:pt>
                <c:pt idx="2071">
                  <c:v>3.11</c:v>
                </c:pt>
                <c:pt idx="2072">
                  <c:v>2.8</c:v>
                </c:pt>
                <c:pt idx="2073">
                  <c:v>1.58</c:v>
                </c:pt>
                <c:pt idx="2074">
                  <c:v>2.97</c:v>
                </c:pt>
                <c:pt idx="2075">
                  <c:v>1.67</c:v>
                </c:pt>
                <c:pt idx="2076">
                  <c:v>2.79</c:v>
                </c:pt>
                <c:pt idx="2077">
                  <c:v>3.09</c:v>
                </c:pt>
                <c:pt idx="2078">
                  <c:v>3.18</c:v>
                </c:pt>
                <c:pt idx="2079">
                  <c:v>2.56</c:v>
                </c:pt>
                <c:pt idx="2080">
                  <c:v>2.68</c:v>
                </c:pt>
                <c:pt idx="2081">
                  <c:v>2.89</c:v>
                </c:pt>
                <c:pt idx="2082">
                  <c:v>1.27</c:v>
                </c:pt>
                <c:pt idx="2083">
                  <c:v>1.66</c:v>
                </c:pt>
                <c:pt idx="2084">
                  <c:v>2.3</c:v>
                </c:pt>
                <c:pt idx="2085">
                  <c:v>3.12</c:v>
                </c:pt>
                <c:pt idx="2086">
                  <c:v>3.58</c:v>
                </c:pt>
                <c:pt idx="2087">
                  <c:v>3.286</c:v>
                </c:pt>
                <c:pt idx="2088">
                  <c:v>2.7</c:v>
                </c:pt>
                <c:pt idx="2089">
                  <c:v>2.57</c:v>
                </c:pt>
                <c:pt idx="2090">
                  <c:v>1.521</c:v>
                </c:pt>
                <c:pt idx="2091">
                  <c:v>2.744</c:v>
                </c:pt>
                <c:pt idx="2092">
                  <c:v>1.71</c:v>
                </c:pt>
                <c:pt idx="2093">
                  <c:v>2.69</c:v>
                </c:pt>
                <c:pt idx="2094">
                  <c:v>1.44</c:v>
                </c:pt>
                <c:pt idx="2095">
                  <c:v>1.93</c:v>
                </c:pt>
                <c:pt idx="2096">
                  <c:v>2.65</c:v>
                </c:pt>
                <c:pt idx="2097">
                  <c:v>2.72</c:v>
                </c:pt>
                <c:pt idx="2098">
                  <c:v>1.51</c:v>
                </c:pt>
                <c:pt idx="2099">
                  <c:v>1.42</c:v>
                </c:pt>
                <c:pt idx="2100">
                  <c:v>1.98</c:v>
                </c:pt>
                <c:pt idx="2101">
                  <c:v>2.02</c:v>
                </c:pt>
                <c:pt idx="2102">
                  <c:v>2.32</c:v>
                </c:pt>
                <c:pt idx="2103">
                  <c:v>3.489</c:v>
                </c:pt>
                <c:pt idx="2104">
                  <c:v>2.906</c:v>
                </c:pt>
                <c:pt idx="2105">
                  <c:v>2.64</c:v>
                </c:pt>
                <c:pt idx="2106">
                  <c:v>2.304</c:v>
                </c:pt>
                <c:pt idx="2107">
                  <c:v>1.7</c:v>
                </c:pt>
                <c:pt idx="2108">
                  <c:v>3.41</c:v>
                </c:pt>
                <c:pt idx="2109">
                  <c:v>0.76</c:v>
                </c:pt>
                <c:pt idx="2110">
                  <c:v>3.11</c:v>
                </c:pt>
                <c:pt idx="2111">
                  <c:v>3.13</c:v>
                </c:pt>
                <c:pt idx="2112">
                  <c:v>2.9</c:v>
                </c:pt>
                <c:pt idx="2113">
                  <c:v>1.6</c:v>
                </c:pt>
                <c:pt idx="2114">
                  <c:v>1.06</c:v>
                </c:pt>
                <c:pt idx="2115">
                  <c:v>2</c:v>
                </c:pt>
                <c:pt idx="2116">
                  <c:v>0.95</c:v>
                </c:pt>
                <c:pt idx="2117">
                  <c:v>2.77</c:v>
                </c:pt>
                <c:pt idx="2118">
                  <c:v>1.11</c:v>
                </c:pt>
                <c:pt idx="2119">
                  <c:v>1.29</c:v>
                </c:pt>
                <c:pt idx="2120">
                  <c:v>2.45</c:v>
                </c:pt>
                <c:pt idx="2121">
                  <c:v>3.65</c:v>
                </c:pt>
                <c:pt idx="2122">
                  <c:v>2.34</c:v>
                </c:pt>
                <c:pt idx="2123">
                  <c:v>2.1</c:v>
                </c:pt>
                <c:pt idx="2124">
                  <c:v>2.34</c:v>
                </c:pt>
                <c:pt idx="2125">
                  <c:v>2.96</c:v>
                </c:pt>
                <c:pt idx="2126">
                  <c:v>2.363</c:v>
                </c:pt>
                <c:pt idx="2127">
                  <c:v>2.41</c:v>
                </c:pt>
                <c:pt idx="2128">
                  <c:v>3.52</c:v>
                </c:pt>
                <c:pt idx="2129">
                  <c:v>2</c:v>
                </c:pt>
                <c:pt idx="2130">
                  <c:v>2.5</c:v>
                </c:pt>
                <c:pt idx="2131">
                  <c:v>1.582</c:v>
                </c:pt>
                <c:pt idx="2132">
                  <c:v>1.73</c:v>
                </c:pt>
                <c:pt idx="2133">
                  <c:v>1.8</c:v>
                </c:pt>
                <c:pt idx="2134">
                  <c:v>2.94</c:v>
                </c:pt>
                <c:pt idx="2135">
                  <c:v>2.1</c:v>
                </c:pt>
                <c:pt idx="2136">
                  <c:v>2.01</c:v>
                </c:pt>
                <c:pt idx="2137">
                  <c:v>2.25</c:v>
                </c:pt>
                <c:pt idx="2138">
                  <c:v>3.24</c:v>
                </c:pt>
                <c:pt idx="2139">
                  <c:v>1.41</c:v>
                </c:pt>
                <c:pt idx="2140">
                  <c:v>2.697</c:v>
                </c:pt>
                <c:pt idx="2141">
                  <c:v>1.86</c:v>
                </c:pt>
                <c:pt idx="2142">
                  <c:v>2.36</c:v>
                </c:pt>
                <c:pt idx="2143">
                  <c:v>0.91</c:v>
                </c:pt>
                <c:pt idx="2144">
                  <c:v>1.27</c:v>
                </c:pt>
                <c:pt idx="2145">
                  <c:v>3.708</c:v>
                </c:pt>
                <c:pt idx="2146">
                  <c:v>1.64</c:v>
                </c:pt>
                <c:pt idx="2147">
                  <c:v>1.51</c:v>
                </c:pt>
                <c:pt idx="2148">
                  <c:v>2.25</c:v>
                </c:pt>
                <c:pt idx="2149">
                  <c:v>1.85</c:v>
                </c:pt>
                <c:pt idx="2150">
                  <c:v>2.918</c:v>
                </c:pt>
                <c:pt idx="2151">
                  <c:v>0.84</c:v>
                </c:pt>
                <c:pt idx="2152">
                  <c:v>1.565</c:v>
                </c:pt>
                <c:pt idx="2153">
                  <c:v>2.46</c:v>
                </c:pt>
                <c:pt idx="2154">
                  <c:v>2.55</c:v>
                </c:pt>
                <c:pt idx="2155">
                  <c:v>3.124</c:v>
                </c:pt>
                <c:pt idx="2156">
                  <c:v>2.59</c:v>
                </c:pt>
                <c:pt idx="2157">
                  <c:v>2.69</c:v>
                </c:pt>
                <c:pt idx="2158">
                  <c:v>2.55</c:v>
                </c:pt>
                <c:pt idx="2159">
                  <c:v>1.93</c:v>
                </c:pt>
                <c:pt idx="2160">
                  <c:v>3.2</c:v>
                </c:pt>
                <c:pt idx="2161">
                  <c:v>1.73</c:v>
                </c:pt>
                <c:pt idx="2162">
                  <c:v>2.26</c:v>
                </c:pt>
                <c:pt idx="2163">
                  <c:v>1.96</c:v>
                </c:pt>
                <c:pt idx="2164">
                  <c:v>2.23</c:v>
                </c:pt>
                <c:pt idx="2165">
                  <c:v>3.736</c:v>
                </c:pt>
                <c:pt idx="2166">
                  <c:v>3.08</c:v>
                </c:pt>
                <c:pt idx="2167">
                  <c:v>2.69</c:v>
                </c:pt>
                <c:pt idx="2168">
                  <c:v>1.07</c:v>
                </c:pt>
                <c:pt idx="2169">
                  <c:v>1.73</c:v>
                </c:pt>
                <c:pt idx="2170">
                  <c:v>1.996</c:v>
                </c:pt>
                <c:pt idx="2171">
                  <c:v>2.79</c:v>
                </c:pt>
                <c:pt idx="2172">
                  <c:v>2.6</c:v>
                </c:pt>
                <c:pt idx="2173">
                  <c:v>1.93</c:v>
                </c:pt>
                <c:pt idx="2174">
                  <c:v>1.689</c:v>
                </c:pt>
                <c:pt idx="2175">
                  <c:v>2.55</c:v>
                </c:pt>
                <c:pt idx="2176">
                  <c:v>2.62</c:v>
                </c:pt>
                <c:pt idx="2177">
                  <c:v>2.28</c:v>
                </c:pt>
                <c:pt idx="2178">
                  <c:v>2.06</c:v>
                </c:pt>
                <c:pt idx="2179">
                  <c:v>2.17</c:v>
                </c:pt>
                <c:pt idx="2180">
                  <c:v>2.1</c:v>
                </c:pt>
                <c:pt idx="2181">
                  <c:v>3.76</c:v>
                </c:pt>
                <c:pt idx="2182">
                  <c:v>2.6</c:v>
                </c:pt>
                <c:pt idx="2183">
                  <c:v>0.861</c:v>
                </c:pt>
                <c:pt idx="2184">
                  <c:v>2.9</c:v>
                </c:pt>
                <c:pt idx="2185">
                  <c:v>2.6</c:v>
                </c:pt>
                <c:pt idx="2186">
                  <c:v>1.94</c:v>
                </c:pt>
                <c:pt idx="2187">
                  <c:v>2.916</c:v>
                </c:pt>
                <c:pt idx="2188">
                  <c:v>2.43</c:v>
                </c:pt>
                <c:pt idx="2189">
                  <c:v>0.953</c:v>
                </c:pt>
                <c:pt idx="2190">
                  <c:v>2.03</c:v>
                </c:pt>
                <c:pt idx="2191">
                  <c:v>0.98</c:v>
                </c:pt>
                <c:pt idx="2192">
                  <c:v>1.87</c:v>
                </c:pt>
                <c:pt idx="2193">
                  <c:v>1.33</c:v>
                </c:pt>
                <c:pt idx="2194">
                  <c:v>3.96</c:v>
                </c:pt>
                <c:pt idx="2195">
                  <c:v>2.7</c:v>
                </c:pt>
                <c:pt idx="2196">
                  <c:v>2.27</c:v>
                </c:pt>
                <c:pt idx="2197">
                  <c:v>2.58</c:v>
                </c:pt>
                <c:pt idx="2198">
                  <c:v>2.576</c:v>
                </c:pt>
                <c:pt idx="2199">
                  <c:v>2.82</c:v>
                </c:pt>
                <c:pt idx="2200">
                  <c:v>3.38</c:v>
                </c:pt>
                <c:pt idx="2201">
                  <c:v>1.9</c:v>
                </c:pt>
                <c:pt idx="2202">
                  <c:v>3.195</c:v>
                </c:pt>
                <c:pt idx="2203">
                  <c:v>1.96</c:v>
                </c:pt>
                <c:pt idx="2204">
                  <c:v>2.49</c:v>
                </c:pt>
                <c:pt idx="2205">
                  <c:v>2.13</c:v>
                </c:pt>
                <c:pt idx="2206">
                  <c:v>2.37</c:v>
                </c:pt>
                <c:pt idx="2207">
                  <c:v>2.2</c:v>
                </c:pt>
                <c:pt idx="2208">
                  <c:v>2.552</c:v>
                </c:pt>
                <c:pt idx="2209">
                  <c:v>0.7</c:v>
                </c:pt>
                <c:pt idx="2210">
                  <c:v>2.45</c:v>
                </c:pt>
                <c:pt idx="2211">
                  <c:v>2.37</c:v>
                </c:pt>
                <c:pt idx="2212">
                  <c:v>3.71</c:v>
                </c:pt>
                <c:pt idx="2213">
                  <c:v>1.732</c:v>
                </c:pt>
                <c:pt idx="2214">
                  <c:v>3.9</c:v>
                </c:pt>
                <c:pt idx="2215">
                  <c:v>2.03</c:v>
                </c:pt>
                <c:pt idx="2216">
                  <c:v>2.66</c:v>
                </c:pt>
                <c:pt idx="2217">
                  <c:v>2.017</c:v>
                </c:pt>
                <c:pt idx="2218">
                  <c:v>3.15</c:v>
                </c:pt>
                <c:pt idx="2219">
                  <c:v>1.16</c:v>
                </c:pt>
                <c:pt idx="2220">
                  <c:v>1.68</c:v>
                </c:pt>
                <c:pt idx="2221">
                  <c:v>3.206</c:v>
                </c:pt>
                <c:pt idx="2222">
                  <c:v>3.36</c:v>
                </c:pt>
                <c:pt idx="2223">
                  <c:v>1.87</c:v>
                </c:pt>
                <c:pt idx="2224">
                  <c:v>3</c:v>
                </c:pt>
                <c:pt idx="2225">
                  <c:v>2.78</c:v>
                </c:pt>
                <c:pt idx="2226">
                  <c:v>2.26</c:v>
                </c:pt>
                <c:pt idx="2227">
                  <c:v>3.27</c:v>
                </c:pt>
                <c:pt idx="2228">
                  <c:v>1.96</c:v>
                </c:pt>
                <c:pt idx="2229">
                  <c:v>2.77</c:v>
                </c:pt>
                <c:pt idx="2230">
                  <c:v>3.955</c:v>
                </c:pt>
                <c:pt idx="2231">
                  <c:v>3.21</c:v>
                </c:pt>
                <c:pt idx="2232">
                  <c:v>2.11</c:v>
                </c:pt>
                <c:pt idx="2233">
                  <c:v>1.94</c:v>
                </c:pt>
                <c:pt idx="2234">
                  <c:v>3.12</c:v>
                </c:pt>
                <c:pt idx="2235">
                  <c:v>0.93</c:v>
                </c:pt>
                <c:pt idx="2236">
                  <c:v>2.89</c:v>
                </c:pt>
                <c:pt idx="2237">
                  <c:v>1.11</c:v>
                </c:pt>
                <c:pt idx="2238">
                  <c:v>2.76</c:v>
                </c:pt>
                <c:pt idx="2239">
                  <c:v>2.21</c:v>
                </c:pt>
                <c:pt idx="2240">
                  <c:v>2.63</c:v>
                </c:pt>
                <c:pt idx="2241">
                  <c:v>2.14</c:v>
                </c:pt>
                <c:pt idx="2242">
                  <c:v>3.71</c:v>
                </c:pt>
                <c:pt idx="2243">
                  <c:v>1.55</c:v>
                </c:pt>
                <c:pt idx="2244">
                  <c:v>1.9</c:v>
                </c:pt>
                <c:pt idx="2245">
                  <c:v>2.84</c:v>
                </c:pt>
                <c:pt idx="2246">
                  <c:v>1.89</c:v>
                </c:pt>
                <c:pt idx="2247">
                  <c:v>2.505</c:v>
                </c:pt>
                <c:pt idx="2248">
                  <c:v>3.484</c:v>
                </c:pt>
                <c:pt idx="2249">
                  <c:v>2.21</c:v>
                </c:pt>
                <c:pt idx="2250">
                  <c:v>1.66</c:v>
                </c:pt>
                <c:pt idx="2251">
                  <c:v>2.29</c:v>
                </c:pt>
                <c:pt idx="2252">
                  <c:v>2.74</c:v>
                </c:pt>
                <c:pt idx="2253">
                  <c:v>1.07</c:v>
                </c:pt>
                <c:pt idx="2254">
                  <c:v>1.77</c:v>
                </c:pt>
                <c:pt idx="2255">
                  <c:v>1.21</c:v>
                </c:pt>
                <c:pt idx="2256">
                  <c:v>1.64</c:v>
                </c:pt>
                <c:pt idx="2257">
                  <c:v>2.57</c:v>
                </c:pt>
                <c:pt idx="2258">
                  <c:v>1.76</c:v>
                </c:pt>
                <c:pt idx="2259">
                  <c:v>2.26</c:v>
                </c:pt>
                <c:pt idx="2260">
                  <c:v>2.21</c:v>
                </c:pt>
                <c:pt idx="2261">
                  <c:v>2.29</c:v>
                </c:pt>
                <c:pt idx="2262">
                  <c:v>2.29</c:v>
                </c:pt>
                <c:pt idx="2263">
                  <c:v>2.37</c:v>
                </c:pt>
                <c:pt idx="2264">
                  <c:v>2.21</c:v>
                </c:pt>
                <c:pt idx="2265">
                  <c:v>2.26</c:v>
                </c:pt>
                <c:pt idx="2266">
                  <c:v>2.76</c:v>
                </c:pt>
                <c:pt idx="2267">
                  <c:v>2.57</c:v>
                </c:pt>
                <c:pt idx="2268">
                  <c:v>3.36</c:v>
                </c:pt>
                <c:pt idx="2269">
                  <c:v>2.18</c:v>
                </c:pt>
                <c:pt idx="2270">
                  <c:v>2.03</c:v>
                </c:pt>
                <c:pt idx="2271">
                  <c:v>2.764</c:v>
                </c:pt>
                <c:pt idx="2272">
                  <c:v>2.34</c:v>
                </c:pt>
                <c:pt idx="2273">
                  <c:v>2.86</c:v>
                </c:pt>
                <c:pt idx="2274">
                  <c:v>1.53</c:v>
                </c:pt>
                <c:pt idx="2275">
                  <c:v>1.13</c:v>
                </c:pt>
                <c:pt idx="2276">
                  <c:v>2.07</c:v>
                </c:pt>
                <c:pt idx="2277">
                  <c:v>3.16</c:v>
                </c:pt>
                <c:pt idx="2278">
                  <c:v>1.18</c:v>
                </c:pt>
                <c:pt idx="2279">
                  <c:v>2.32</c:v>
                </c:pt>
                <c:pt idx="2280">
                  <c:v>2.77</c:v>
                </c:pt>
                <c:pt idx="2281">
                  <c:v>2.69</c:v>
                </c:pt>
                <c:pt idx="2282">
                  <c:v>2.49</c:v>
                </c:pt>
                <c:pt idx="2283">
                  <c:v>2.61</c:v>
                </c:pt>
                <c:pt idx="2284">
                  <c:v>2.93</c:v>
                </c:pt>
                <c:pt idx="2285">
                  <c:v>1.6</c:v>
                </c:pt>
                <c:pt idx="2286">
                  <c:v>2.62</c:v>
                </c:pt>
                <c:pt idx="2287">
                  <c:v>1.32</c:v>
                </c:pt>
                <c:pt idx="2288">
                  <c:v>3.27</c:v>
                </c:pt>
                <c:pt idx="2289">
                  <c:v>2.194</c:v>
                </c:pt>
                <c:pt idx="2290">
                  <c:v>1.12</c:v>
                </c:pt>
                <c:pt idx="2291">
                  <c:v>1.61</c:v>
                </c:pt>
                <c:pt idx="2292">
                  <c:v>2.61</c:v>
                </c:pt>
                <c:pt idx="2293">
                  <c:v>3.35</c:v>
                </c:pt>
                <c:pt idx="2294">
                  <c:v>3.94</c:v>
                </c:pt>
                <c:pt idx="2295">
                  <c:v>3.03</c:v>
                </c:pt>
                <c:pt idx="2296">
                  <c:v>2.16</c:v>
                </c:pt>
                <c:pt idx="2297">
                  <c:v>1.95</c:v>
                </c:pt>
                <c:pt idx="2298">
                  <c:v>2.21</c:v>
                </c:pt>
                <c:pt idx="2299">
                  <c:v>3.21</c:v>
                </c:pt>
                <c:pt idx="2300">
                  <c:v>2.42</c:v>
                </c:pt>
                <c:pt idx="2301">
                  <c:v>3.5</c:v>
                </c:pt>
                <c:pt idx="2302">
                  <c:v>1.98</c:v>
                </c:pt>
                <c:pt idx="2303">
                  <c:v>1.63</c:v>
                </c:pt>
                <c:pt idx="2304">
                  <c:v>1.073</c:v>
                </c:pt>
                <c:pt idx="2305">
                  <c:v>2.951</c:v>
                </c:pt>
                <c:pt idx="2306">
                  <c:v>2.46</c:v>
                </c:pt>
                <c:pt idx="2307">
                  <c:v>2.19</c:v>
                </c:pt>
                <c:pt idx="2308">
                  <c:v>2.57</c:v>
                </c:pt>
                <c:pt idx="2309">
                  <c:v>1.3</c:v>
                </c:pt>
                <c:pt idx="2310">
                  <c:v>3.514</c:v>
                </c:pt>
                <c:pt idx="2311">
                  <c:v>2.99</c:v>
                </c:pt>
                <c:pt idx="2312">
                  <c:v>1.6</c:v>
                </c:pt>
                <c:pt idx="2313">
                  <c:v>2.995</c:v>
                </c:pt>
                <c:pt idx="2314">
                  <c:v>2.5</c:v>
                </c:pt>
                <c:pt idx="2315">
                  <c:v>2.55</c:v>
                </c:pt>
                <c:pt idx="2316">
                  <c:v>2.68</c:v>
                </c:pt>
                <c:pt idx="2317">
                  <c:v>2.74</c:v>
                </c:pt>
                <c:pt idx="2318">
                  <c:v>2.87</c:v>
                </c:pt>
                <c:pt idx="2319">
                  <c:v>3.01</c:v>
                </c:pt>
                <c:pt idx="2320">
                  <c:v>1.88</c:v>
                </c:pt>
                <c:pt idx="2321">
                  <c:v>1.31</c:v>
                </c:pt>
                <c:pt idx="2322">
                  <c:v>2.49</c:v>
                </c:pt>
                <c:pt idx="2323">
                  <c:v>2.53</c:v>
                </c:pt>
                <c:pt idx="2324">
                  <c:v>3.642</c:v>
                </c:pt>
                <c:pt idx="2325">
                  <c:v>2.03</c:v>
                </c:pt>
                <c:pt idx="2326">
                  <c:v>1.26</c:v>
                </c:pt>
                <c:pt idx="2327">
                  <c:v>3.54</c:v>
                </c:pt>
                <c:pt idx="2328">
                  <c:v>2.54</c:v>
                </c:pt>
                <c:pt idx="2329">
                  <c:v>2.63</c:v>
                </c:pt>
                <c:pt idx="2330">
                  <c:v>1.6</c:v>
                </c:pt>
                <c:pt idx="2331">
                  <c:v>2.601</c:v>
                </c:pt>
                <c:pt idx="2332">
                  <c:v>3.172</c:v>
                </c:pt>
                <c:pt idx="2333">
                  <c:v>2.578</c:v>
                </c:pt>
                <c:pt idx="2334">
                  <c:v>2.54</c:v>
                </c:pt>
                <c:pt idx="2335">
                  <c:v>2.11</c:v>
                </c:pt>
                <c:pt idx="2336">
                  <c:v>2.49</c:v>
                </c:pt>
                <c:pt idx="2337">
                  <c:v>3.1</c:v>
                </c:pt>
                <c:pt idx="2338">
                  <c:v>2.27</c:v>
                </c:pt>
                <c:pt idx="2339">
                  <c:v>3.013</c:v>
                </c:pt>
                <c:pt idx="2340">
                  <c:v>2.04</c:v>
                </c:pt>
                <c:pt idx="2341">
                  <c:v>2.86</c:v>
                </c:pt>
                <c:pt idx="2342">
                  <c:v>2.04</c:v>
                </c:pt>
                <c:pt idx="2343">
                  <c:v>2.7</c:v>
                </c:pt>
                <c:pt idx="2344">
                  <c:v>2.57</c:v>
                </c:pt>
                <c:pt idx="2345">
                  <c:v>2.12</c:v>
                </c:pt>
                <c:pt idx="2346">
                  <c:v>3.65</c:v>
                </c:pt>
                <c:pt idx="2347">
                  <c:v>2.63</c:v>
                </c:pt>
                <c:pt idx="2348">
                  <c:v>3.41</c:v>
                </c:pt>
                <c:pt idx="2349">
                  <c:v>2.56</c:v>
                </c:pt>
                <c:pt idx="2350">
                  <c:v>1.49</c:v>
                </c:pt>
                <c:pt idx="2351">
                  <c:v>1.19</c:v>
                </c:pt>
                <c:pt idx="2352">
                  <c:v>3</c:v>
                </c:pt>
                <c:pt idx="2353">
                  <c:v>2.2</c:v>
                </c:pt>
                <c:pt idx="2354">
                  <c:v>1.458</c:v>
                </c:pt>
                <c:pt idx="2355">
                  <c:v>3.14</c:v>
                </c:pt>
                <c:pt idx="2356">
                  <c:v>2.27</c:v>
                </c:pt>
                <c:pt idx="2357">
                  <c:v>2.54</c:v>
                </c:pt>
                <c:pt idx="2358">
                  <c:v>2.13</c:v>
                </c:pt>
                <c:pt idx="2359">
                  <c:v>2.09</c:v>
                </c:pt>
                <c:pt idx="2360">
                  <c:v>1.84</c:v>
                </c:pt>
                <c:pt idx="2361">
                  <c:v>2.355</c:v>
                </c:pt>
                <c:pt idx="2362">
                  <c:v>1.33</c:v>
                </c:pt>
                <c:pt idx="2363">
                  <c:v>2.22</c:v>
                </c:pt>
                <c:pt idx="2364">
                  <c:v>2.71</c:v>
                </c:pt>
                <c:pt idx="2365">
                  <c:v>2.49</c:v>
                </c:pt>
                <c:pt idx="2366">
                  <c:v>2.41</c:v>
                </c:pt>
                <c:pt idx="2367">
                  <c:v>2.38</c:v>
                </c:pt>
                <c:pt idx="2368">
                  <c:v>2.54</c:v>
                </c:pt>
                <c:pt idx="2369">
                  <c:v>1.88</c:v>
                </c:pt>
                <c:pt idx="2370">
                  <c:v>3.3</c:v>
                </c:pt>
                <c:pt idx="2371">
                  <c:v>2.5</c:v>
                </c:pt>
                <c:pt idx="2372">
                  <c:v>2.67</c:v>
                </c:pt>
                <c:pt idx="2373">
                  <c:v>2.15</c:v>
                </c:pt>
                <c:pt idx="2374">
                  <c:v>2.607</c:v>
                </c:pt>
                <c:pt idx="2375">
                  <c:v>2.24</c:v>
                </c:pt>
                <c:pt idx="2376">
                  <c:v>1.72</c:v>
                </c:pt>
                <c:pt idx="2377">
                  <c:v>2.81</c:v>
                </c:pt>
                <c:pt idx="2378">
                  <c:v>2.76</c:v>
                </c:pt>
                <c:pt idx="2379">
                  <c:v>1.33</c:v>
                </c:pt>
                <c:pt idx="2380">
                  <c:v>3.6</c:v>
                </c:pt>
                <c:pt idx="2381">
                  <c:v>2.26</c:v>
                </c:pt>
                <c:pt idx="2382">
                  <c:v>2.64</c:v>
                </c:pt>
                <c:pt idx="2383">
                  <c:v>2.58</c:v>
                </c:pt>
                <c:pt idx="2384">
                  <c:v>2.16</c:v>
                </c:pt>
                <c:pt idx="2385">
                  <c:v>2.067</c:v>
                </c:pt>
                <c:pt idx="2386">
                  <c:v>3.05</c:v>
                </c:pt>
                <c:pt idx="2387">
                  <c:v>2.47</c:v>
                </c:pt>
                <c:pt idx="2388">
                  <c:v>1.96</c:v>
                </c:pt>
                <c:pt idx="2389">
                  <c:v>3.79</c:v>
                </c:pt>
                <c:pt idx="2390">
                  <c:v>2.513</c:v>
                </c:pt>
                <c:pt idx="2391">
                  <c:v>2.54</c:v>
                </c:pt>
                <c:pt idx="2392">
                  <c:v>2.85</c:v>
                </c:pt>
                <c:pt idx="2393">
                  <c:v>3.268</c:v>
                </c:pt>
                <c:pt idx="2394">
                  <c:v>1.99</c:v>
                </c:pt>
                <c:pt idx="2395">
                  <c:v>1.45</c:v>
                </c:pt>
                <c:pt idx="2396">
                  <c:v>2.87</c:v>
                </c:pt>
                <c:pt idx="2397">
                  <c:v>2.66</c:v>
                </c:pt>
                <c:pt idx="2398">
                  <c:v>2.701</c:v>
                </c:pt>
                <c:pt idx="2399">
                  <c:v>3.58</c:v>
                </c:pt>
                <c:pt idx="2400">
                  <c:v>3.15</c:v>
                </c:pt>
                <c:pt idx="2401">
                  <c:v>2.31</c:v>
                </c:pt>
                <c:pt idx="2402">
                  <c:v>3.429</c:v>
                </c:pt>
                <c:pt idx="2403">
                  <c:v>2.22</c:v>
                </c:pt>
                <c:pt idx="2404">
                  <c:v>2.24</c:v>
                </c:pt>
                <c:pt idx="2405">
                  <c:v>2.39</c:v>
                </c:pt>
                <c:pt idx="2406">
                  <c:v>2.416</c:v>
                </c:pt>
                <c:pt idx="2407">
                  <c:v>2.43</c:v>
                </c:pt>
                <c:pt idx="2408">
                  <c:v>1.2</c:v>
                </c:pt>
                <c:pt idx="2409">
                  <c:v>2.68</c:v>
                </c:pt>
                <c:pt idx="2410">
                  <c:v>2.3</c:v>
                </c:pt>
                <c:pt idx="2411">
                  <c:v>1.75</c:v>
                </c:pt>
                <c:pt idx="2412">
                  <c:v>1.68</c:v>
                </c:pt>
                <c:pt idx="2413">
                  <c:v>1.71</c:v>
                </c:pt>
                <c:pt idx="2414">
                  <c:v>2.32</c:v>
                </c:pt>
                <c:pt idx="2415">
                  <c:v>2.607</c:v>
                </c:pt>
                <c:pt idx="2416">
                  <c:v>2.52</c:v>
                </c:pt>
                <c:pt idx="2417">
                  <c:v>1.61</c:v>
                </c:pt>
                <c:pt idx="2418">
                  <c:v>3.01</c:v>
                </c:pt>
                <c:pt idx="2419">
                  <c:v>2.09</c:v>
                </c:pt>
                <c:pt idx="2420">
                  <c:v>2.5</c:v>
                </c:pt>
                <c:pt idx="2421">
                  <c:v>2.11</c:v>
                </c:pt>
                <c:pt idx="2422">
                  <c:v>2.09</c:v>
                </c:pt>
                <c:pt idx="2423">
                  <c:v>2.51</c:v>
                </c:pt>
                <c:pt idx="2424">
                  <c:v>2.36</c:v>
                </c:pt>
                <c:pt idx="2425">
                  <c:v>2.36</c:v>
                </c:pt>
                <c:pt idx="2426">
                  <c:v>2.11</c:v>
                </c:pt>
                <c:pt idx="2427">
                  <c:v>2.9</c:v>
                </c:pt>
                <c:pt idx="2428">
                  <c:v>3.319</c:v>
                </c:pt>
                <c:pt idx="2429">
                  <c:v>2.07</c:v>
                </c:pt>
                <c:pt idx="2430">
                  <c:v>1.81</c:v>
                </c:pt>
                <c:pt idx="2431">
                  <c:v>2.83</c:v>
                </c:pt>
                <c:pt idx="2432">
                  <c:v>3.34</c:v>
                </c:pt>
                <c:pt idx="2433">
                  <c:v>2.87</c:v>
                </c:pt>
                <c:pt idx="2434">
                  <c:v>2.15</c:v>
                </c:pt>
                <c:pt idx="2435">
                  <c:v>2.15</c:v>
                </c:pt>
                <c:pt idx="2436">
                  <c:v>2.36</c:v>
                </c:pt>
                <c:pt idx="2437">
                  <c:v>1.78</c:v>
                </c:pt>
                <c:pt idx="2438">
                  <c:v>2.67</c:v>
                </c:pt>
                <c:pt idx="2439">
                  <c:v>2.44</c:v>
                </c:pt>
                <c:pt idx="2440">
                  <c:v>3.65</c:v>
                </c:pt>
                <c:pt idx="2441">
                  <c:v>2.63</c:v>
                </c:pt>
                <c:pt idx="2442">
                  <c:v>2.29</c:v>
                </c:pt>
                <c:pt idx="2443">
                  <c:v>1.36</c:v>
                </c:pt>
                <c:pt idx="2444">
                  <c:v>2.35</c:v>
                </c:pt>
                <c:pt idx="2445">
                  <c:v>2.53</c:v>
                </c:pt>
                <c:pt idx="2446">
                  <c:v>1.8</c:v>
                </c:pt>
                <c:pt idx="2447">
                  <c:v>2.73</c:v>
                </c:pt>
                <c:pt idx="2448">
                  <c:v>2.69</c:v>
                </c:pt>
                <c:pt idx="2449">
                  <c:v>2.22</c:v>
                </c:pt>
                <c:pt idx="2450">
                  <c:v>3.82</c:v>
                </c:pt>
                <c:pt idx="2451">
                  <c:v>3.03</c:v>
                </c:pt>
                <c:pt idx="2452">
                  <c:v>2.23</c:v>
                </c:pt>
                <c:pt idx="2453">
                  <c:v>1.9</c:v>
                </c:pt>
                <c:pt idx="2454">
                  <c:v>3.91</c:v>
                </c:pt>
                <c:pt idx="2455">
                  <c:v>2.14</c:v>
                </c:pt>
                <c:pt idx="2456">
                  <c:v>3.25</c:v>
                </c:pt>
                <c:pt idx="2457">
                  <c:v>1.33</c:v>
                </c:pt>
                <c:pt idx="2458">
                  <c:v>1.199</c:v>
                </c:pt>
                <c:pt idx="2459">
                  <c:v>1.76</c:v>
                </c:pt>
                <c:pt idx="2460">
                  <c:v>2.73</c:v>
                </c:pt>
                <c:pt idx="2461">
                  <c:v>3.13</c:v>
                </c:pt>
                <c:pt idx="2462">
                  <c:v>1.85</c:v>
                </c:pt>
                <c:pt idx="2463">
                  <c:v>2.5</c:v>
                </c:pt>
                <c:pt idx="2464">
                  <c:v>2.606</c:v>
                </c:pt>
                <c:pt idx="2465">
                  <c:v>3.53</c:v>
                </c:pt>
                <c:pt idx="2466">
                  <c:v>3.39</c:v>
                </c:pt>
                <c:pt idx="2467">
                  <c:v>2.47</c:v>
                </c:pt>
                <c:pt idx="2468">
                  <c:v>3.93</c:v>
                </c:pt>
                <c:pt idx="2469">
                  <c:v>2.215</c:v>
                </c:pt>
                <c:pt idx="2470">
                  <c:v>2.52</c:v>
                </c:pt>
                <c:pt idx="2471">
                  <c:v>1.77</c:v>
                </c:pt>
                <c:pt idx="2472">
                  <c:v>2.13</c:v>
                </c:pt>
                <c:pt idx="2473">
                  <c:v>2.54</c:v>
                </c:pt>
                <c:pt idx="2474">
                  <c:v>2.167</c:v>
                </c:pt>
                <c:pt idx="2475">
                  <c:v>3.11</c:v>
                </c:pt>
                <c:pt idx="2476">
                  <c:v>2.86</c:v>
                </c:pt>
                <c:pt idx="2477">
                  <c:v>3</c:v>
                </c:pt>
                <c:pt idx="2478">
                  <c:v>2.474</c:v>
                </c:pt>
                <c:pt idx="2479">
                  <c:v>2.94</c:v>
                </c:pt>
                <c:pt idx="2480">
                  <c:v>3.04</c:v>
                </c:pt>
                <c:pt idx="2481">
                  <c:v>3.05</c:v>
                </c:pt>
                <c:pt idx="2482">
                  <c:v>1.08</c:v>
                </c:pt>
                <c:pt idx="2483">
                  <c:v>2.82</c:v>
                </c:pt>
                <c:pt idx="2484">
                  <c:v>1.4</c:v>
                </c:pt>
                <c:pt idx="2485">
                  <c:v>2.58</c:v>
                </c:pt>
                <c:pt idx="2486">
                  <c:v>1.64</c:v>
                </c:pt>
                <c:pt idx="2487">
                  <c:v>3.54</c:v>
                </c:pt>
                <c:pt idx="2488">
                  <c:v>2.39</c:v>
                </c:pt>
                <c:pt idx="2489">
                  <c:v>3.41</c:v>
                </c:pt>
                <c:pt idx="2490">
                  <c:v>3.07</c:v>
                </c:pt>
                <c:pt idx="2491">
                  <c:v>1.8</c:v>
                </c:pt>
                <c:pt idx="2492">
                  <c:v>2.91</c:v>
                </c:pt>
                <c:pt idx="2493">
                  <c:v>2.66</c:v>
                </c:pt>
                <c:pt idx="2494">
                  <c:v>3.04</c:v>
                </c:pt>
                <c:pt idx="2495">
                  <c:v>2.81</c:v>
                </c:pt>
                <c:pt idx="2496">
                  <c:v>1.82</c:v>
                </c:pt>
                <c:pt idx="2497">
                  <c:v>2.29</c:v>
                </c:pt>
                <c:pt idx="2498">
                  <c:v>2.27</c:v>
                </c:pt>
                <c:pt idx="2499">
                  <c:v>2.28</c:v>
                </c:pt>
                <c:pt idx="2500">
                  <c:v>1.77</c:v>
                </c:pt>
                <c:pt idx="2501">
                  <c:v>2.77</c:v>
                </c:pt>
                <c:pt idx="2502">
                  <c:v>2.5</c:v>
                </c:pt>
                <c:pt idx="2503">
                  <c:v>3.8</c:v>
                </c:pt>
                <c:pt idx="2504">
                  <c:v>1.86</c:v>
                </c:pt>
                <c:pt idx="2505">
                  <c:v>1.33</c:v>
                </c:pt>
                <c:pt idx="2506">
                  <c:v>2.82</c:v>
                </c:pt>
                <c:pt idx="2507">
                  <c:v>3.26</c:v>
                </c:pt>
                <c:pt idx="2508">
                  <c:v>2.51</c:v>
                </c:pt>
                <c:pt idx="2509">
                  <c:v>3.68</c:v>
                </c:pt>
                <c:pt idx="2510">
                  <c:v>3.96</c:v>
                </c:pt>
                <c:pt idx="2511">
                  <c:v>1.9</c:v>
                </c:pt>
                <c:pt idx="2512">
                  <c:v>2.562</c:v>
                </c:pt>
                <c:pt idx="2513">
                  <c:v>1.73</c:v>
                </c:pt>
                <c:pt idx="2514">
                  <c:v>2.81</c:v>
                </c:pt>
                <c:pt idx="2515">
                  <c:v>1.18</c:v>
                </c:pt>
                <c:pt idx="2516">
                  <c:v>2.72</c:v>
                </c:pt>
                <c:pt idx="2517">
                  <c:v>1.34</c:v>
                </c:pt>
                <c:pt idx="2518">
                  <c:v>3.19</c:v>
                </c:pt>
                <c:pt idx="2519">
                  <c:v>2.98</c:v>
                </c:pt>
                <c:pt idx="2520">
                  <c:v>2.93</c:v>
                </c:pt>
                <c:pt idx="2521">
                  <c:v>3.33</c:v>
                </c:pt>
                <c:pt idx="2522">
                  <c:v>1.62</c:v>
                </c:pt>
                <c:pt idx="2523">
                  <c:v>1.61</c:v>
                </c:pt>
                <c:pt idx="2524">
                  <c:v>3.01</c:v>
                </c:pt>
                <c:pt idx="2525">
                  <c:v>2.66</c:v>
                </c:pt>
                <c:pt idx="2526">
                  <c:v>3.683</c:v>
                </c:pt>
                <c:pt idx="2527">
                  <c:v>2.64</c:v>
                </c:pt>
                <c:pt idx="2528">
                  <c:v>2.88</c:v>
                </c:pt>
                <c:pt idx="2529">
                  <c:v>2.49</c:v>
                </c:pt>
                <c:pt idx="2530">
                  <c:v>2.99</c:v>
                </c:pt>
                <c:pt idx="2531">
                  <c:v>2.7</c:v>
                </c:pt>
                <c:pt idx="2532">
                  <c:v>3.38</c:v>
                </c:pt>
                <c:pt idx="2533">
                  <c:v>2.6</c:v>
                </c:pt>
                <c:pt idx="2534">
                  <c:v>2.4</c:v>
                </c:pt>
                <c:pt idx="2535">
                  <c:v>2.55</c:v>
                </c:pt>
                <c:pt idx="2536">
                  <c:v>2.17</c:v>
                </c:pt>
                <c:pt idx="2537">
                  <c:v>2.72</c:v>
                </c:pt>
                <c:pt idx="2538">
                  <c:v>2.53</c:v>
                </c:pt>
                <c:pt idx="2539">
                  <c:v>2.49</c:v>
                </c:pt>
                <c:pt idx="2540">
                  <c:v>3.53</c:v>
                </c:pt>
                <c:pt idx="2541">
                  <c:v>3.3</c:v>
                </c:pt>
                <c:pt idx="2542">
                  <c:v>2.73</c:v>
                </c:pt>
                <c:pt idx="2543">
                  <c:v>3.21</c:v>
                </c:pt>
                <c:pt idx="2544">
                  <c:v>3.96</c:v>
                </c:pt>
                <c:pt idx="2545">
                  <c:v>3.18</c:v>
                </c:pt>
                <c:pt idx="2546">
                  <c:v>2.94</c:v>
                </c:pt>
                <c:pt idx="2547">
                  <c:v>2.7</c:v>
                </c:pt>
                <c:pt idx="2548">
                  <c:v>1.78</c:v>
                </c:pt>
                <c:pt idx="2549">
                  <c:v>2.71</c:v>
                </c:pt>
                <c:pt idx="2550">
                  <c:v>3.17</c:v>
                </c:pt>
                <c:pt idx="2551">
                  <c:v>3.87</c:v>
                </c:pt>
                <c:pt idx="2552">
                  <c:v>2.82</c:v>
                </c:pt>
                <c:pt idx="2553">
                  <c:v>2.33</c:v>
                </c:pt>
                <c:pt idx="2554">
                  <c:v>2.24</c:v>
                </c:pt>
                <c:pt idx="2555">
                  <c:v>2.3</c:v>
                </c:pt>
                <c:pt idx="2556">
                  <c:v>2.27</c:v>
                </c:pt>
                <c:pt idx="2557">
                  <c:v>2.47</c:v>
                </c:pt>
                <c:pt idx="2558">
                  <c:v>3.26</c:v>
                </c:pt>
                <c:pt idx="2559">
                  <c:v>2.07</c:v>
                </c:pt>
                <c:pt idx="2560">
                  <c:v>2.9</c:v>
                </c:pt>
                <c:pt idx="2561">
                  <c:v>2.25</c:v>
                </c:pt>
                <c:pt idx="2562">
                  <c:v>3.65</c:v>
                </c:pt>
                <c:pt idx="2563">
                  <c:v>1.45</c:v>
                </c:pt>
                <c:pt idx="2564">
                  <c:v>2.08</c:v>
                </c:pt>
                <c:pt idx="2565">
                  <c:v>1.64</c:v>
                </c:pt>
                <c:pt idx="2566">
                  <c:v>4</c:v>
                </c:pt>
                <c:pt idx="2567">
                  <c:v>3.6</c:v>
                </c:pt>
                <c:pt idx="2568">
                  <c:v>3.11</c:v>
                </c:pt>
                <c:pt idx="2569">
                  <c:v>2.57</c:v>
                </c:pt>
                <c:pt idx="2570">
                  <c:v>3.02</c:v>
                </c:pt>
                <c:pt idx="2571">
                  <c:v>2.05</c:v>
                </c:pt>
                <c:pt idx="2572">
                  <c:v>1.71</c:v>
                </c:pt>
                <c:pt idx="2573">
                  <c:v>2.19</c:v>
                </c:pt>
                <c:pt idx="2574">
                  <c:v>1.87</c:v>
                </c:pt>
                <c:pt idx="2575">
                  <c:v>1.41</c:v>
                </c:pt>
                <c:pt idx="2576">
                  <c:v>3.2</c:v>
                </c:pt>
                <c:pt idx="2577">
                  <c:v>3.54</c:v>
                </c:pt>
                <c:pt idx="2578">
                  <c:v>2.1</c:v>
                </c:pt>
                <c:pt idx="2579">
                  <c:v>2.94</c:v>
                </c:pt>
                <c:pt idx="2580">
                  <c:v>3.14</c:v>
                </c:pt>
                <c:pt idx="2581">
                  <c:v>3.19</c:v>
                </c:pt>
                <c:pt idx="2582">
                  <c:v>3.13</c:v>
                </c:pt>
                <c:pt idx="2583">
                  <c:v>3.23</c:v>
                </c:pt>
                <c:pt idx="2584">
                  <c:v>3.64</c:v>
                </c:pt>
                <c:pt idx="2585">
                  <c:v>2.19</c:v>
                </c:pt>
                <c:pt idx="2586">
                  <c:v>3.64</c:v>
                </c:pt>
              </c:numCache>
            </c:numRef>
          </c:yVal>
          <c:smooth val="0"/>
        </c:ser>
        <c:ser>
          <c:idx val="1"/>
          <c:order val="1"/>
          <c:tx>
            <c:strRef>
              <c:f>Sheet1!$C$1</c:f>
              <c:strCache>
                <c:ptCount val="1"/>
                <c:pt idx="0">
                  <c:v>Gap (1.76 R)</c:v>
                </c:pt>
              </c:strCache>
            </c:strRef>
          </c:tx>
          <c:spPr>
            <a:solidFill>
              <a:srgbClr val="E9B949"/>
            </a:solidFill>
            <a:ln>
              <a:noFill/>
            </a:ln>
            <a:effectLst/>
          </c:spPr>
          <c:marker>
            <c:symbol val="circle"/>
            <c:size val="3"/>
            <c:spPr>
              <a:solidFill>
                <a:srgbClr val="E9B949"/>
              </a:solidFill>
              <a:ln w="9525" cap="flat">
                <a:solidFill>
                  <a:srgbClr val="E9B949"/>
                </a:solidFill>
                <a:prstDash val="solid"/>
                <a:round/>
              </a:ln>
              <a:effectLst/>
            </c:spPr>
          </c:marker>
          <c:xVal>
            <c:numRef>
              <c:f>Sheet1!$A$2:$A$2588</c:f>
              <c:numCache>
                <c:formatCode>General</c:formatCode>
                <c:ptCount val="2587"/>
                <c:pt idx="0">
                  <c:v>-0.752</c:v>
                </c:pt>
                <c:pt idx="1">
                  <c:v>-0.745</c:v>
                </c:pt>
                <c:pt idx="2">
                  <c:v>-0.649</c:v>
                </c:pt>
                <c:pt idx="3">
                  <c:v>-0.623</c:v>
                </c:pt>
                <c:pt idx="4">
                  <c:v>-0.554</c:v>
                </c:pt>
                <c:pt idx="5">
                  <c:v>-0.552</c:v>
                </c:pt>
                <c:pt idx="6">
                  <c:v>-0.521</c:v>
                </c:pt>
                <c:pt idx="7">
                  <c:v>-0.492</c:v>
                </c:pt>
                <c:pt idx="8">
                  <c:v>-0.453</c:v>
                </c:pt>
                <c:pt idx="9">
                  <c:v>-0.45</c:v>
                </c:pt>
                <c:pt idx="10">
                  <c:v>-0.45</c:v>
                </c:pt>
                <c:pt idx="11">
                  <c:v>-0.437</c:v>
                </c:pt>
                <c:pt idx="12">
                  <c:v>-0.433</c:v>
                </c:pt>
                <c:pt idx="13">
                  <c:v>-0.43</c:v>
                </c:pt>
                <c:pt idx="14">
                  <c:v>-0.419</c:v>
                </c:pt>
                <c:pt idx="15">
                  <c:v>-0.388</c:v>
                </c:pt>
                <c:pt idx="16">
                  <c:v>-0.385</c:v>
                </c:pt>
                <c:pt idx="17">
                  <c:v>-0.359</c:v>
                </c:pt>
                <c:pt idx="18">
                  <c:v>-0.35</c:v>
                </c:pt>
                <c:pt idx="19">
                  <c:v>-0.348</c:v>
                </c:pt>
                <c:pt idx="20">
                  <c:v>-0.334</c:v>
                </c:pt>
                <c:pt idx="21">
                  <c:v>-0.329</c:v>
                </c:pt>
                <c:pt idx="22">
                  <c:v>-0.328</c:v>
                </c:pt>
                <c:pt idx="23">
                  <c:v>-0.31</c:v>
                </c:pt>
                <c:pt idx="24">
                  <c:v>-0.296</c:v>
                </c:pt>
                <c:pt idx="25">
                  <c:v>-0.285</c:v>
                </c:pt>
                <c:pt idx="26">
                  <c:v>-0.269</c:v>
                </c:pt>
                <c:pt idx="27">
                  <c:v>-0.268</c:v>
                </c:pt>
                <c:pt idx="28">
                  <c:v>-0.261</c:v>
                </c:pt>
                <c:pt idx="29">
                  <c:v>-0.26</c:v>
                </c:pt>
                <c:pt idx="30">
                  <c:v>-0.246</c:v>
                </c:pt>
                <c:pt idx="31">
                  <c:v>-0.245</c:v>
                </c:pt>
                <c:pt idx="32">
                  <c:v>-0.243</c:v>
                </c:pt>
                <c:pt idx="33">
                  <c:v>-0.243</c:v>
                </c:pt>
                <c:pt idx="34">
                  <c:v>-0.241</c:v>
                </c:pt>
                <c:pt idx="35">
                  <c:v>-0.239</c:v>
                </c:pt>
                <c:pt idx="36">
                  <c:v>-0.233</c:v>
                </c:pt>
                <c:pt idx="37">
                  <c:v>-0.231</c:v>
                </c:pt>
                <c:pt idx="38">
                  <c:v>-0.218</c:v>
                </c:pt>
                <c:pt idx="39">
                  <c:v>-0.203</c:v>
                </c:pt>
                <c:pt idx="40">
                  <c:v>-0.2</c:v>
                </c:pt>
                <c:pt idx="41">
                  <c:v>-0.198</c:v>
                </c:pt>
                <c:pt idx="42">
                  <c:v>-0.196</c:v>
                </c:pt>
                <c:pt idx="43">
                  <c:v>-0.195</c:v>
                </c:pt>
                <c:pt idx="44">
                  <c:v>-0.188</c:v>
                </c:pt>
                <c:pt idx="45">
                  <c:v>-0.178</c:v>
                </c:pt>
                <c:pt idx="46">
                  <c:v>-0.178</c:v>
                </c:pt>
                <c:pt idx="47">
                  <c:v>-0.174</c:v>
                </c:pt>
                <c:pt idx="48">
                  <c:v>-0.174</c:v>
                </c:pt>
                <c:pt idx="49">
                  <c:v>-0.174</c:v>
                </c:pt>
                <c:pt idx="50">
                  <c:v>-0.171</c:v>
                </c:pt>
                <c:pt idx="51">
                  <c:v>-0.17</c:v>
                </c:pt>
                <c:pt idx="52">
                  <c:v>-0.169</c:v>
                </c:pt>
                <c:pt idx="53">
                  <c:v>-0.168</c:v>
                </c:pt>
                <c:pt idx="54">
                  <c:v>-0.167</c:v>
                </c:pt>
                <c:pt idx="55">
                  <c:v>-0.165</c:v>
                </c:pt>
                <c:pt idx="56">
                  <c:v>-0.165</c:v>
                </c:pt>
                <c:pt idx="57">
                  <c:v>-0.161</c:v>
                </c:pt>
                <c:pt idx="58">
                  <c:v>-0.159</c:v>
                </c:pt>
                <c:pt idx="59">
                  <c:v>-0.152</c:v>
                </c:pt>
                <c:pt idx="60">
                  <c:v>-0.143</c:v>
                </c:pt>
                <c:pt idx="61">
                  <c:v>-0.143</c:v>
                </c:pt>
                <c:pt idx="62">
                  <c:v>-0.142</c:v>
                </c:pt>
                <c:pt idx="63">
                  <c:v>-0.133</c:v>
                </c:pt>
                <c:pt idx="64">
                  <c:v>-0.133</c:v>
                </c:pt>
                <c:pt idx="65">
                  <c:v>-0.13</c:v>
                </c:pt>
                <c:pt idx="66">
                  <c:v>-0.129</c:v>
                </c:pt>
                <c:pt idx="67">
                  <c:v>-0.118</c:v>
                </c:pt>
                <c:pt idx="68">
                  <c:v>-0.118</c:v>
                </c:pt>
                <c:pt idx="69">
                  <c:v>-0.117</c:v>
                </c:pt>
                <c:pt idx="70">
                  <c:v>-0.117</c:v>
                </c:pt>
                <c:pt idx="71">
                  <c:v>-0.116</c:v>
                </c:pt>
                <c:pt idx="72">
                  <c:v>-0.116</c:v>
                </c:pt>
                <c:pt idx="73">
                  <c:v>-0.115</c:v>
                </c:pt>
                <c:pt idx="74">
                  <c:v>-0.114</c:v>
                </c:pt>
                <c:pt idx="75">
                  <c:v>-0.114</c:v>
                </c:pt>
                <c:pt idx="76">
                  <c:v>-0.111</c:v>
                </c:pt>
                <c:pt idx="77">
                  <c:v>-0.11</c:v>
                </c:pt>
                <c:pt idx="78">
                  <c:v>-0.106</c:v>
                </c:pt>
                <c:pt idx="79">
                  <c:v>-0.103</c:v>
                </c:pt>
                <c:pt idx="80">
                  <c:v>-0.103</c:v>
                </c:pt>
                <c:pt idx="81">
                  <c:v>-0.092</c:v>
                </c:pt>
                <c:pt idx="82">
                  <c:v>-0.09</c:v>
                </c:pt>
                <c:pt idx="83">
                  <c:v>-0.09</c:v>
                </c:pt>
                <c:pt idx="84">
                  <c:v>-0.077</c:v>
                </c:pt>
                <c:pt idx="85">
                  <c:v>-0.074</c:v>
                </c:pt>
                <c:pt idx="86">
                  <c:v>-0.072</c:v>
                </c:pt>
                <c:pt idx="87">
                  <c:v>-0.071</c:v>
                </c:pt>
                <c:pt idx="88">
                  <c:v>-0.069</c:v>
                </c:pt>
                <c:pt idx="89">
                  <c:v>-0.067</c:v>
                </c:pt>
                <c:pt idx="90">
                  <c:v>-0.065</c:v>
                </c:pt>
                <c:pt idx="91">
                  <c:v>-0.061</c:v>
                </c:pt>
                <c:pt idx="92">
                  <c:v>-0.057</c:v>
                </c:pt>
                <c:pt idx="93">
                  <c:v>-0.055</c:v>
                </c:pt>
                <c:pt idx="94">
                  <c:v>-0.054</c:v>
                </c:pt>
                <c:pt idx="95">
                  <c:v>-0.049</c:v>
                </c:pt>
                <c:pt idx="96">
                  <c:v>-0.046</c:v>
                </c:pt>
                <c:pt idx="97">
                  <c:v>-0.042</c:v>
                </c:pt>
                <c:pt idx="98">
                  <c:v>-0.038</c:v>
                </c:pt>
                <c:pt idx="99">
                  <c:v>-0.036</c:v>
                </c:pt>
                <c:pt idx="100">
                  <c:v>-0.033</c:v>
                </c:pt>
                <c:pt idx="101">
                  <c:v>-0.033</c:v>
                </c:pt>
                <c:pt idx="102">
                  <c:v>-0.033</c:v>
                </c:pt>
                <c:pt idx="103">
                  <c:v>-0.032</c:v>
                </c:pt>
                <c:pt idx="104">
                  <c:v>-0.032</c:v>
                </c:pt>
                <c:pt idx="105">
                  <c:v>-0.029</c:v>
                </c:pt>
                <c:pt idx="106">
                  <c:v>-0.029</c:v>
                </c:pt>
                <c:pt idx="107">
                  <c:v>-0.029</c:v>
                </c:pt>
                <c:pt idx="108">
                  <c:v>-0.028</c:v>
                </c:pt>
                <c:pt idx="109">
                  <c:v>-0.027</c:v>
                </c:pt>
                <c:pt idx="110">
                  <c:v>-0.026</c:v>
                </c:pt>
                <c:pt idx="111">
                  <c:v>-0.023</c:v>
                </c:pt>
                <c:pt idx="112">
                  <c:v>-0.018</c:v>
                </c:pt>
                <c:pt idx="113">
                  <c:v>-0.017</c:v>
                </c:pt>
                <c:pt idx="114">
                  <c:v>-0.016</c:v>
                </c:pt>
                <c:pt idx="115">
                  <c:v>-0.014</c:v>
                </c:pt>
                <c:pt idx="116">
                  <c:v>-0.014</c:v>
                </c:pt>
                <c:pt idx="117">
                  <c:v>-0.012</c:v>
                </c:pt>
                <c:pt idx="118">
                  <c:v>-0.011</c:v>
                </c:pt>
                <c:pt idx="119">
                  <c:v>-0.007</c:v>
                </c:pt>
                <c:pt idx="120">
                  <c:v>-0.006</c:v>
                </c:pt>
                <c:pt idx="121">
                  <c:v>-0.005</c:v>
                </c:pt>
                <c:pt idx="122">
                  <c:v>-0.004</c:v>
                </c:pt>
                <c:pt idx="123">
                  <c:v>-0.001</c:v>
                </c:pt>
                <c:pt idx="124">
                  <c:v>0.002</c:v>
                </c:pt>
                <c:pt idx="125">
                  <c:v>0.003</c:v>
                </c:pt>
                <c:pt idx="126">
                  <c:v>0.005</c:v>
                </c:pt>
                <c:pt idx="127">
                  <c:v>0.016</c:v>
                </c:pt>
                <c:pt idx="128">
                  <c:v>0.018</c:v>
                </c:pt>
                <c:pt idx="129">
                  <c:v>0.019</c:v>
                </c:pt>
                <c:pt idx="130">
                  <c:v>0.022</c:v>
                </c:pt>
                <c:pt idx="131">
                  <c:v>0.023</c:v>
                </c:pt>
                <c:pt idx="132">
                  <c:v>0.025</c:v>
                </c:pt>
                <c:pt idx="133">
                  <c:v>0.027</c:v>
                </c:pt>
                <c:pt idx="134">
                  <c:v>0.028</c:v>
                </c:pt>
                <c:pt idx="135">
                  <c:v>0.029</c:v>
                </c:pt>
                <c:pt idx="136">
                  <c:v>0.033</c:v>
                </c:pt>
                <c:pt idx="137">
                  <c:v>0.037</c:v>
                </c:pt>
                <c:pt idx="138">
                  <c:v>0.039</c:v>
                </c:pt>
                <c:pt idx="139">
                  <c:v>0.04</c:v>
                </c:pt>
                <c:pt idx="140">
                  <c:v>0.043</c:v>
                </c:pt>
                <c:pt idx="141">
                  <c:v>0.049</c:v>
                </c:pt>
                <c:pt idx="142">
                  <c:v>0.054</c:v>
                </c:pt>
                <c:pt idx="143">
                  <c:v>0.061</c:v>
                </c:pt>
                <c:pt idx="144">
                  <c:v>0.077</c:v>
                </c:pt>
                <c:pt idx="145">
                  <c:v>0.078</c:v>
                </c:pt>
                <c:pt idx="146">
                  <c:v>0.078</c:v>
                </c:pt>
                <c:pt idx="147">
                  <c:v>0.082</c:v>
                </c:pt>
                <c:pt idx="148">
                  <c:v>0.082</c:v>
                </c:pt>
                <c:pt idx="149">
                  <c:v>0.085</c:v>
                </c:pt>
                <c:pt idx="150">
                  <c:v>0.085</c:v>
                </c:pt>
                <c:pt idx="151">
                  <c:v>0.086</c:v>
                </c:pt>
                <c:pt idx="152">
                  <c:v>0.088</c:v>
                </c:pt>
                <c:pt idx="153">
                  <c:v>0.089</c:v>
                </c:pt>
                <c:pt idx="154">
                  <c:v>0.093</c:v>
                </c:pt>
                <c:pt idx="155">
                  <c:v>0.093</c:v>
                </c:pt>
                <c:pt idx="156">
                  <c:v>0.095</c:v>
                </c:pt>
                <c:pt idx="157">
                  <c:v>0.099</c:v>
                </c:pt>
                <c:pt idx="158">
                  <c:v>0.1</c:v>
                </c:pt>
                <c:pt idx="159">
                  <c:v>0.103</c:v>
                </c:pt>
                <c:pt idx="160">
                  <c:v>0.105</c:v>
                </c:pt>
                <c:pt idx="161">
                  <c:v>0.11</c:v>
                </c:pt>
                <c:pt idx="162">
                  <c:v>0.11</c:v>
                </c:pt>
                <c:pt idx="163">
                  <c:v>0.111</c:v>
                </c:pt>
                <c:pt idx="164">
                  <c:v>0.116</c:v>
                </c:pt>
                <c:pt idx="165">
                  <c:v>0.118</c:v>
                </c:pt>
                <c:pt idx="166">
                  <c:v>0.126</c:v>
                </c:pt>
                <c:pt idx="167">
                  <c:v>0.127</c:v>
                </c:pt>
                <c:pt idx="168">
                  <c:v>0.128</c:v>
                </c:pt>
                <c:pt idx="169">
                  <c:v>0.13</c:v>
                </c:pt>
                <c:pt idx="170">
                  <c:v>0.143</c:v>
                </c:pt>
                <c:pt idx="171">
                  <c:v>0.144</c:v>
                </c:pt>
                <c:pt idx="172">
                  <c:v>0.147</c:v>
                </c:pt>
                <c:pt idx="173">
                  <c:v>0.15</c:v>
                </c:pt>
                <c:pt idx="174">
                  <c:v>0.152</c:v>
                </c:pt>
                <c:pt idx="175">
                  <c:v>0.153</c:v>
                </c:pt>
                <c:pt idx="176">
                  <c:v>0.153</c:v>
                </c:pt>
                <c:pt idx="177">
                  <c:v>0.157</c:v>
                </c:pt>
                <c:pt idx="178">
                  <c:v>0.157</c:v>
                </c:pt>
                <c:pt idx="179">
                  <c:v>0.16</c:v>
                </c:pt>
                <c:pt idx="180">
                  <c:v>0.16</c:v>
                </c:pt>
                <c:pt idx="181">
                  <c:v>0.162</c:v>
                </c:pt>
                <c:pt idx="182">
                  <c:v>0.162</c:v>
                </c:pt>
                <c:pt idx="183">
                  <c:v>0.166</c:v>
                </c:pt>
                <c:pt idx="184">
                  <c:v>0.169</c:v>
                </c:pt>
                <c:pt idx="185">
                  <c:v>0.176</c:v>
                </c:pt>
                <c:pt idx="186">
                  <c:v>0.178</c:v>
                </c:pt>
                <c:pt idx="187">
                  <c:v>0.179</c:v>
                </c:pt>
                <c:pt idx="188">
                  <c:v>0.183</c:v>
                </c:pt>
                <c:pt idx="189">
                  <c:v>0.184</c:v>
                </c:pt>
                <c:pt idx="190">
                  <c:v>0.187</c:v>
                </c:pt>
                <c:pt idx="191">
                  <c:v>0.187</c:v>
                </c:pt>
                <c:pt idx="192">
                  <c:v>0.188</c:v>
                </c:pt>
                <c:pt idx="193">
                  <c:v>0.188</c:v>
                </c:pt>
                <c:pt idx="194">
                  <c:v>0.188</c:v>
                </c:pt>
                <c:pt idx="195">
                  <c:v>0.188</c:v>
                </c:pt>
                <c:pt idx="196">
                  <c:v>0.19</c:v>
                </c:pt>
                <c:pt idx="197">
                  <c:v>0.191</c:v>
                </c:pt>
                <c:pt idx="198">
                  <c:v>0.195</c:v>
                </c:pt>
                <c:pt idx="199">
                  <c:v>0.197</c:v>
                </c:pt>
                <c:pt idx="200">
                  <c:v>0.199</c:v>
                </c:pt>
                <c:pt idx="201">
                  <c:v>0.199</c:v>
                </c:pt>
                <c:pt idx="202">
                  <c:v>0.202</c:v>
                </c:pt>
                <c:pt idx="203">
                  <c:v>0.206</c:v>
                </c:pt>
                <c:pt idx="204">
                  <c:v>0.207</c:v>
                </c:pt>
                <c:pt idx="205">
                  <c:v>0.209</c:v>
                </c:pt>
                <c:pt idx="206">
                  <c:v>0.21</c:v>
                </c:pt>
                <c:pt idx="207">
                  <c:v>0.212</c:v>
                </c:pt>
                <c:pt idx="208">
                  <c:v>0.214</c:v>
                </c:pt>
                <c:pt idx="209">
                  <c:v>0.216</c:v>
                </c:pt>
                <c:pt idx="210">
                  <c:v>0.217</c:v>
                </c:pt>
                <c:pt idx="211">
                  <c:v>0.219</c:v>
                </c:pt>
                <c:pt idx="212">
                  <c:v>0.224</c:v>
                </c:pt>
                <c:pt idx="213">
                  <c:v>0.225</c:v>
                </c:pt>
                <c:pt idx="214">
                  <c:v>0.226</c:v>
                </c:pt>
                <c:pt idx="215">
                  <c:v>0.226</c:v>
                </c:pt>
                <c:pt idx="216">
                  <c:v>0.226</c:v>
                </c:pt>
                <c:pt idx="217">
                  <c:v>0.235</c:v>
                </c:pt>
                <c:pt idx="218">
                  <c:v>0.239</c:v>
                </c:pt>
                <c:pt idx="219">
                  <c:v>0.239</c:v>
                </c:pt>
                <c:pt idx="220">
                  <c:v>0.241</c:v>
                </c:pt>
                <c:pt idx="221">
                  <c:v>0.242</c:v>
                </c:pt>
                <c:pt idx="222">
                  <c:v>0.242</c:v>
                </c:pt>
                <c:pt idx="223">
                  <c:v>0.244</c:v>
                </c:pt>
                <c:pt idx="224">
                  <c:v>0.246</c:v>
                </c:pt>
                <c:pt idx="225">
                  <c:v>0.247</c:v>
                </c:pt>
                <c:pt idx="226">
                  <c:v>0.247</c:v>
                </c:pt>
                <c:pt idx="227">
                  <c:v>0.249</c:v>
                </c:pt>
                <c:pt idx="228">
                  <c:v>0.249</c:v>
                </c:pt>
                <c:pt idx="229">
                  <c:v>0.253</c:v>
                </c:pt>
                <c:pt idx="230">
                  <c:v>0.261</c:v>
                </c:pt>
                <c:pt idx="231">
                  <c:v>0.262</c:v>
                </c:pt>
                <c:pt idx="232">
                  <c:v>0.262</c:v>
                </c:pt>
                <c:pt idx="233">
                  <c:v>0.267</c:v>
                </c:pt>
                <c:pt idx="234">
                  <c:v>0.267</c:v>
                </c:pt>
                <c:pt idx="235">
                  <c:v>0.269</c:v>
                </c:pt>
                <c:pt idx="236">
                  <c:v>0.271</c:v>
                </c:pt>
                <c:pt idx="237">
                  <c:v>0.272</c:v>
                </c:pt>
                <c:pt idx="238">
                  <c:v>0.274</c:v>
                </c:pt>
                <c:pt idx="239">
                  <c:v>0.276</c:v>
                </c:pt>
                <c:pt idx="240">
                  <c:v>0.281</c:v>
                </c:pt>
                <c:pt idx="241">
                  <c:v>0.281</c:v>
                </c:pt>
                <c:pt idx="242">
                  <c:v>0.282</c:v>
                </c:pt>
                <c:pt idx="243">
                  <c:v>0.283</c:v>
                </c:pt>
                <c:pt idx="244">
                  <c:v>0.284</c:v>
                </c:pt>
                <c:pt idx="245">
                  <c:v>0.284</c:v>
                </c:pt>
                <c:pt idx="246">
                  <c:v>0.284</c:v>
                </c:pt>
                <c:pt idx="247">
                  <c:v>0.285</c:v>
                </c:pt>
                <c:pt idx="248">
                  <c:v>0.286</c:v>
                </c:pt>
                <c:pt idx="249">
                  <c:v>0.287</c:v>
                </c:pt>
                <c:pt idx="250">
                  <c:v>0.29</c:v>
                </c:pt>
                <c:pt idx="251">
                  <c:v>0.291</c:v>
                </c:pt>
                <c:pt idx="252">
                  <c:v>0.293</c:v>
                </c:pt>
                <c:pt idx="253">
                  <c:v>0.295</c:v>
                </c:pt>
                <c:pt idx="254">
                  <c:v>0.295</c:v>
                </c:pt>
                <c:pt idx="255">
                  <c:v>0.297</c:v>
                </c:pt>
                <c:pt idx="256">
                  <c:v>0.3</c:v>
                </c:pt>
                <c:pt idx="257">
                  <c:v>0.302</c:v>
                </c:pt>
                <c:pt idx="258">
                  <c:v>0.305</c:v>
                </c:pt>
                <c:pt idx="259">
                  <c:v>0.306</c:v>
                </c:pt>
                <c:pt idx="260">
                  <c:v>0.306</c:v>
                </c:pt>
                <c:pt idx="261">
                  <c:v>0.306</c:v>
                </c:pt>
                <c:pt idx="262">
                  <c:v>0.307</c:v>
                </c:pt>
                <c:pt idx="263">
                  <c:v>0.308</c:v>
                </c:pt>
                <c:pt idx="264">
                  <c:v>0.308</c:v>
                </c:pt>
                <c:pt idx="265">
                  <c:v>0.308</c:v>
                </c:pt>
                <c:pt idx="266">
                  <c:v>0.31</c:v>
                </c:pt>
                <c:pt idx="267">
                  <c:v>0.311</c:v>
                </c:pt>
                <c:pt idx="268">
                  <c:v>0.312</c:v>
                </c:pt>
                <c:pt idx="269">
                  <c:v>0.313</c:v>
                </c:pt>
                <c:pt idx="270">
                  <c:v>0.314</c:v>
                </c:pt>
                <c:pt idx="271">
                  <c:v>0.318</c:v>
                </c:pt>
                <c:pt idx="272">
                  <c:v>0.321</c:v>
                </c:pt>
                <c:pt idx="273">
                  <c:v>0.323</c:v>
                </c:pt>
                <c:pt idx="274">
                  <c:v>0.323</c:v>
                </c:pt>
                <c:pt idx="275">
                  <c:v>0.323</c:v>
                </c:pt>
                <c:pt idx="276">
                  <c:v>0.324</c:v>
                </c:pt>
                <c:pt idx="277">
                  <c:v>0.326</c:v>
                </c:pt>
                <c:pt idx="278">
                  <c:v>0.329</c:v>
                </c:pt>
                <c:pt idx="279">
                  <c:v>0.329</c:v>
                </c:pt>
                <c:pt idx="280">
                  <c:v>0.331</c:v>
                </c:pt>
                <c:pt idx="281">
                  <c:v>0.333</c:v>
                </c:pt>
                <c:pt idx="282">
                  <c:v>0.333</c:v>
                </c:pt>
                <c:pt idx="283">
                  <c:v>0.334</c:v>
                </c:pt>
                <c:pt idx="284">
                  <c:v>0.335</c:v>
                </c:pt>
                <c:pt idx="285">
                  <c:v>0.336</c:v>
                </c:pt>
                <c:pt idx="286">
                  <c:v>0.336</c:v>
                </c:pt>
                <c:pt idx="287">
                  <c:v>0.337</c:v>
                </c:pt>
                <c:pt idx="288">
                  <c:v>0.338</c:v>
                </c:pt>
                <c:pt idx="289">
                  <c:v>0.342</c:v>
                </c:pt>
                <c:pt idx="290">
                  <c:v>0.345</c:v>
                </c:pt>
                <c:pt idx="291">
                  <c:v>0.346</c:v>
                </c:pt>
                <c:pt idx="292">
                  <c:v>0.346</c:v>
                </c:pt>
                <c:pt idx="293">
                  <c:v>0.347</c:v>
                </c:pt>
                <c:pt idx="294">
                  <c:v>0.348</c:v>
                </c:pt>
                <c:pt idx="295">
                  <c:v>0.348</c:v>
                </c:pt>
                <c:pt idx="296">
                  <c:v>0.349</c:v>
                </c:pt>
                <c:pt idx="297">
                  <c:v>0.35</c:v>
                </c:pt>
                <c:pt idx="298">
                  <c:v>0.35</c:v>
                </c:pt>
                <c:pt idx="299">
                  <c:v>0.351</c:v>
                </c:pt>
                <c:pt idx="300">
                  <c:v>0.352</c:v>
                </c:pt>
                <c:pt idx="301">
                  <c:v>0.352</c:v>
                </c:pt>
                <c:pt idx="302">
                  <c:v>0.353</c:v>
                </c:pt>
                <c:pt idx="303">
                  <c:v>0.353</c:v>
                </c:pt>
                <c:pt idx="304">
                  <c:v>0.354</c:v>
                </c:pt>
                <c:pt idx="305">
                  <c:v>0.354</c:v>
                </c:pt>
                <c:pt idx="306">
                  <c:v>0.358</c:v>
                </c:pt>
                <c:pt idx="307">
                  <c:v>0.36</c:v>
                </c:pt>
                <c:pt idx="308">
                  <c:v>0.36</c:v>
                </c:pt>
                <c:pt idx="309">
                  <c:v>0.361</c:v>
                </c:pt>
                <c:pt idx="310">
                  <c:v>0.361</c:v>
                </c:pt>
                <c:pt idx="311">
                  <c:v>0.365</c:v>
                </c:pt>
                <c:pt idx="312">
                  <c:v>0.366</c:v>
                </c:pt>
                <c:pt idx="313">
                  <c:v>0.367</c:v>
                </c:pt>
                <c:pt idx="314">
                  <c:v>0.367</c:v>
                </c:pt>
                <c:pt idx="315">
                  <c:v>0.369</c:v>
                </c:pt>
                <c:pt idx="316">
                  <c:v>0.37</c:v>
                </c:pt>
                <c:pt idx="317">
                  <c:v>0.37</c:v>
                </c:pt>
                <c:pt idx="318">
                  <c:v>0.37</c:v>
                </c:pt>
                <c:pt idx="319">
                  <c:v>0.371</c:v>
                </c:pt>
                <c:pt idx="320">
                  <c:v>0.372</c:v>
                </c:pt>
                <c:pt idx="321">
                  <c:v>0.372</c:v>
                </c:pt>
                <c:pt idx="322">
                  <c:v>0.373</c:v>
                </c:pt>
                <c:pt idx="323">
                  <c:v>0.373</c:v>
                </c:pt>
                <c:pt idx="324">
                  <c:v>0.374</c:v>
                </c:pt>
                <c:pt idx="325">
                  <c:v>0.375</c:v>
                </c:pt>
                <c:pt idx="326">
                  <c:v>0.375</c:v>
                </c:pt>
                <c:pt idx="327">
                  <c:v>0.377</c:v>
                </c:pt>
                <c:pt idx="328">
                  <c:v>0.377</c:v>
                </c:pt>
                <c:pt idx="329">
                  <c:v>0.378</c:v>
                </c:pt>
                <c:pt idx="330">
                  <c:v>0.38</c:v>
                </c:pt>
                <c:pt idx="331">
                  <c:v>0.38</c:v>
                </c:pt>
                <c:pt idx="332">
                  <c:v>0.381</c:v>
                </c:pt>
                <c:pt idx="333">
                  <c:v>0.383</c:v>
                </c:pt>
                <c:pt idx="334">
                  <c:v>0.383</c:v>
                </c:pt>
                <c:pt idx="335">
                  <c:v>0.383</c:v>
                </c:pt>
                <c:pt idx="336">
                  <c:v>0.384</c:v>
                </c:pt>
                <c:pt idx="337">
                  <c:v>0.385</c:v>
                </c:pt>
                <c:pt idx="338">
                  <c:v>0.385</c:v>
                </c:pt>
                <c:pt idx="339">
                  <c:v>0.388</c:v>
                </c:pt>
                <c:pt idx="340">
                  <c:v>0.39</c:v>
                </c:pt>
                <c:pt idx="341">
                  <c:v>0.391</c:v>
                </c:pt>
                <c:pt idx="342">
                  <c:v>0.391</c:v>
                </c:pt>
                <c:pt idx="343">
                  <c:v>0.391</c:v>
                </c:pt>
                <c:pt idx="344">
                  <c:v>0.392</c:v>
                </c:pt>
                <c:pt idx="345">
                  <c:v>0.392</c:v>
                </c:pt>
                <c:pt idx="346">
                  <c:v>0.392</c:v>
                </c:pt>
                <c:pt idx="347">
                  <c:v>0.393</c:v>
                </c:pt>
                <c:pt idx="348">
                  <c:v>0.397</c:v>
                </c:pt>
                <c:pt idx="349">
                  <c:v>0.397</c:v>
                </c:pt>
                <c:pt idx="350">
                  <c:v>0.398</c:v>
                </c:pt>
                <c:pt idx="351">
                  <c:v>0.399</c:v>
                </c:pt>
                <c:pt idx="352">
                  <c:v>0.399</c:v>
                </c:pt>
                <c:pt idx="353">
                  <c:v>0.399</c:v>
                </c:pt>
                <c:pt idx="354">
                  <c:v>0.4</c:v>
                </c:pt>
                <c:pt idx="355">
                  <c:v>0.402</c:v>
                </c:pt>
                <c:pt idx="356">
                  <c:v>0.403</c:v>
                </c:pt>
                <c:pt idx="357">
                  <c:v>0.404</c:v>
                </c:pt>
                <c:pt idx="358">
                  <c:v>0.405</c:v>
                </c:pt>
                <c:pt idx="359">
                  <c:v>0.405</c:v>
                </c:pt>
                <c:pt idx="360">
                  <c:v>0.405</c:v>
                </c:pt>
                <c:pt idx="361">
                  <c:v>0.406</c:v>
                </c:pt>
                <c:pt idx="362">
                  <c:v>0.407</c:v>
                </c:pt>
                <c:pt idx="363">
                  <c:v>0.409</c:v>
                </c:pt>
                <c:pt idx="364">
                  <c:v>0.411</c:v>
                </c:pt>
                <c:pt idx="365">
                  <c:v>0.411</c:v>
                </c:pt>
                <c:pt idx="366">
                  <c:v>0.411</c:v>
                </c:pt>
                <c:pt idx="367">
                  <c:v>0.411</c:v>
                </c:pt>
                <c:pt idx="368">
                  <c:v>0.412</c:v>
                </c:pt>
                <c:pt idx="369">
                  <c:v>0.413</c:v>
                </c:pt>
                <c:pt idx="370">
                  <c:v>0.413</c:v>
                </c:pt>
                <c:pt idx="371">
                  <c:v>0.413</c:v>
                </c:pt>
                <c:pt idx="372">
                  <c:v>0.414</c:v>
                </c:pt>
                <c:pt idx="373">
                  <c:v>0.415</c:v>
                </c:pt>
                <c:pt idx="374">
                  <c:v>0.416</c:v>
                </c:pt>
                <c:pt idx="375">
                  <c:v>0.417</c:v>
                </c:pt>
                <c:pt idx="376">
                  <c:v>0.418</c:v>
                </c:pt>
                <c:pt idx="377">
                  <c:v>0.418</c:v>
                </c:pt>
                <c:pt idx="378">
                  <c:v>0.418</c:v>
                </c:pt>
                <c:pt idx="379">
                  <c:v>0.42</c:v>
                </c:pt>
                <c:pt idx="380">
                  <c:v>0.42</c:v>
                </c:pt>
                <c:pt idx="381">
                  <c:v>0.422</c:v>
                </c:pt>
                <c:pt idx="382">
                  <c:v>0.423</c:v>
                </c:pt>
                <c:pt idx="383">
                  <c:v>0.426</c:v>
                </c:pt>
                <c:pt idx="384">
                  <c:v>0.428</c:v>
                </c:pt>
                <c:pt idx="385">
                  <c:v>0.428</c:v>
                </c:pt>
                <c:pt idx="386">
                  <c:v>0.429</c:v>
                </c:pt>
                <c:pt idx="387">
                  <c:v>0.429</c:v>
                </c:pt>
                <c:pt idx="388">
                  <c:v>0.431</c:v>
                </c:pt>
                <c:pt idx="389">
                  <c:v>0.434</c:v>
                </c:pt>
                <c:pt idx="390">
                  <c:v>0.434</c:v>
                </c:pt>
                <c:pt idx="391">
                  <c:v>0.434</c:v>
                </c:pt>
                <c:pt idx="392">
                  <c:v>0.436</c:v>
                </c:pt>
                <c:pt idx="393">
                  <c:v>0.437</c:v>
                </c:pt>
                <c:pt idx="394">
                  <c:v>0.439</c:v>
                </c:pt>
                <c:pt idx="395">
                  <c:v>0.439</c:v>
                </c:pt>
                <c:pt idx="396">
                  <c:v>0.44</c:v>
                </c:pt>
                <c:pt idx="397">
                  <c:v>0.44</c:v>
                </c:pt>
                <c:pt idx="398">
                  <c:v>0.44</c:v>
                </c:pt>
                <c:pt idx="399">
                  <c:v>0.441</c:v>
                </c:pt>
                <c:pt idx="400">
                  <c:v>0.442</c:v>
                </c:pt>
                <c:pt idx="401">
                  <c:v>0.442</c:v>
                </c:pt>
                <c:pt idx="402">
                  <c:v>0.445</c:v>
                </c:pt>
                <c:pt idx="403">
                  <c:v>0.445</c:v>
                </c:pt>
                <c:pt idx="404">
                  <c:v>0.445</c:v>
                </c:pt>
                <c:pt idx="405">
                  <c:v>0.445</c:v>
                </c:pt>
                <c:pt idx="406">
                  <c:v>0.447</c:v>
                </c:pt>
                <c:pt idx="407">
                  <c:v>0.447</c:v>
                </c:pt>
                <c:pt idx="408">
                  <c:v>0.447</c:v>
                </c:pt>
                <c:pt idx="409">
                  <c:v>0.448</c:v>
                </c:pt>
                <c:pt idx="410">
                  <c:v>0.45</c:v>
                </c:pt>
                <c:pt idx="411">
                  <c:v>0.452</c:v>
                </c:pt>
                <c:pt idx="412">
                  <c:v>0.453</c:v>
                </c:pt>
                <c:pt idx="413">
                  <c:v>0.455</c:v>
                </c:pt>
                <c:pt idx="414">
                  <c:v>0.455</c:v>
                </c:pt>
                <c:pt idx="415">
                  <c:v>0.455</c:v>
                </c:pt>
                <c:pt idx="416">
                  <c:v>0.455</c:v>
                </c:pt>
                <c:pt idx="417">
                  <c:v>0.455</c:v>
                </c:pt>
                <c:pt idx="418">
                  <c:v>0.456</c:v>
                </c:pt>
                <c:pt idx="419">
                  <c:v>0.456</c:v>
                </c:pt>
                <c:pt idx="420">
                  <c:v>0.458</c:v>
                </c:pt>
                <c:pt idx="421">
                  <c:v>0.459</c:v>
                </c:pt>
                <c:pt idx="422">
                  <c:v>0.461</c:v>
                </c:pt>
                <c:pt idx="423">
                  <c:v>0.461</c:v>
                </c:pt>
                <c:pt idx="424">
                  <c:v>0.461</c:v>
                </c:pt>
                <c:pt idx="425">
                  <c:v>0.461</c:v>
                </c:pt>
                <c:pt idx="426">
                  <c:v>0.462</c:v>
                </c:pt>
                <c:pt idx="427">
                  <c:v>0.463</c:v>
                </c:pt>
                <c:pt idx="428">
                  <c:v>0.468</c:v>
                </c:pt>
                <c:pt idx="429">
                  <c:v>0.468</c:v>
                </c:pt>
                <c:pt idx="430">
                  <c:v>0.469</c:v>
                </c:pt>
                <c:pt idx="431">
                  <c:v>0.47</c:v>
                </c:pt>
                <c:pt idx="432">
                  <c:v>0.472</c:v>
                </c:pt>
                <c:pt idx="433">
                  <c:v>0.473</c:v>
                </c:pt>
                <c:pt idx="434">
                  <c:v>0.475</c:v>
                </c:pt>
                <c:pt idx="435">
                  <c:v>0.478</c:v>
                </c:pt>
                <c:pt idx="436">
                  <c:v>0.478</c:v>
                </c:pt>
                <c:pt idx="437">
                  <c:v>0.478</c:v>
                </c:pt>
                <c:pt idx="438">
                  <c:v>0.48</c:v>
                </c:pt>
                <c:pt idx="439">
                  <c:v>0.481</c:v>
                </c:pt>
                <c:pt idx="440">
                  <c:v>0.482</c:v>
                </c:pt>
                <c:pt idx="441">
                  <c:v>0.482</c:v>
                </c:pt>
                <c:pt idx="442">
                  <c:v>0.482</c:v>
                </c:pt>
                <c:pt idx="443">
                  <c:v>0.482</c:v>
                </c:pt>
                <c:pt idx="444">
                  <c:v>0.483</c:v>
                </c:pt>
                <c:pt idx="445">
                  <c:v>0.485</c:v>
                </c:pt>
                <c:pt idx="446">
                  <c:v>0.487</c:v>
                </c:pt>
                <c:pt idx="447">
                  <c:v>0.487</c:v>
                </c:pt>
                <c:pt idx="448">
                  <c:v>0.487</c:v>
                </c:pt>
                <c:pt idx="449">
                  <c:v>0.488</c:v>
                </c:pt>
                <c:pt idx="450">
                  <c:v>0.488</c:v>
                </c:pt>
                <c:pt idx="451">
                  <c:v>0.49</c:v>
                </c:pt>
                <c:pt idx="452">
                  <c:v>0.49</c:v>
                </c:pt>
                <c:pt idx="453">
                  <c:v>0.491</c:v>
                </c:pt>
                <c:pt idx="454">
                  <c:v>0.492</c:v>
                </c:pt>
                <c:pt idx="455">
                  <c:v>0.492</c:v>
                </c:pt>
                <c:pt idx="456">
                  <c:v>0.494</c:v>
                </c:pt>
                <c:pt idx="457">
                  <c:v>0.494</c:v>
                </c:pt>
                <c:pt idx="458">
                  <c:v>0.495</c:v>
                </c:pt>
                <c:pt idx="459">
                  <c:v>0.495</c:v>
                </c:pt>
                <c:pt idx="460">
                  <c:v>0.495</c:v>
                </c:pt>
                <c:pt idx="461">
                  <c:v>0.496</c:v>
                </c:pt>
                <c:pt idx="462">
                  <c:v>0.496</c:v>
                </c:pt>
                <c:pt idx="463">
                  <c:v>0.498</c:v>
                </c:pt>
                <c:pt idx="464">
                  <c:v>0.498</c:v>
                </c:pt>
                <c:pt idx="465">
                  <c:v>0.499</c:v>
                </c:pt>
                <c:pt idx="466">
                  <c:v>0.501</c:v>
                </c:pt>
                <c:pt idx="467">
                  <c:v>0.501</c:v>
                </c:pt>
                <c:pt idx="468">
                  <c:v>0.501</c:v>
                </c:pt>
                <c:pt idx="469">
                  <c:v>0.502</c:v>
                </c:pt>
                <c:pt idx="470">
                  <c:v>0.502</c:v>
                </c:pt>
                <c:pt idx="471">
                  <c:v>0.502</c:v>
                </c:pt>
                <c:pt idx="472">
                  <c:v>0.503</c:v>
                </c:pt>
                <c:pt idx="473">
                  <c:v>0.504</c:v>
                </c:pt>
                <c:pt idx="474">
                  <c:v>0.507</c:v>
                </c:pt>
                <c:pt idx="475">
                  <c:v>0.508</c:v>
                </c:pt>
                <c:pt idx="476">
                  <c:v>0.508</c:v>
                </c:pt>
                <c:pt idx="477">
                  <c:v>0.508</c:v>
                </c:pt>
                <c:pt idx="478">
                  <c:v>0.509</c:v>
                </c:pt>
                <c:pt idx="479">
                  <c:v>0.51</c:v>
                </c:pt>
                <c:pt idx="480">
                  <c:v>0.512</c:v>
                </c:pt>
                <c:pt idx="481">
                  <c:v>0.512</c:v>
                </c:pt>
                <c:pt idx="482">
                  <c:v>0.512</c:v>
                </c:pt>
                <c:pt idx="483">
                  <c:v>0.513</c:v>
                </c:pt>
                <c:pt idx="484">
                  <c:v>0.515</c:v>
                </c:pt>
                <c:pt idx="485">
                  <c:v>0.515</c:v>
                </c:pt>
                <c:pt idx="486">
                  <c:v>0.515</c:v>
                </c:pt>
                <c:pt idx="487">
                  <c:v>0.516</c:v>
                </c:pt>
                <c:pt idx="488">
                  <c:v>0.517</c:v>
                </c:pt>
                <c:pt idx="489">
                  <c:v>0.518</c:v>
                </c:pt>
                <c:pt idx="490">
                  <c:v>0.518</c:v>
                </c:pt>
                <c:pt idx="491">
                  <c:v>0.519</c:v>
                </c:pt>
                <c:pt idx="492">
                  <c:v>0.519</c:v>
                </c:pt>
                <c:pt idx="493">
                  <c:v>0.52</c:v>
                </c:pt>
                <c:pt idx="494">
                  <c:v>0.52</c:v>
                </c:pt>
                <c:pt idx="495">
                  <c:v>0.521</c:v>
                </c:pt>
                <c:pt idx="496">
                  <c:v>0.523</c:v>
                </c:pt>
                <c:pt idx="497">
                  <c:v>0.524</c:v>
                </c:pt>
                <c:pt idx="498">
                  <c:v>0.524</c:v>
                </c:pt>
                <c:pt idx="499">
                  <c:v>0.525</c:v>
                </c:pt>
                <c:pt idx="500">
                  <c:v>0.525</c:v>
                </c:pt>
                <c:pt idx="501">
                  <c:v>0.526</c:v>
                </c:pt>
                <c:pt idx="502">
                  <c:v>0.526</c:v>
                </c:pt>
                <c:pt idx="503">
                  <c:v>0.526</c:v>
                </c:pt>
                <c:pt idx="504">
                  <c:v>0.526</c:v>
                </c:pt>
                <c:pt idx="505">
                  <c:v>0.527</c:v>
                </c:pt>
                <c:pt idx="506">
                  <c:v>0.529</c:v>
                </c:pt>
                <c:pt idx="507">
                  <c:v>0.53</c:v>
                </c:pt>
                <c:pt idx="508">
                  <c:v>0.532</c:v>
                </c:pt>
                <c:pt idx="509">
                  <c:v>0.533</c:v>
                </c:pt>
                <c:pt idx="510">
                  <c:v>0.534</c:v>
                </c:pt>
                <c:pt idx="511">
                  <c:v>0.535</c:v>
                </c:pt>
                <c:pt idx="512">
                  <c:v>0.536</c:v>
                </c:pt>
                <c:pt idx="513">
                  <c:v>0.537</c:v>
                </c:pt>
                <c:pt idx="514">
                  <c:v>0.537</c:v>
                </c:pt>
                <c:pt idx="515">
                  <c:v>0.54</c:v>
                </c:pt>
                <c:pt idx="516">
                  <c:v>0.541</c:v>
                </c:pt>
                <c:pt idx="517">
                  <c:v>0.541</c:v>
                </c:pt>
                <c:pt idx="518">
                  <c:v>0.542</c:v>
                </c:pt>
                <c:pt idx="519">
                  <c:v>0.542</c:v>
                </c:pt>
                <c:pt idx="520">
                  <c:v>0.543</c:v>
                </c:pt>
                <c:pt idx="521">
                  <c:v>0.545</c:v>
                </c:pt>
                <c:pt idx="522">
                  <c:v>0.545</c:v>
                </c:pt>
                <c:pt idx="523">
                  <c:v>0.546</c:v>
                </c:pt>
                <c:pt idx="524">
                  <c:v>0.546</c:v>
                </c:pt>
                <c:pt idx="525">
                  <c:v>0.547</c:v>
                </c:pt>
                <c:pt idx="526">
                  <c:v>0.548</c:v>
                </c:pt>
                <c:pt idx="527">
                  <c:v>0.549</c:v>
                </c:pt>
                <c:pt idx="528">
                  <c:v>0.549</c:v>
                </c:pt>
                <c:pt idx="529">
                  <c:v>0.55</c:v>
                </c:pt>
                <c:pt idx="530">
                  <c:v>0.551</c:v>
                </c:pt>
                <c:pt idx="531">
                  <c:v>0.551</c:v>
                </c:pt>
                <c:pt idx="532">
                  <c:v>0.551</c:v>
                </c:pt>
                <c:pt idx="533">
                  <c:v>0.552</c:v>
                </c:pt>
                <c:pt idx="534">
                  <c:v>0.553</c:v>
                </c:pt>
                <c:pt idx="535">
                  <c:v>0.553</c:v>
                </c:pt>
                <c:pt idx="536">
                  <c:v>0.554</c:v>
                </c:pt>
                <c:pt idx="537">
                  <c:v>0.555</c:v>
                </c:pt>
                <c:pt idx="538">
                  <c:v>0.555</c:v>
                </c:pt>
                <c:pt idx="539">
                  <c:v>0.556</c:v>
                </c:pt>
                <c:pt idx="540">
                  <c:v>0.556</c:v>
                </c:pt>
                <c:pt idx="541">
                  <c:v>0.556</c:v>
                </c:pt>
                <c:pt idx="542">
                  <c:v>0.556</c:v>
                </c:pt>
                <c:pt idx="543">
                  <c:v>0.557</c:v>
                </c:pt>
                <c:pt idx="544">
                  <c:v>0.558</c:v>
                </c:pt>
                <c:pt idx="545">
                  <c:v>0.558</c:v>
                </c:pt>
                <c:pt idx="546">
                  <c:v>0.559</c:v>
                </c:pt>
                <c:pt idx="547">
                  <c:v>0.561</c:v>
                </c:pt>
                <c:pt idx="548">
                  <c:v>0.562</c:v>
                </c:pt>
                <c:pt idx="549">
                  <c:v>0.562</c:v>
                </c:pt>
                <c:pt idx="550">
                  <c:v>0.562</c:v>
                </c:pt>
                <c:pt idx="551">
                  <c:v>0.564</c:v>
                </c:pt>
                <c:pt idx="552">
                  <c:v>0.565</c:v>
                </c:pt>
                <c:pt idx="553">
                  <c:v>0.566</c:v>
                </c:pt>
                <c:pt idx="554">
                  <c:v>0.567</c:v>
                </c:pt>
                <c:pt idx="555">
                  <c:v>0.567</c:v>
                </c:pt>
                <c:pt idx="556">
                  <c:v>0.568</c:v>
                </c:pt>
                <c:pt idx="557">
                  <c:v>0.568</c:v>
                </c:pt>
                <c:pt idx="558">
                  <c:v>0.568</c:v>
                </c:pt>
                <c:pt idx="559">
                  <c:v>0.568</c:v>
                </c:pt>
                <c:pt idx="560">
                  <c:v>0.569</c:v>
                </c:pt>
                <c:pt idx="561">
                  <c:v>0.569</c:v>
                </c:pt>
                <c:pt idx="562">
                  <c:v>0.57</c:v>
                </c:pt>
                <c:pt idx="563">
                  <c:v>0.571</c:v>
                </c:pt>
                <c:pt idx="564">
                  <c:v>0.572</c:v>
                </c:pt>
                <c:pt idx="565">
                  <c:v>0.572</c:v>
                </c:pt>
                <c:pt idx="566">
                  <c:v>0.573</c:v>
                </c:pt>
                <c:pt idx="567">
                  <c:v>0.573</c:v>
                </c:pt>
                <c:pt idx="568">
                  <c:v>0.574</c:v>
                </c:pt>
                <c:pt idx="569">
                  <c:v>0.575</c:v>
                </c:pt>
                <c:pt idx="570">
                  <c:v>0.575</c:v>
                </c:pt>
                <c:pt idx="571">
                  <c:v>0.576</c:v>
                </c:pt>
                <c:pt idx="572">
                  <c:v>0.576</c:v>
                </c:pt>
                <c:pt idx="573">
                  <c:v>0.576</c:v>
                </c:pt>
                <c:pt idx="574">
                  <c:v>0.577</c:v>
                </c:pt>
                <c:pt idx="575">
                  <c:v>0.577</c:v>
                </c:pt>
                <c:pt idx="576">
                  <c:v>0.577</c:v>
                </c:pt>
                <c:pt idx="577">
                  <c:v>0.578</c:v>
                </c:pt>
                <c:pt idx="578">
                  <c:v>0.579</c:v>
                </c:pt>
                <c:pt idx="579">
                  <c:v>0.579</c:v>
                </c:pt>
                <c:pt idx="580">
                  <c:v>0.58</c:v>
                </c:pt>
                <c:pt idx="581">
                  <c:v>0.581</c:v>
                </c:pt>
                <c:pt idx="582">
                  <c:v>0.581</c:v>
                </c:pt>
                <c:pt idx="583">
                  <c:v>0.582</c:v>
                </c:pt>
                <c:pt idx="584">
                  <c:v>0.582</c:v>
                </c:pt>
                <c:pt idx="585">
                  <c:v>0.582</c:v>
                </c:pt>
                <c:pt idx="586">
                  <c:v>0.583</c:v>
                </c:pt>
                <c:pt idx="587">
                  <c:v>0.584</c:v>
                </c:pt>
                <c:pt idx="588">
                  <c:v>0.584</c:v>
                </c:pt>
                <c:pt idx="589">
                  <c:v>0.586</c:v>
                </c:pt>
                <c:pt idx="590">
                  <c:v>0.586</c:v>
                </c:pt>
                <c:pt idx="591">
                  <c:v>0.587</c:v>
                </c:pt>
                <c:pt idx="592">
                  <c:v>0.588</c:v>
                </c:pt>
                <c:pt idx="593">
                  <c:v>0.59</c:v>
                </c:pt>
                <c:pt idx="594">
                  <c:v>0.59</c:v>
                </c:pt>
                <c:pt idx="595">
                  <c:v>0.591</c:v>
                </c:pt>
                <c:pt idx="596">
                  <c:v>0.592</c:v>
                </c:pt>
                <c:pt idx="597">
                  <c:v>0.593</c:v>
                </c:pt>
                <c:pt idx="598">
                  <c:v>0.594</c:v>
                </c:pt>
                <c:pt idx="599">
                  <c:v>0.594</c:v>
                </c:pt>
                <c:pt idx="600">
                  <c:v>0.594</c:v>
                </c:pt>
                <c:pt idx="601">
                  <c:v>0.595</c:v>
                </c:pt>
                <c:pt idx="602">
                  <c:v>0.595</c:v>
                </c:pt>
                <c:pt idx="603">
                  <c:v>0.595</c:v>
                </c:pt>
                <c:pt idx="604">
                  <c:v>0.596</c:v>
                </c:pt>
                <c:pt idx="605">
                  <c:v>0.596</c:v>
                </c:pt>
                <c:pt idx="606">
                  <c:v>0.597</c:v>
                </c:pt>
                <c:pt idx="607">
                  <c:v>0.597</c:v>
                </c:pt>
                <c:pt idx="608">
                  <c:v>0.598</c:v>
                </c:pt>
                <c:pt idx="609">
                  <c:v>0.598</c:v>
                </c:pt>
                <c:pt idx="610">
                  <c:v>0.598</c:v>
                </c:pt>
                <c:pt idx="611">
                  <c:v>0.599</c:v>
                </c:pt>
                <c:pt idx="612">
                  <c:v>0.599</c:v>
                </c:pt>
                <c:pt idx="613">
                  <c:v>0.6</c:v>
                </c:pt>
                <c:pt idx="614">
                  <c:v>0.6</c:v>
                </c:pt>
                <c:pt idx="615">
                  <c:v>0.6</c:v>
                </c:pt>
                <c:pt idx="616">
                  <c:v>0.601</c:v>
                </c:pt>
                <c:pt idx="617">
                  <c:v>0.601</c:v>
                </c:pt>
                <c:pt idx="618">
                  <c:v>0.603</c:v>
                </c:pt>
                <c:pt idx="619">
                  <c:v>0.604</c:v>
                </c:pt>
                <c:pt idx="620">
                  <c:v>0.604</c:v>
                </c:pt>
                <c:pt idx="621">
                  <c:v>0.604</c:v>
                </c:pt>
                <c:pt idx="622">
                  <c:v>0.604</c:v>
                </c:pt>
                <c:pt idx="623">
                  <c:v>0.605</c:v>
                </c:pt>
                <c:pt idx="624">
                  <c:v>0.605</c:v>
                </c:pt>
                <c:pt idx="625">
                  <c:v>0.605</c:v>
                </c:pt>
                <c:pt idx="626">
                  <c:v>0.606</c:v>
                </c:pt>
                <c:pt idx="627">
                  <c:v>0.606</c:v>
                </c:pt>
                <c:pt idx="628">
                  <c:v>0.607</c:v>
                </c:pt>
                <c:pt idx="629">
                  <c:v>0.609</c:v>
                </c:pt>
                <c:pt idx="630">
                  <c:v>0.61</c:v>
                </c:pt>
                <c:pt idx="631">
                  <c:v>0.61</c:v>
                </c:pt>
                <c:pt idx="632">
                  <c:v>0.611</c:v>
                </c:pt>
                <c:pt idx="633">
                  <c:v>0.612</c:v>
                </c:pt>
                <c:pt idx="634">
                  <c:v>0.612</c:v>
                </c:pt>
                <c:pt idx="635">
                  <c:v>0.612</c:v>
                </c:pt>
                <c:pt idx="636">
                  <c:v>0.612</c:v>
                </c:pt>
                <c:pt idx="637">
                  <c:v>0.614</c:v>
                </c:pt>
                <c:pt idx="638">
                  <c:v>0.614</c:v>
                </c:pt>
                <c:pt idx="639">
                  <c:v>0.615</c:v>
                </c:pt>
                <c:pt idx="640">
                  <c:v>0.617</c:v>
                </c:pt>
                <c:pt idx="641">
                  <c:v>0.617</c:v>
                </c:pt>
                <c:pt idx="642">
                  <c:v>0.618</c:v>
                </c:pt>
                <c:pt idx="643">
                  <c:v>0.618</c:v>
                </c:pt>
                <c:pt idx="644">
                  <c:v>0.619</c:v>
                </c:pt>
                <c:pt idx="645">
                  <c:v>0.619</c:v>
                </c:pt>
                <c:pt idx="646">
                  <c:v>0.619</c:v>
                </c:pt>
                <c:pt idx="647">
                  <c:v>0.619</c:v>
                </c:pt>
                <c:pt idx="648">
                  <c:v>0.619</c:v>
                </c:pt>
                <c:pt idx="649">
                  <c:v>0.62</c:v>
                </c:pt>
                <c:pt idx="650">
                  <c:v>0.62</c:v>
                </c:pt>
                <c:pt idx="651">
                  <c:v>0.62</c:v>
                </c:pt>
                <c:pt idx="652">
                  <c:v>0.62</c:v>
                </c:pt>
                <c:pt idx="653">
                  <c:v>0.62</c:v>
                </c:pt>
                <c:pt idx="654">
                  <c:v>0.62</c:v>
                </c:pt>
                <c:pt idx="655">
                  <c:v>0.62</c:v>
                </c:pt>
                <c:pt idx="656">
                  <c:v>0.62</c:v>
                </c:pt>
                <c:pt idx="657">
                  <c:v>0.621</c:v>
                </c:pt>
                <c:pt idx="658">
                  <c:v>0.621</c:v>
                </c:pt>
                <c:pt idx="659">
                  <c:v>0.621</c:v>
                </c:pt>
                <c:pt idx="660">
                  <c:v>0.621</c:v>
                </c:pt>
                <c:pt idx="661">
                  <c:v>0.622</c:v>
                </c:pt>
                <c:pt idx="662">
                  <c:v>0.623</c:v>
                </c:pt>
                <c:pt idx="663">
                  <c:v>0.623</c:v>
                </c:pt>
                <c:pt idx="664">
                  <c:v>0.624</c:v>
                </c:pt>
                <c:pt idx="665">
                  <c:v>0.625</c:v>
                </c:pt>
                <c:pt idx="666">
                  <c:v>0.625</c:v>
                </c:pt>
                <c:pt idx="667">
                  <c:v>0.626</c:v>
                </c:pt>
                <c:pt idx="668">
                  <c:v>0.626</c:v>
                </c:pt>
                <c:pt idx="669">
                  <c:v>0.627</c:v>
                </c:pt>
                <c:pt idx="670">
                  <c:v>0.628</c:v>
                </c:pt>
                <c:pt idx="671">
                  <c:v>0.628</c:v>
                </c:pt>
                <c:pt idx="672">
                  <c:v>0.628</c:v>
                </c:pt>
                <c:pt idx="673">
                  <c:v>0.629</c:v>
                </c:pt>
                <c:pt idx="674">
                  <c:v>0.629</c:v>
                </c:pt>
                <c:pt idx="675">
                  <c:v>0.63</c:v>
                </c:pt>
                <c:pt idx="676">
                  <c:v>0.631</c:v>
                </c:pt>
                <c:pt idx="677">
                  <c:v>0.632</c:v>
                </c:pt>
                <c:pt idx="678">
                  <c:v>0.632</c:v>
                </c:pt>
                <c:pt idx="679">
                  <c:v>0.633</c:v>
                </c:pt>
                <c:pt idx="680">
                  <c:v>0.634</c:v>
                </c:pt>
                <c:pt idx="681">
                  <c:v>0.634</c:v>
                </c:pt>
                <c:pt idx="682">
                  <c:v>0.634</c:v>
                </c:pt>
                <c:pt idx="683">
                  <c:v>0.634</c:v>
                </c:pt>
                <c:pt idx="684">
                  <c:v>0.635</c:v>
                </c:pt>
                <c:pt idx="685">
                  <c:v>0.636</c:v>
                </c:pt>
                <c:pt idx="686">
                  <c:v>0.637</c:v>
                </c:pt>
                <c:pt idx="687">
                  <c:v>0.637</c:v>
                </c:pt>
                <c:pt idx="688">
                  <c:v>0.637</c:v>
                </c:pt>
                <c:pt idx="689">
                  <c:v>0.638</c:v>
                </c:pt>
                <c:pt idx="690">
                  <c:v>0.638</c:v>
                </c:pt>
                <c:pt idx="691">
                  <c:v>0.639</c:v>
                </c:pt>
                <c:pt idx="692">
                  <c:v>0.64</c:v>
                </c:pt>
                <c:pt idx="693">
                  <c:v>0.64</c:v>
                </c:pt>
                <c:pt idx="694">
                  <c:v>0.64</c:v>
                </c:pt>
                <c:pt idx="695">
                  <c:v>0.641</c:v>
                </c:pt>
                <c:pt idx="696">
                  <c:v>0.641</c:v>
                </c:pt>
                <c:pt idx="697">
                  <c:v>0.641</c:v>
                </c:pt>
                <c:pt idx="698">
                  <c:v>0.642</c:v>
                </c:pt>
                <c:pt idx="699">
                  <c:v>0.642</c:v>
                </c:pt>
                <c:pt idx="700">
                  <c:v>0.642</c:v>
                </c:pt>
                <c:pt idx="701">
                  <c:v>0.643</c:v>
                </c:pt>
                <c:pt idx="702">
                  <c:v>0.643</c:v>
                </c:pt>
                <c:pt idx="703">
                  <c:v>0.644</c:v>
                </c:pt>
                <c:pt idx="704">
                  <c:v>0.644</c:v>
                </c:pt>
                <c:pt idx="705">
                  <c:v>0.645</c:v>
                </c:pt>
                <c:pt idx="706">
                  <c:v>0.646</c:v>
                </c:pt>
                <c:pt idx="707">
                  <c:v>0.648</c:v>
                </c:pt>
                <c:pt idx="708">
                  <c:v>0.648</c:v>
                </c:pt>
                <c:pt idx="709">
                  <c:v>0.649</c:v>
                </c:pt>
                <c:pt idx="710">
                  <c:v>0.649</c:v>
                </c:pt>
                <c:pt idx="711">
                  <c:v>0.65</c:v>
                </c:pt>
                <c:pt idx="712">
                  <c:v>0.65</c:v>
                </c:pt>
                <c:pt idx="713">
                  <c:v>0.65</c:v>
                </c:pt>
                <c:pt idx="714">
                  <c:v>0.651</c:v>
                </c:pt>
                <c:pt idx="715">
                  <c:v>0.652</c:v>
                </c:pt>
                <c:pt idx="716">
                  <c:v>0.652</c:v>
                </c:pt>
                <c:pt idx="717">
                  <c:v>0.653</c:v>
                </c:pt>
                <c:pt idx="718">
                  <c:v>0.653</c:v>
                </c:pt>
                <c:pt idx="719">
                  <c:v>0.653</c:v>
                </c:pt>
                <c:pt idx="720">
                  <c:v>0.654</c:v>
                </c:pt>
                <c:pt idx="721">
                  <c:v>0.654</c:v>
                </c:pt>
                <c:pt idx="722">
                  <c:v>0.655</c:v>
                </c:pt>
                <c:pt idx="723">
                  <c:v>0.655</c:v>
                </c:pt>
                <c:pt idx="724">
                  <c:v>0.656</c:v>
                </c:pt>
                <c:pt idx="725">
                  <c:v>0.657</c:v>
                </c:pt>
                <c:pt idx="726">
                  <c:v>0.658</c:v>
                </c:pt>
                <c:pt idx="727">
                  <c:v>0.659</c:v>
                </c:pt>
                <c:pt idx="728">
                  <c:v>0.659</c:v>
                </c:pt>
                <c:pt idx="729">
                  <c:v>0.661</c:v>
                </c:pt>
                <c:pt idx="730">
                  <c:v>0.661</c:v>
                </c:pt>
                <c:pt idx="731">
                  <c:v>0.662</c:v>
                </c:pt>
                <c:pt idx="732">
                  <c:v>0.662</c:v>
                </c:pt>
                <c:pt idx="733">
                  <c:v>0.663</c:v>
                </c:pt>
                <c:pt idx="734">
                  <c:v>0.664</c:v>
                </c:pt>
                <c:pt idx="735">
                  <c:v>0.664</c:v>
                </c:pt>
                <c:pt idx="736">
                  <c:v>0.664</c:v>
                </c:pt>
                <c:pt idx="737">
                  <c:v>0.665</c:v>
                </c:pt>
                <c:pt idx="738">
                  <c:v>0.665</c:v>
                </c:pt>
                <c:pt idx="739">
                  <c:v>0.667</c:v>
                </c:pt>
                <c:pt idx="740">
                  <c:v>0.667</c:v>
                </c:pt>
                <c:pt idx="741">
                  <c:v>0.668</c:v>
                </c:pt>
                <c:pt idx="742">
                  <c:v>0.668</c:v>
                </c:pt>
                <c:pt idx="743">
                  <c:v>0.668</c:v>
                </c:pt>
                <c:pt idx="744">
                  <c:v>0.669</c:v>
                </c:pt>
                <c:pt idx="745">
                  <c:v>0.67</c:v>
                </c:pt>
                <c:pt idx="746">
                  <c:v>0.671</c:v>
                </c:pt>
                <c:pt idx="747">
                  <c:v>0.672</c:v>
                </c:pt>
                <c:pt idx="748">
                  <c:v>0.672</c:v>
                </c:pt>
                <c:pt idx="749">
                  <c:v>0.672</c:v>
                </c:pt>
                <c:pt idx="750">
                  <c:v>0.672</c:v>
                </c:pt>
                <c:pt idx="751">
                  <c:v>0.674</c:v>
                </c:pt>
                <c:pt idx="752">
                  <c:v>0.675</c:v>
                </c:pt>
                <c:pt idx="753">
                  <c:v>0.675</c:v>
                </c:pt>
                <c:pt idx="754">
                  <c:v>0.676</c:v>
                </c:pt>
                <c:pt idx="755">
                  <c:v>0.677</c:v>
                </c:pt>
                <c:pt idx="756">
                  <c:v>0.677</c:v>
                </c:pt>
                <c:pt idx="757">
                  <c:v>0.677</c:v>
                </c:pt>
                <c:pt idx="758">
                  <c:v>0.678</c:v>
                </c:pt>
                <c:pt idx="759">
                  <c:v>0.678</c:v>
                </c:pt>
                <c:pt idx="760">
                  <c:v>0.678</c:v>
                </c:pt>
                <c:pt idx="761">
                  <c:v>0.679</c:v>
                </c:pt>
                <c:pt idx="762">
                  <c:v>0.679</c:v>
                </c:pt>
                <c:pt idx="763">
                  <c:v>0.679</c:v>
                </c:pt>
                <c:pt idx="764">
                  <c:v>0.68</c:v>
                </c:pt>
                <c:pt idx="765">
                  <c:v>0.68</c:v>
                </c:pt>
                <c:pt idx="766">
                  <c:v>0.681</c:v>
                </c:pt>
                <c:pt idx="767">
                  <c:v>0.681</c:v>
                </c:pt>
                <c:pt idx="768">
                  <c:v>0.681</c:v>
                </c:pt>
                <c:pt idx="769">
                  <c:v>0.682</c:v>
                </c:pt>
                <c:pt idx="770">
                  <c:v>0.683</c:v>
                </c:pt>
                <c:pt idx="771">
                  <c:v>0.685</c:v>
                </c:pt>
                <c:pt idx="772">
                  <c:v>0.685</c:v>
                </c:pt>
                <c:pt idx="773">
                  <c:v>0.686</c:v>
                </c:pt>
                <c:pt idx="774">
                  <c:v>0.687</c:v>
                </c:pt>
                <c:pt idx="775">
                  <c:v>0.687</c:v>
                </c:pt>
                <c:pt idx="776">
                  <c:v>0.688</c:v>
                </c:pt>
                <c:pt idx="777">
                  <c:v>0.688</c:v>
                </c:pt>
                <c:pt idx="778">
                  <c:v>0.689</c:v>
                </c:pt>
                <c:pt idx="779">
                  <c:v>0.69</c:v>
                </c:pt>
                <c:pt idx="780">
                  <c:v>0.69</c:v>
                </c:pt>
                <c:pt idx="781">
                  <c:v>0.69</c:v>
                </c:pt>
                <c:pt idx="782">
                  <c:v>0.69</c:v>
                </c:pt>
                <c:pt idx="783">
                  <c:v>0.692</c:v>
                </c:pt>
                <c:pt idx="784">
                  <c:v>0.692</c:v>
                </c:pt>
                <c:pt idx="785">
                  <c:v>0.692</c:v>
                </c:pt>
                <c:pt idx="786">
                  <c:v>0.692</c:v>
                </c:pt>
                <c:pt idx="787">
                  <c:v>0.694</c:v>
                </c:pt>
                <c:pt idx="788">
                  <c:v>0.694</c:v>
                </c:pt>
                <c:pt idx="789">
                  <c:v>0.694</c:v>
                </c:pt>
                <c:pt idx="790">
                  <c:v>0.694</c:v>
                </c:pt>
                <c:pt idx="791">
                  <c:v>0.694</c:v>
                </c:pt>
                <c:pt idx="792">
                  <c:v>0.696</c:v>
                </c:pt>
                <c:pt idx="793">
                  <c:v>0.697</c:v>
                </c:pt>
                <c:pt idx="794">
                  <c:v>0.698</c:v>
                </c:pt>
                <c:pt idx="795">
                  <c:v>0.698</c:v>
                </c:pt>
                <c:pt idx="796">
                  <c:v>0.699</c:v>
                </c:pt>
                <c:pt idx="797">
                  <c:v>0.7</c:v>
                </c:pt>
                <c:pt idx="798">
                  <c:v>0.701</c:v>
                </c:pt>
                <c:pt idx="799">
                  <c:v>0.702</c:v>
                </c:pt>
                <c:pt idx="800">
                  <c:v>0.702</c:v>
                </c:pt>
                <c:pt idx="801">
                  <c:v>0.702</c:v>
                </c:pt>
                <c:pt idx="802">
                  <c:v>0.704</c:v>
                </c:pt>
                <c:pt idx="803">
                  <c:v>0.705</c:v>
                </c:pt>
                <c:pt idx="804">
                  <c:v>0.705</c:v>
                </c:pt>
                <c:pt idx="805">
                  <c:v>0.706</c:v>
                </c:pt>
                <c:pt idx="806">
                  <c:v>0.706</c:v>
                </c:pt>
                <c:pt idx="807">
                  <c:v>0.706</c:v>
                </c:pt>
                <c:pt idx="808">
                  <c:v>0.707</c:v>
                </c:pt>
                <c:pt idx="809">
                  <c:v>0.707</c:v>
                </c:pt>
                <c:pt idx="810">
                  <c:v>0.708</c:v>
                </c:pt>
                <c:pt idx="811">
                  <c:v>0.708</c:v>
                </c:pt>
                <c:pt idx="812">
                  <c:v>0.709</c:v>
                </c:pt>
                <c:pt idx="813">
                  <c:v>0.71</c:v>
                </c:pt>
                <c:pt idx="814">
                  <c:v>0.71</c:v>
                </c:pt>
                <c:pt idx="815">
                  <c:v>0.71</c:v>
                </c:pt>
                <c:pt idx="816">
                  <c:v>0.711</c:v>
                </c:pt>
                <c:pt idx="817">
                  <c:v>0.711</c:v>
                </c:pt>
                <c:pt idx="818">
                  <c:v>0.712</c:v>
                </c:pt>
                <c:pt idx="819">
                  <c:v>0.712</c:v>
                </c:pt>
                <c:pt idx="820">
                  <c:v>0.713</c:v>
                </c:pt>
                <c:pt idx="821">
                  <c:v>0.713</c:v>
                </c:pt>
                <c:pt idx="822">
                  <c:v>0.714</c:v>
                </c:pt>
                <c:pt idx="823">
                  <c:v>0.714</c:v>
                </c:pt>
                <c:pt idx="824">
                  <c:v>0.715</c:v>
                </c:pt>
                <c:pt idx="825">
                  <c:v>0.715</c:v>
                </c:pt>
                <c:pt idx="826">
                  <c:v>0.715</c:v>
                </c:pt>
                <c:pt idx="827">
                  <c:v>0.716</c:v>
                </c:pt>
                <c:pt idx="828">
                  <c:v>0.716</c:v>
                </c:pt>
                <c:pt idx="829">
                  <c:v>0.717</c:v>
                </c:pt>
                <c:pt idx="830">
                  <c:v>0.717</c:v>
                </c:pt>
                <c:pt idx="831">
                  <c:v>0.717</c:v>
                </c:pt>
                <c:pt idx="832">
                  <c:v>0.718</c:v>
                </c:pt>
                <c:pt idx="833">
                  <c:v>0.719</c:v>
                </c:pt>
                <c:pt idx="834">
                  <c:v>0.72</c:v>
                </c:pt>
                <c:pt idx="835">
                  <c:v>0.72</c:v>
                </c:pt>
                <c:pt idx="836">
                  <c:v>0.721</c:v>
                </c:pt>
                <c:pt idx="837">
                  <c:v>0.721</c:v>
                </c:pt>
                <c:pt idx="838">
                  <c:v>0.721</c:v>
                </c:pt>
                <c:pt idx="839">
                  <c:v>0.721</c:v>
                </c:pt>
                <c:pt idx="840">
                  <c:v>0.721</c:v>
                </c:pt>
                <c:pt idx="841">
                  <c:v>0.724</c:v>
                </c:pt>
                <c:pt idx="842">
                  <c:v>0.725</c:v>
                </c:pt>
                <c:pt idx="843">
                  <c:v>0.726</c:v>
                </c:pt>
                <c:pt idx="844">
                  <c:v>0.726</c:v>
                </c:pt>
                <c:pt idx="845">
                  <c:v>0.726</c:v>
                </c:pt>
                <c:pt idx="846">
                  <c:v>0.726</c:v>
                </c:pt>
                <c:pt idx="847">
                  <c:v>0.727</c:v>
                </c:pt>
                <c:pt idx="848">
                  <c:v>0.727</c:v>
                </c:pt>
                <c:pt idx="849">
                  <c:v>0.727</c:v>
                </c:pt>
                <c:pt idx="850">
                  <c:v>0.727</c:v>
                </c:pt>
                <c:pt idx="851">
                  <c:v>0.728</c:v>
                </c:pt>
                <c:pt idx="852">
                  <c:v>0.728</c:v>
                </c:pt>
                <c:pt idx="853">
                  <c:v>0.728</c:v>
                </c:pt>
                <c:pt idx="854">
                  <c:v>0.728</c:v>
                </c:pt>
                <c:pt idx="855">
                  <c:v>0.729</c:v>
                </c:pt>
                <c:pt idx="856">
                  <c:v>0.729</c:v>
                </c:pt>
                <c:pt idx="857">
                  <c:v>0.73</c:v>
                </c:pt>
                <c:pt idx="858">
                  <c:v>0.73</c:v>
                </c:pt>
                <c:pt idx="859">
                  <c:v>0.731</c:v>
                </c:pt>
                <c:pt idx="860">
                  <c:v>0.731</c:v>
                </c:pt>
                <c:pt idx="861">
                  <c:v>0.731</c:v>
                </c:pt>
                <c:pt idx="862">
                  <c:v>0.732</c:v>
                </c:pt>
                <c:pt idx="863">
                  <c:v>0.732</c:v>
                </c:pt>
                <c:pt idx="864">
                  <c:v>0.733</c:v>
                </c:pt>
                <c:pt idx="865">
                  <c:v>0.733</c:v>
                </c:pt>
                <c:pt idx="866">
                  <c:v>0.733</c:v>
                </c:pt>
                <c:pt idx="867">
                  <c:v>0.734</c:v>
                </c:pt>
                <c:pt idx="868">
                  <c:v>0.735</c:v>
                </c:pt>
                <c:pt idx="869">
                  <c:v>0.736</c:v>
                </c:pt>
                <c:pt idx="870">
                  <c:v>0.736</c:v>
                </c:pt>
                <c:pt idx="871">
                  <c:v>0.737</c:v>
                </c:pt>
                <c:pt idx="872">
                  <c:v>0.737</c:v>
                </c:pt>
                <c:pt idx="873">
                  <c:v>0.738</c:v>
                </c:pt>
                <c:pt idx="874">
                  <c:v>0.739</c:v>
                </c:pt>
                <c:pt idx="875">
                  <c:v>0.74</c:v>
                </c:pt>
                <c:pt idx="876">
                  <c:v>0.74</c:v>
                </c:pt>
                <c:pt idx="877">
                  <c:v>0.741</c:v>
                </c:pt>
                <c:pt idx="878">
                  <c:v>0.741</c:v>
                </c:pt>
                <c:pt idx="879">
                  <c:v>0.743</c:v>
                </c:pt>
                <c:pt idx="880">
                  <c:v>0.743</c:v>
                </c:pt>
                <c:pt idx="881">
                  <c:v>0.744</c:v>
                </c:pt>
                <c:pt idx="882">
                  <c:v>0.746</c:v>
                </c:pt>
                <c:pt idx="883">
                  <c:v>0.748</c:v>
                </c:pt>
                <c:pt idx="884">
                  <c:v>0.748</c:v>
                </c:pt>
                <c:pt idx="885">
                  <c:v>0.749</c:v>
                </c:pt>
                <c:pt idx="886">
                  <c:v>0.749</c:v>
                </c:pt>
                <c:pt idx="887">
                  <c:v>0.749</c:v>
                </c:pt>
                <c:pt idx="888">
                  <c:v>0.75</c:v>
                </c:pt>
                <c:pt idx="889">
                  <c:v>0.75</c:v>
                </c:pt>
                <c:pt idx="890">
                  <c:v>0.751</c:v>
                </c:pt>
                <c:pt idx="891">
                  <c:v>0.752</c:v>
                </c:pt>
                <c:pt idx="892">
                  <c:v>0.752</c:v>
                </c:pt>
                <c:pt idx="893">
                  <c:v>0.752</c:v>
                </c:pt>
                <c:pt idx="894">
                  <c:v>0.753</c:v>
                </c:pt>
                <c:pt idx="895">
                  <c:v>0.753</c:v>
                </c:pt>
                <c:pt idx="896">
                  <c:v>0.753</c:v>
                </c:pt>
                <c:pt idx="897">
                  <c:v>0.753</c:v>
                </c:pt>
                <c:pt idx="898">
                  <c:v>0.754</c:v>
                </c:pt>
                <c:pt idx="899">
                  <c:v>0.754</c:v>
                </c:pt>
                <c:pt idx="900">
                  <c:v>0.755</c:v>
                </c:pt>
                <c:pt idx="901">
                  <c:v>0.756</c:v>
                </c:pt>
                <c:pt idx="902">
                  <c:v>0.756</c:v>
                </c:pt>
                <c:pt idx="903">
                  <c:v>0.757</c:v>
                </c:pt>
                <c:pt idx="904">
                  <c:v>0.757</c:v>
                </c:pt>
                <c:pt idx="905">
                  <c:v>0.757</c:v>
                </c:pt>
                <c:pt idx="906">
                  <c:v>0.757</c:v>
                </c:pt>
                <c:pt idx="907">
                  <c:v>0.758</c:v>
                </c:pt>
                <c:pt idx="908">
                  <c:v>0.758</c:v>
                </c:pt>
                <c:pt idx="909">
                  <c:v>0.759</c:v>
                </c:pt>
                <c:pt idx="910">
                  <c:v>0.759</c:v>
                </c:pt>
                <c:pt idx="911">
                  <c:v>0.759</c:v>
                </c:pt>
                <c:pt idx="912">
                  <c:v>0.759</c:v>
                </c:pt>
                <c:pt idx="913">
                  <c:v>0.76</c:v>
                </c:pt>
                <c:pt idx="914">
                  <c:v>0.76</c:v>
                </c:pt>
                <c:pt idx="915">
                  <c:v>0.761</c:v>
                </c:pt>
                <c:pt idx="916">
                  <c:v>0.761</c:v>
                </c:pt>
                <c:pt idx="917">
                  <c:v>0.761</c:v>
                </c:pt>
                <c:pt idx="918">
                  <c:v>0.762</c:v>
                </c:pt>
                <c:pt idx="919">
                  <c:v>0.762</c:v>
                </c:pt>
                <c:pt idx="920">
                  <c:v>0.762</c:v>
                </c:pt>
                <c:pt idx="921">
                  <c:v>0.763</c:v>
                </c:pt>
                <c:pt idx="922">
                  <c:v>0.763</c:v>
                </c:pt>
                <c:pt idx="923">
                  <c:v>0.766</c:v>
                </c:pt>
                <c:pt idx="924">
                  <c:v>0.766</c:v>
                </c:pt>
                <c:pt idx="925">
                  <c:v>0.766</c:v>
                </c:pt>
                <c:pt idx="926">
                  <c:v>0.766</c:v>
                </c:pt>
                <c:pt idx="927">
                  <c:v>0.766</c:v>
                </c:pt>
                <c:pt idx="928">
                  <c:v>0.767</c:v>
                </c:pt>
                <c:pt idx="929">
                  <c:v>0.767</c:v>
                </c:pt>
                <c:pt idx="930">
                  <c:v>0.768</c:v>
                </c:pt>
                <c:pt idx="931">
                  <c:v>0.768</c:v>
                </c:pt>
                <c:pt idx="932">
                  <c:v>0.768</c:v>
                </c:pt>
                <c:pt idx="933">
                  <c:v>0.769</c:v>
                </c:pt>
                <c:pt idx="934">
                  <c:v>0.769</c:v>
                </c:pt>
                <c:pt idx="935">
                  <c:v>0.769</c:v>
                </c:pt>
                <c:pt idx="936">
                  <c:v>0.769</c:v>
                </c:pt>
                <c:pt idx="937">
                  <c:v>0.77</c:v>
                </c:pt>
                <c:pt idx="938">
                  <c:v>0.771</c:v>
                </c:pt>
                <c:pt idx="939">
                  <c:v>0.771</c:v>
                </c:pt>
                <c:pt idx="940">
                  <c:v>0.771</c:v>
                </c:pt>
                <c:pt idx="941">
                  <c:v>0.771</c:v>
                </c:pt>
                <c:pt idx="942">
                  <c:v>0.771</c:v>
                </c:pt>
                <c:pt idx="943">
                  <c:v>0.772</c:v>
                </c:pt>
                <c:pt idx="944">
                  <c:v>0.772</c:v>
                </c:pt>
                <c:pt idx="945">
                  <c:v>0.772</c:v>
                </c:pt>
                <c:pt idx="946">
                  <c:v>0.773</c:v>
                </c:pt>
                <c:pt idx="947">
                  <c:v>0.773</c:v>
                </c:pt>
                <c:pt idx="948">
                  <c:v>0.773</c:v>
                </c:pt>
                <c:pt idx="949">
                  <c:v>0.774</c:v>
                </c:pt>
                <c:pt idx="950">
                  <c:v>0.774</c:v>
                </c:pt>
                <c:pt idx="951">
                  <c:v>0.774</c:v>
                </c:pt>
                <c:pt idx="952">
                  <c:v>0.774</c:v>
                </c:pt>
                <c:pt idx="953">
                  <c:v>0.775</c:v>
                </c:pt>
                <c:pt idx="954">
                  <c:v>0.775</c:v>
                </c:pt>
                <c:pt idx="955">
                  <c:v>0.776</c:v>
                </c:pt>
                <c:pt idx="956">
                  <c:v>0.776</c:v>
                </c:pt>
                <c:pt idx="957">
                  <c:v>0.776</c:v>
                </c:pt>
                <c:pt idx="958">
                  <c:v>0.778</c:v>
                </c:pt>
                <c:pt idx="959">
                  <c:v>0.778</c:v>
                </c:pt>
                <c:pt idx="960">
                  <c:v>0.778</c:v>
                </c:pt>
                <c:pt idx="961">
                  <c:v>0.779</c:v>
                </c:pt>
                <c:pt idx="962">
                  <c:v>0.78</c:v>
                </c:pt>
                <c:pt idx="963">
                  <c:v>0.78</c:v>
                </c:pt>
                <c:pt idx="964">
                  <c:v>0.781</c:v>
                </c:pt>
                <c:pt idx="965">
                  <c:v>0.781</c:v>
                </c:pt>
                <c:pt idx="966">
                  <c:v>0.781</c:v>
                </c:pt>
                <c:pt idx="967">
                  <c:v>0.781</c:v>
                </c:pt>
                <c:pt idx="968">
                  <c:v>0.784</c:v>
                </c:pt>
                <c:pt idx="969">
                  <c:v>0.785</c:v>
                </c:pt>
                <c:pt idx="970">
                  <c:v>0.785</c:v>
                </c:pt>
                <c:pt idx="971">
                  <c:v>0.785</c:v>
                </c:pt>
                <c:pt idx="972">
                  <c:v>0.785</c:v>
                </c:pt>
                <c:pt idx="973">
                  <c:v>0.785</c:v>
                </c:pt>
                <c:pt idx="974">
                  <c:v>0.786</c:v>
                </c:pt>
                <c:pt idx="975">
                  <c:v>0.786</c:v>
                </c:pt>
                <c:pt idx="976">
                  <c:v>0.786</c:v>
                </c:pt>
                <c:pt idx="977">
                  <c:v>0.787</c:v>
                </c:pt>
                <c:pt idx="978">
                  <c:v>0.788</c:v>
                </c:pt>
                <c:pt idx="979">
                  <c:v>0.789</c:v>
                </c:pt>
                <c:pt idx="980">
                  <c:v>0.789</c:v>
                </c:pt>
                <c:pt idx="981">
                  <c:v>0.79</c:v>
                </c:pt>
                <c:pt idx="982">
                  <c:v>0.791</c:v>
                </c:pt>
                <c:pt idx="983">
                  <c:v>0.791</c:v>
                </c:pt>
                <c:pt idx="984">
                  <c:v>0.791</c:v>
                </c:pt>
                <c:pt idx="985">
                  <c:v>0.792</c:v>
                </c:pt>
                <c:pt idx="986">
                  <c:v>0.792</c:v>
                </c:pt>
                <c:pt idx="987">
                  <c:v>0.793</c:v>
                </c:pt>
                <c:pt idx="988">
                  <c:v>0.793</c:v>
                </c:pt>
                <c:pt idx="989">
                  <c:v>0.793</c:v>
                </c:pt>
                <c:pt idx="990">
                  <c:v>0.793</c:v>
                </c:pt>
                <c:pt idx="991">
                  <c:v>0.794</c:v>
                </c:pt>
                <c:pt idx="992">
                  <c:v>0.794</c:v>
                </c:pt>
                <c:pt idx="993">
                  <c:v>0.794</c:v>
                </c:pt>
                <c:pt idx="994">
                  <c:v>0.794</c:v>
                </c:pt>
                <c:pt idx="995">
                  <c:v>0.795</c:v>
                </c:pt>
                <c:pt idx="996">
                  <c:v>0.795</c:v>
                </c:pt>
                <c:pt idx="997">
                  <c:v>0.796</c:v>
                </c:pt>
                <c:pt idx="998">
                  <c:v>0.797</c:v>
                </c:pt>
                <c:pt idx="999">
                  <c:v>0.797</c:v>
                </c:pt>
                <c:pt idx="1000">
                  <c:v>0.797</c:v>
                </c:pt>
                <c:pt idx="1001">
                  <c:v>0.798</c:v>
                </c:pt>
                <c:pt idx="1002">
                  <c:v>0.799</c:v>
                </c:pt>
                <c:pt idx="1003">
                  <c:v>0.799</c:v>
                </c:pt>
                <c:pt idx="1004">
                  <c:v>0.8</c:v>
                </c:pt>
                <c:pt idx="1005">
                  <c:v>0.8</c:v>
                </c:pt>
                <c:pt idx="1006">
                  <c:v>0.8</c:v>
                </c:pt>
                <c:pt idx="1007">
                  <c:v>0.801</c:v>
                </c:pt>
                <c:pt idx="1008">
                  <c:v>0.802</c:v>
                </c:pt>
                <c:pt idx="1009">
                  <c:v>0.802</c:v>
                </c:pt>
                <c:pt idx="1010">
                  <c:v>0.802</c:v>
                </c:pt>
                <c:pt idx="1011">
                  <c:v>0.802</c:v>
                </c:pt>
                <c:pt idx="1012">
                  <c:v>0.804</c:v>
                </c:pt>
                <c:pt idx="1013">
                  <c:v>0.805</c:v>
                </c:pt>
                <c:pt idx="1014">
                  <c:v>0.805</c:v>
                </c:pt>
                <c:pt idx="1015">
                  <c:v>0.805</c:v>
                </c:pt>
                <c:pt idx="1016">
                  <c:v>0.805</c:v>
                </c:pt>
                <c:pt idx="1017">
                  <c:v>0.806</c:v>
                </c:pt>
                <c:pt idx="1018">
                  <c:v>0.806</c:v>
                </c:pt>
                <c:pt idx="1019">
                  <c:v>0.806</c:v>
                </c:pt>
                <c:pt idx="1020">
                  <c:v>0.807</c:v>
                </c:pt>
                <c:pt idx="1021">
                  <c:v>0.807</c:v>
                </c:pt>
                <c:pt idx="1022">
                  <c:v>0.807</c:v>
                </c:pt>
                <c:pt idx="1023">
                  <c:v>0.808</c:v>
                </c:pt>
                <c:pt idx="1024">
                  <c:v>0.808</c:v>
                </c:pt>
                <c:pt idx="1025">
                  <c:v>0.808</c:v>
                </c:pt>
                <c:pt idx="1026">
                  <c:v>0.809</c:v>
                </c:pt>
                <c:pt idx="1027">
                  <c:v>0.809</c:v>
                </c:pt>
                <c:pt idx="1028">
                  <c:v>0.811</c:v>
                </c:pt>
                <c:pt idx="1029">
                  <c:v>0.812</c:v>
                </c:pt>
                <c:pt idx="1030">
                  <c:v>0.812</c:v>
                </c:pt>
                <c:pt idx="1031">
                  <c:v>0.813</c:v>
                </c:pt>
                <c:pt idx="1032">
                  <c:v>0.813</c:v>
                </c:pt>
                <c:pt idx="1033">
                  <c:v>0.813</c:v>
                </c:pt>
                <c:pt idx="1034">
                  <c:v>0.813</c:v>
                </c:pt>
                <c:pt idx="1035">
                  <c:v>0.814</c:v>
                </c:pt>
                <c:pt idx="1036">
                  <c:v>0.814</c:v>
                </c:pt>
                <c:pt idx="1037">
                  <c:v>0.815</c:v>
                </c:pt>
                <c:pt idx="1038">
                  <c:v>0.815</c:v>
                </c:pt>
                <c:pt idx="1039">
                  <c:v>0.815</c:v>
                </c:pt>
                <c:pt idx="1040">
                  <c:v>0.815</c:v>
                </c:pt>
                <c:pt idx="1041">
                  <c:v>0.817</c:v>
                </c:pt>
                <c:pt idx="1042">
                  <c:v>0.817</c:v>
                </c:pt>
                <c:pt idx="1043">
                  <c:v>0.819</c:v>
                </c:pt>
                <c:pt idx="1044">
                  <c:v>0.823</c:v>
                </c:pt>
                <c:pt idx="1045">
                  <c:v>0.824</c:v>
                </c:pt>
                <c:pt idx="1046">
                  <c:v>0.824</c:v>
                </c:pt>
                <c:pt idx="1047">
                  <c:v>0.824</c:v>
                </c:pt>
                <c:pt idx="1048">
                  <c:v>0.824</c:v>
                </c:pt>
                <c:pt idx="1049">
                  <c:v>0.824</c:v>
                </c:pt>
                <c:pt idx="1050">
                  <c:v>0.825</c:v>
                </c:pt>
                <c:pt idx="1051">
                  <c:v>0.825</c:v>
                </c:pt>
                <c:pt idx="1052">
                  <c:v>0.825</c:v>
                </c:pt>
                <c:pt idx="1053">
                  <c:v>0.826</c:v>
                </c:pt>
                <c:pt idx="1054">
                  <c:v>0.828</c:v>
                </c:pt>
                <c:pt idx="1055">
                  <c:v>0.829</c:v>
                </c:pt>
                <c:pt idx="1056">
                  <c:v>0.829</c:v>
                </c:pt>
                <c:pt idx="1057">
                  <c:v>0.83</c:v>
                </c:pt>
                <c:pt idx="1058">
                  <c:v>0.83</c:v>
                </c:pt>
                <c:pt idx="1059">
                  <c:v>0.83</c:v>
                </c:pt>
                <c:pt idx="1060">
                  <c:v>0.831</c:v>
                </c:pt>
                <c:pt idx="1061">
                  <c:v>0.831</c:v>
                </c:pt>
                <c:pt idx="1062">
                  <c:v>0.834</c:v>
                </c:pt>
                <c:pt idx="1063">
                  <c:v>0.835</c:v>
                </c:pt>
                <c:pt idx="1064">
                  <c:v>0.835</c:v>
                </c:pt>
                <c:pt idx="1065">
                  <c:v>0.835</c:v>
                </c:pt>
                <c:pt idx="1066">
                  <c:v>0.835</c:v>
                </c:pt>
                <c:pt idx="1067">
                  <c:v>0.837</c:v>
                </c:pt>
                <c:pt idx="1068">
                  <c:v>0.837</c:v>
                </c:pt>
                <c:pt idx="1069">
                  <c:v>0.838</c:v>
                </c:pt>
                <c:pt idx="1070">
                  <c:v>0.838</c:v>
                </c:pt>
                <c:pt idx="1071">
                  <c:v>0.838</c:v>
                </c:pt>
                <c:pt idx="1072">
                  <c:v>0.838</c:v>
                </c:pt>
                <c:pt idx="1073">
                  <c:v>0.838</c:v>
                </c:pt>
                <c:pt idx="1074">
                  <c:v>0.839</c:v>
                </c:pt>
                <c:pt idx="1075">
                  <c:v>0.84</c:v>
                </c:pt>
                <c:pt idx="1076">
                  <c:v>0.84</c:v>
                </c:pt>
                <c:pt idx="1077">
                  <c:v>0.84</c:v>
                </c:pt>
                <c:pt idx="1078">
                  <c:v>0.84</c:v>
                </c:pt>
                <c:pt idx="1079">
                  <c:v>0.841</c:v>
                </c:pt>
                <c:pt idx="1080">
                  <c:v>0.841</c:v>
                </c:pt>
                <c:pt idx="1081">
                  <c:v>0.841</c:v>
                </c:pt>
                <c:pt idx="1082">
                  <c:v>0.842</c:v>
                </c:pt>
                <c:pt idx="1083">
                  <c:v>0.844</c:v>
                </c:pt>
                <c:pt idx="1084">
                  <c:v>0.844</c:v>
                </c:pt>
                <c:pt idx="1085">
                  <c:v>0.845</c:v>
                </c:pt>
                <c:pt idx="1086">
                  <c:v>0.845</c:v>
                </c:pt>
                <c:pt idx="1087">
                  <c:v>0.845</c:v>
                </c:pt>
                <c:pt idx="1088">
                  <c:v>0.846</c:v>
                </c:pt>
                <c:pt idx="1089">
                  <c:v>0.846</c:v>
                </c:pt>
                <c:pt idx="1090">
                  <c:v>0.846</c:v>
                </c:pt>
                <c:pt idx="1091">
                  <c:v>0.847</c:v>
                </c:pt>
                <c:pt idx="1092">
                  <c:v>0.847</c:v>
                </c:pt>
                <c:pt idx="1093">
                  <c:v>0.848</c:v>
                </c:pt>
                <c:pt idx="1094">
                  <c:v>0.848</c:v>
                </c:pt>
                <c:pt idx="1095">
                  <c:v>0.848</c:v>
                </c:pt>
                <c:pt idx="1096">
                  <c:v>0.848</c:v>
                </c:pt>
                <c:pt idx="1097">
                  <c:v>0.849</c:v>
                </c:pt>
                <c:pt idx="1098">
                  <c:v>0.849</c:v>
                </c:pt>
                <c:pt idx="1099">
                  <c:v>0.849</c:v>
                </c:pt>
                <c:pt idx="1100">
                  <c:v>0.849</c:v>
                </c:pt>
                <c:pt idx="1101">
                  <c:v>0.849</c:v>
                </c:pt>
                <c:pt idx="1102">
                  <c:v>0.849</c:v>
                </c:pt>
                <c:pt idx="1103">
                  <c:v>0.849</c:v>
                </c:pt>
                <c:pt idx="1104">
                  <c:v>0.849</c:v>
                </c:pt>
                <c:pt idx="1105">
                  <c:v>0.85</c:v>
                </c:pt>
                <c:pt idx="1106">
                  <c:v>0.85</c:v>
                </c:pt>
                <c:pt idx="1107">
                  <c:v>0.851</c:v>
                </c:pt>
                <c:pt idx="1108">
                  <c:v>0.851</c:v>
                </c:pt>
                <c:pt idx="1109">
                  <c:v>0.851</c:v>
                </c:pt>
                <c:pt idx="1110">
                  <c:v>0.851</c:v>
                </c:pt>
                <c:pt idx="1111">
                  <c:v>0.852</c:v>
                </c:pt>
                <c:pt idx="1112">
                  <c:v>0.852</c:v>
                </c:pt>
                <c:pt idx="1113">
                  <c:v>0.853</c:v>
                </c:pt>
                <c:pt idx="1114">
                  <c:v>0.853</c:v>
                </c:pt>
                <c:pt idx="1115">
                  <c:v>0.853</c:v>
                </c:pt>
                <c:pt idx="1116">
                  <c:v>0.853</c:v>
                </c:pt>
                <c:pt idx="1117">
                  <c:v>0.854</c:v>
                </c:pt>
                <c:pt idx="1118">
                  <c:v>0.854</c:v>
                </c:pt>
                <c:pt idx="1119">
                  <c:v>0.854</c:v>
                </c:pt>
                <c:pt idx="1120">
                  <c:v>0.856</c:v>
                </c:pt>
                <c:pt idx="1121">
                  <c:v>0.856</c:v>
                </c:pt>
                <c:pt idx="1122">
                  <c:v>0.857</c:v>
                </c:pt>
                <c:pt idx="1123">
                  <c:v>0.857</c:v>
                </c:pt>
                <c:pt idx="1124">
                  <c:v>0.857</c:v>
                </c:pt>
                <c:pt idx="1125">
                  <c:v>0.857</c:v>
                </c:pt>
                <c:pt idx="1126">
                  <c:v>0.858</c:v>
                </c:pt>
                <c:pt idx="1127">
                  <c:v>0.859</c:v>
                </c:pt>
                <c:pt idx="1128">
                  <c:v>0.86</c:v>
                </c:pt>
                <c:pt idx="1129">
                  <c:v>0.86</c:v>
                </c:pt>
                <c:pt idx="1130">
                  <c:v>0.861</c:v>
                </c:pt>
                <c:pt idx="1131">
                  <c:v>0.861</c:v>
                </c:pt>
                <c:pt idx="1132">
                  <c:v>0.861</c:v>
                </c:pt>
                <c:pt idx="1133">
                  <c:v>0.864</c:v>
                </c:pt>
                <c:pt idx="1134">
                  <c:v>0.865</c:v>
                </c:pt>
                <c:pt idx="1135">
                  <c:v>0.865</c:v>
                </c:pt>
                <c:pt idx="1136">
                  <c:v>0.866</c:v>
                </c:pt>
                <c:pt idx="1137">
                  <c:v>0.866</c:v>
                </c:pt>
                <c:pt idx="1138">
                  <c:v>0.868</c:v>
                </c:pt>
                <c:pt idx="1139">
                  <c:v>0.868</c:v>
                </c:pt>
                <c:pt idx="1140">
                  <c:v>0.868</c:v>
                </c:pt>
                <c:pt idx="1141">
                  <c:v>0.868</c:v>
                </c:pt>
                <c:pt idx="1142">
                  <c:v>0.869</c:v>
                </c:pt>
                <c:pt idx="1143">
                  <c:v>0.87</c:v>
                </c:pt>
                <c:pt idx="1144">
                  <c:v>0.87</c:v>
                </c:pt>
                <c:pt idx="1145">
                  <c:v>0.87</c:v>
                </c:pt>
                <c:pt idx="1146">
                  <c:v>0.87</c:v>
                </c:pt>
                <c:pt idx="1147">
                  <c:v>0.87</c:v>
                </c:pt>
                <c:pt idx="1148">
                  <c:v>0.87</c:v>
                </c:pt>
                <c:pt idx="1149">
                  <c:v>0.87</c:v>
                </c:pt>
                <c:pt idx="1150">
                  <c:v>0.871</c:v>
                </c:pt>
                <c:pt idx="1151">
                  <c:v>0.871</c:v>
                </c:pt>
                <c:pt idx="1152">
                  <c:v>0.871</c:v>
                </c:pt>
                <c:pt idx="1153">
                  <c:v>0.872</c:v>
                </c:pt>
                <c:pt idx="1154">
                  <c:v>0.872</c:v>
                </c:pt>
                <c:pt idx="1155">
                  <c:v>0.872</c:v>
                </c:pt>
                <c:pt idx="1156">
                  <c:v>0.873</c:v>
                </c:pt>
                <c:pt idx="1157">
                  <c:v>0.873</c:v>
                </c:pt>
                <c:pt idx="1158">
                  <c:v>0.874</c:v>
                </c:pt>
                <c:pt idx="1159">
                  <c:v>0.874</c:v>
                </c:pt>
                <c:pt idx="1160">
                  <c:v>0.875</c:v>
                </c:pt>
                <c:pt idx="1161">
                  <c:v>0.875</c:v>
                </c:pt>
                <c:pt idx="1162">
                  <c:v>0.875</c:v>
                </c:pt>
                <c:pt idx="1163">
                  <c:v>0.876</c:v>
                </c:pt>
                <c:pt idx="1164">
                  <c:v>0.876</c:v>
                </c:pt>
                <c:pt idx="1165">
                  <c:v>0.878</c:v>
                </c:pt>
                <c:pt idx="1166">
                  <c:v>0.878</c:v>
                </c:pt>
                <c:pt idx="1167">
                  <c:v>0.878</c:v>
                </c:pt>
                <c:pt idx="1168">
                  <c:v>0.879</c:v>
                </c:pt>
                <c:pt idx="1169">
                  <c:v>0.879</c:v>
                </c:pt>
                <c:pt idx="1170">
                  <c:v>0.879</c:v>
                </c:pt>
                <c:pt idx="1171">
                  <c:v>0.879</c:v>
                </c:pt>
                <c:pt idx="1172">
                  <c:v>0.88</c:v>
                </c:pt>
                <c:pt idx="1173">
                  <c:v>0.881</c:v>
                </c:pt>
                <c:pt idx="1174">
                  <c:v>0.882</c:v>
                </c:pt>
                <c:pt idx="1175">
                  <c:v>0.882</c:v>
                </c:pt>
                <c:pt idx="1176">
                  <c:v>0.883</c:v>
                </c:pt>
                <c:pt idx="1177">
                  <c:v>0.884</c:v>
                </c:pt>
                <c:pt idx="1178">
                  <c:v>0.885</c:v>
                </c:pt>
                <c:pt idx="1179">
                  <c:v>0.886</c:v>
                </c:pt>
                <c:pt idx="1180">
                  <c:v>0.886</c:v>
                </c:pt>
                <c:pt idx="1181">
                  <c:v>0.886</c:v>
                </c:pt>
                <c:pt idx="1182">
                  <c:v>0.886</c:v>
                </c:pt>
                <c:pt idx="1183">
                  <c:v>0.887</c:v>
                </c:pt>
                <c:pt idx="1184">
                  <c:v>0.888</c:v>
                </c:pt>
                <c:pt idx="1185">
                  <c:v>0.889</c:v>
                </c:pt>
                <c:pt idx="1186">
                  <c:v>0.889</c:v>
                </c:pt>
                <c:pt idx="1187">
                  <c:v>0.89</c:v>
                </c:pt>
                <c:pt idx="1188">
                  <c:v>0.89</c:v>
                </c:pt>
                <c:pt idx="1189">
                  <c:v>0.89</c:v>
                </c:pt>
                <c:pt idx="1190">
                  <c:v>0.891</c:v>
                </c:pt>
                <c:pt idx="1191">
                  <c:v>0.892</c:v>
                </c:pt>
                <c:pt idx="1192">
                  <c:v>0.892</c:v>
                </c:pt>
                <c:pt idx="1193">
                  <c:v>0.893</c:v>
                </c:pt>
                <c:pt idx="1194">
                  <c:v>0.893</c:v>
                </c:pt>
                <c:pt idx="1195">
                  <c:v>0.893</c:v>
                </c:pt>
                <c:pt idx="1196">
                  <c:v>0.893</c:v>
                </c:pt>
                <c:pt idx="1197">
                  <c:v>0.895</c:v>
                </c:pt>
                <c:pt idx="1198">
                  <c:v>0.895</c:v>
                </c:pt>
                <c:pt idx="1199">
                  <c:v>0.897</c:v>
                </c:pt>
                <c:pt idx="1200">
                  <c:v>0.898</c:v>
                </c:pt>
                <c:pt idx="1201">
                  <c:v>0.899</c:v>
                </c:pt>
                <c:pt idx="1202">
                  <c:v>0.9</c:v>
                </c:pt>
                <c:pt idx="1203">
                  <c:v>0.9</c:v>
                </c:pt>
                <c:pt idx="1204">
                  <c:v>0.9</c:v>
                </c:pt>
                <c:pt idx="1205">
                  <c:v>0.901</c:v>
                </c:pt>
                <c:pt idx="1206">
                  <c:v>0.901</c:v>
                </c:pt>
                <c:pt idx="1207">
                  <c:v>0.901</c:v>
                </c:pt>
                <c:pt idx="1208">
                  <c:v>0.901</c:v>
                </c:pt>
                <c:pt idx="1209">
                  <c:v>0.901</c:v>
                </c:pt>
                <c:pt idx="1210">
                  <c:v>0.902</c:v>
                </c:pt>
                <c:pt idx="1211">
                  <c:v>0.902</c:v>
                </c:pt>
                <c:pt idx="1212">
                  <c:v>0.902</c:v>
                </c:pt>
                <c:pt idx="1213">
                  <c:v>0.904</c:v>
                </c:pt>
                <c:pt idx="1214">
                  <c:v>0.904</c:v>
                </c:pt>
                <c:pt idx="1215">
                  <c:v>0.905</c:v>
                </c:pt>
                <c:pt idx="1216">
                  <c:v>0.905</c:v>
                </c:pt>
                <c:pt idx="1217">
                  <c:v>0.906</c:v>
                </c:pt>
                <c:pt idx="1218">
                  <c:v>0.906</c:v>
                </c:pt>
                <c:pt idx="1219">
                  <c:v>0.906</c:v>
                </c:pt>
                <c:pt idx="1220">
                  <c:v>0.906</c:v>
                </c:pt>
                <c:pt idx="1221">
                  <c:v>0.906</c:v>
                </c:pt>
                <c:pt idx="1222">
                  <c:v>0.906</c:v>
                </c:pt>
                <c:pt idx="1223">
                  <c:v>0.907</c:v>
                </c:pt>
                <c:pt idx="1224">
                  <c:v>0.907</c:v>
                </c:pt>
                <c:pt idx="1225">
                  <c:v>0.908</c:v>
                </c:pt>
                <c:pt idx="1226">
                  <c:v>0.908</c:v>
                </c:pt>
                <c:pt idx="1227">
                  <c:v>0.909</c:v>
                </c:pt>
                <c:pt idx="1228">
                  <c:v>0.909</c:v>
                </c:pt>
                <c:pt idx="1229">
                  <c:v>0.909</c:v>
                </c:pt>
                <c:pt idx="1230">
                  <c:v>0.91</c:v>
                </c:pt>
                <c:pt idx="1231">
                  <c:v>0.91</c:v>
                </c:pt>
                <c:pt idx="1232">
                  <c:v>0.91</c:v>
                </c:pt>
                <c:pt idx="1233">
                  <c:v>0.911</c:v>
                </c:pt>
                <c:pt idx="1234">
                  <c:v>0.911</c:v>
                </c:pt>
                <c:pt idx="1235">
                  <c:v>0.912</c:v>
                </c:pt>
                <c:pt idx="1236">
                  <c:v>0.913</c:v>
                </c:pt>
                <c:pt idx="1237">
                  <c:v>0.913</c:v>
                </c:pt>
                <c:pt idx="1238">
                  <c:v>0.914</c:v>
                </c:pt>
                <c:pt idx="1239">
                  <c:v>0.914</c:v>
                </c:pt>
                <c:pt idx="1240">
                  <c:v>0.915</c:v>
                </c:pt>
                <c:pt idx="1241">
                  <c:v>0.916</c:v>
                </c:pt>
                <c:pt idx="1242">
                  <c:v>0.916</c:v>
                </c:pt>
                <c:pt idx="1243">
                  <c:v>0.916</c:v>
                </c:pt>
                <c:pt idx="1244">
                  <c:v>0.916</c:v>
                </c:pt>
                <c:pt idx="1245">
                  <c:v>0.917</c:v>
                </c:pt>
                <c:pt idx="1246">
                  <c:v>0.917</c:v>
                </c:pt>
                <c:pt idx="1247">
                  <c:v>0.917</c:v>
                </c:pt>
                <c:pt idx="1248">
                  <c:v>0.918</c:v>
                </c:pt>
                <c:pt idx="1249">
                  <c:v>0.919</c:v>
                </c:pt>
                <c:pt idx="1250">
                  <c:v>0.919</c:v>
                </c:pt>
                <c:pt idx="1251">
                  <c:v>0.919</c:v>
                </c:pt>
                <c:pt idx="1252">
                  <c:v>0.919</c:v>
                </c:pt>
                <c:pt idx="1253">
                  <c:v>0.92</c:v>
                </c:pt>
                <c:pt idx="1254">
                  <c:v>0.92</c:v>
                </c:pt>
                <c:pt idx="1255">
                  <c:v>0.921</c:v>
                </c:pt>
                <c:pt idx="1256">
                  <c:v>0.922</c:v>
                </c:pt>
                <c:pt idx="1257">
                  <c:v>0.922</c:v>
                </c:pt>
                <c:pt idx="1258">
                  <c:v>0.922</c:v>
                </c:pt>
                <c:pt idx="1259">
                  <c:v>0.922</c:v>
                </c:pt>
                <c:pt idx="1260">
                  <c:v>0.923</c:v>
                </c:pt>
                <c:pt idx="1261">
                  <c:v>0.925</c:v>
                </c:pt>
                <c:pt idx="1262">
                  <c:v>0.925</c:v>
                </c:pt>
                <c:pt idx="1263">
                  <c:v>0.926</c:v>
                </c:pt>
                <c:pt idx="1264">
                  <c:v>0.926</c:v>
                </c:pt>
                <c:pt idx="1265">
                  <c:v>0.927</c:v>
                </c:pt>
                <c:pt idx="1266">
                  <c:v>0.927</c:v>
                </c:pt>
                <c:pt idx="1267">
                  <c:v>0.927</c:v>
                </c:pt>
                <c:pt idx="1268">
                  <c:v>0.928</c:v>
                </c:pt>
                <c:pt idx="1269">
                  <c:v>0.929</c:v>
                </c:pt>
                <c:pt idx="1270">
                  <c:v>0.929</c:v>
                </c:pt>
                <c:pt idx="1271">
                  <c:v>0.929</c:v>
                </c:pt>
                <c:pt idx="1272">
                  <c:v>0.929</c:v>
                </c:pt>
                <c:pt idx="1273">
                  <c:v>0.93</c:v>
                </c:pt>
                <c:pt idx="1274">
                  <c:v>0.93</c:v>
                </c:pt>
                <c:pt idx="1275">
                  <c:v>0.93</c:v>
                </c:pt>
                <c:pt idx="1276">
                  <c:v>0.93</c:v>
                </c:pt>
                <c:pt idx="1277">
                  <c:v>0.931</c:v>
                </c:pt>
                <c:pt idx="1278">
                  <c:v>0.934</c:v>
                </c:pt>
                <c:pt idx="1279">
                  <c:v>0.934</c:v>
                </c:pt>
                <c:pt idx="1280">
                  <c:v>0.934</c:v>
                </c:pt>
                <c:pt idx="1281">
                  <c:v>0.934</c:v>
                </c:pt>
                <c:pt idx="1282">
                  <c:v>0.934</c:v>
                </c:pt>
                <c:pt idx="1283">
                  <c:v>0.934</c:v>
                </c:pt>
                <c:pt idx="1284">
                  <c:v>0.935</c:v>
                </c:pt>
                <c:pt idx="1285">
                  <c:v>0.936</c:v>
                </c:pt>
                <c:pt idx="1286">
                  <c:v>0.936</c:v>
                </c:pt>
                <c:pt idx="1287">
                  <c:v>0.936</c:v>
                </c:pt>
                <c:pt idx="1288">
                  <c:v>0.938</c:v>
                </c:pt>
                <c:pt idx="1289">
                  <c:v>0.938</c:v>
                </c:pt>
                <c:pt idx="1290">
                  <c:v>0.939</c:v>
                </c:pt>
                <c:pt idx="1291">
                  <c:v>0.939</c:v>
                </c:pt>
                <c:pt idx="1292">
                  <c:v>0.939</c:v>
                </c:pt>
                <c:pt idx="1293">
                  <c:v>0.94</c:v>
                </c:pt>
                <c:pt idx="1294">
                  <c:v>0.94</c:v>
                </c:pt>
                <c:pt idx="1295">
                  <c:v>0.94</c:v>
                </c:pt>
                <c:pt idx="1296">
                  <c:v>0.94</c:v>
                </c:pt>
                <c:pt idx="1297">
                  <c:v>0.941</c:v>
                </c:pt>
                <c:pt idx="1298">
                  <c:v>0.941</c:v>
                </c:pt>
                <c:pt idx="1299">
                  <c:v>0.941</c:v>
                </c:pt>
                <c:pt idx="1300">
                  <c:v>0.942</c:v>
                </c:pt>
                <c:pt idx="1301">
                  <c:v>0.942</c:v>
                </c:pt>
                <c:pt idx="1302">
                  <c:v>0.942</c:v>
                </c:pt>
                <c:pt idx="1303">
                  <c:v>0.942</c:v>
                </c:pt>
                <c:pt idx="1304">
                  <c:v>0.942</c:v>
                </c:pt>
                <c:pt idx="1305">
                  <c:v>0.943</c:v>
                </c:pt>
                <c:pt idx="1306">
                  <c:v>0.943</c:v>
                </c:pt>
                <c:pt idx="1307">
                  <c:v>0.943</c:v>
                </c:pt>
                <c:pt idx="1308">
                  <c:v>0.946</c:v>
                </c:pt>
                <c:pt idx="1309">
                  <c:v>0.946</c:v>
                </c:pt>
                <c:pt idx="1310">
                  <c:v>0.947</c:v>
                </c:pt>
                <c:pt idx="1311">
                  <c:v>0.948</c:v>
                </c:pt>
                <c:pt idx="1312">
                  <c:v>0.948</c:v>
                </c:pt>
                <c:pt idx="1313">
                  <c:v>0.95</c:v>
                </c:pt>
                <c:pt idx="1314">
                  <c:v>0.95</c:v>
                </c:pt>
                <c:pt idx="1315">
                  <c:v>0.951</c:v>
                </c:pt>
                <c:pt idx="1316">
                  <c:v>0.951</c:v>
                </c:pt>
                <c:pt idx="1317">
                  <c:v>0.952</c:v>
                </c:pt>
                <c:pt idx="1318">
                  <c:v>0.953</c:v>
                </c:pt>
                <c:pt idx="1319">
                  <c:v>0.954</c:v>
                </c:pt>
                <c:pt idx="1320">
                  <c:v>0.954</c:v>
                </c:pt>
                <c:pt idx="1321">
                  <c:v>0.955</c:v>
                </c:pt>
                <c:pt idx="1322">
                  <c:v>0.955</c:v>
                </c:pt>
                <c:pt idx="1323">
                  <c:v>0.956</c:v>
                </c:pt>
                <c:pt idx="1324">
                  <c:v>0.956</c:v>
                </c:pt>
                <c:pt idx="1325">
                  <c:v>0.956</c:v>
                </c:pt>
                <c:pt idx="1326">
                  <c:v>0.956</c:v>
                </c:pt>
                <c:pt idx="1327">
                  <c:v>0.957</c:v>
                </c:pt>
                <c:pt idx="1328">
                  <c:v>0.957</c:v>
                </c:pt>
                <c:pt idx="1329">
                  <c:v>0.957</c:v>
                </c:pt>
                <c:pt idx="1330">
                  <c:v>0.958</c:v>
                </c:pt>
                <c:pt idx="1331">
                  <c:v>0.958</c:v>
                </c:pt>
                <c:pt idx="1332">
                  <c:v>0.959</c:v>
                </c:pt>
                <c:pt idx="1333">
                  <c:v>0.959</c:v>
                </c:pt>
                <c:pt idx="1334">
                  <c:v>0.96</c:v>
                </c:pt>
                <c:pt idx="1335">
                  <c:v>0.96</c:v>
                </c:pt>
                <c:pt idx="1336">
                  <c:v>0.96</c:v>
                </c:pt>
                <c:pt idx="1337">
                  <c:v>0.961</c:v>
                </c:pt>
                <c:pt idx="1338">
                  <c:v>0.961</c:v>
                </c:pt>
                <c:pt idx="1339">
                  <c:v>0.961</c:v>
                </c:pt>
                <c:pt idx="1340">
                  <c:v>0.963</c:v>
                </c:pt>
                <c:pt idx="1341">
                  <c:v>0.963</c:v>
                </c:pt>
                <c:pt idx="1342">
                  <c:v>0.963</c:v>
                </c:pt>
                <c:pt idx="1343">
                  <c:v>0.963</c:v>
                </c:pt>
                <c:pt idx="1344">
                  <c:v>0.964</c:v>
                </c:pt>
                <c:pt idx="1345">
                  <c:v>0.964</c:v>
                </c:pt>
                <c:pt idx="1346">
                  <c:v>0.965</c:v>
                </c:pt>
                <c:pt idx="1347">
                  <c:v>0.965</c:v>
                </c:pt>
                <c:pt idx="1348">
                  <c:v>0.966</c:v>
                </c:pt>
                <c:pt idx="1349">
                  <c:v>0.967</c:v>
                </c:pt>
                <c:pt idx="1350">
                  <c:v>0.968</c:v>
                </c:pt>
                <c:pt idx="1351">
                  <c:v>0.969</c:v>
                </c:pt>
                <c:pt idx="1352">
                  <c:v>0.969</c:v>
                </c:pt>
                <c:pt idx="1353">
                  <c:v>0.97</c:v>
                </c:pt>
                <c:pt idx="1354">
                  <c:v>0.97</c:v>
                </c:pt>
                <c:pt idx="1355">
                  <c:v>0.97</c:v>
                </c:pt>
                <c:pt idx="1356">
                  <c:v>0.97</c:v>
                </c:pt>
                <c:pt idx="1357">
                  <c:v>0.97</c:v>
                </c:pt>
                <c:pt idx="1358">
                  <c:v>0.972</c:v>
                </c:pt>
                <c:pt idx="1359">
                  <c:v>0.973</c:v>
                </c:pt>
                <c:pt idx="1360">
                  <c:v>0.973</c:v>
                </c:pt>
                <c:pt idx="1361">
                  <c:v>0.973</c:v>
                </c:pt>
                <c:pt idx="1362">
                  <c:v>0.974</c:v>
                </c:pt>
                <c:pt idx="1363">
                  <c:v>0.976</c:v>
                </c:pt>
                <c:pt idx="1364">
                  <c:v>0.976</c:v>
                </c:pt>
                <c:pt idx="1365">
                  <c:v>0.977</c:v>
                </c:pt>
                <c:pt idx="1366">
                  <c:v>0.977</c:v>
                </c:pt>
                <c:pt idx="1367">
                  <c:v>0.979</c:v>
                </c:pt>
                <c:pt idx="1368">
                  <c:v>0.979</c:v>
                </c:pt>
                <c:pt idx="1369">
                  <c:v>0.979</c:v>
                </c:pt>
                <c:pt idx="1370">
                  <c:v>0.979</c:v>
                </c:pt>
                <c:pt idx="1371">
                  <c:v>0.98</c:v>
                </c:pt>
                <c:pt idx="1372">
                  <c:v>0.98</c:v>
                </c:pt>
                <c:pt idx="1373">
                  <c:v>0.981</c:v>
                </c:pt>
                <c:pt idx="1374">
                  <c:v>0.982</c:v>
                </c:pt>
                <c:pt idx="1375">
                  <c:v>0.982</c:v>
                </c:pt>
                <c:pt idx="1376">
                  <c:v>0.982</c:v>
                </c:pt>
                <c:pt idx="1377">
                  <c:v>0.983</c:v>
                </c:pt>
                <c:pt idx="1378">
                  <c:v>0.983</c:v>
                </c:pt>
                <c:pt idx="1379">
                  <c:v>0.985</c:v>
                </c:pt>
                <c:pt idx="1380">
                  <c:v>0.985</c:v>
                </c:pt>
                <c:pt idx="1381">
                  <c:v>0.985</c:v>
                </c:pt>
                <c:pt idx="1382">
                  <c:v>0.985</c:v>
                </c:pt>
                <c:pt idx="1383">
                  <c:v>0.986</c:v>
                </c:pt>
                <c:pt idx="1384">
                  <c:v>0.986</c:v>
                </c:pt>
                <c:pt idx="1385">
                  <c:v>0.986</c:v>
                </c:pt>
                <c:pt idx="1386">
                  <c:v>0.987</c:v>
                </c:pt>
                <c:pt idx="1387">
                  <c:v>0.987</c:v>
                </c:pt>
                <c:pt idx="1388">
                  <c:v>0.989</c:v>
                </c:pt>
                <c:pt idx="1389">
                  <c:v>0.989</c:v>
                </c:pt>
                <c:pt idx="1390">
                  <c:v>0.989</c:v>
                </c:pt>
                <c:pt idx="1391">
                  <c:v>0.989</c:v>
                </c:pt>
                <c:pt idx="1392">
                  <c:v>0.989</c:v>
                </c:pt>
                <c:pt idx="1393">
                  <c:v>0.99</c:v>
                </c:pt>
                <c:pt idx="1394">
                  <c:v>0.99</c:v>
                </c:pt>
                <c:pt idx="1395">
                  <c:v>0.99</c:v>
                </c:pt>
                <c:pt idx="1396">
                  <c:v>0.991</c:v>
                </c:pt>
                <c:pt idx="1397">
                  <c:v>0.991</c:v>
                </c:pt>
                <c:pt idx="1398">
                  <c:v>0.993</c:v>
                </c:pt>
                <c:pt idx="1399">
                  <c:v>0.993</c:v>
                </c:pt>
                <c:pt idx="1400">
                  <c:v>0.995</c:v>
                </c:pt>
                <c:pt idx="1401">
                  <c:v>0.996</c:v>
                </c:pt>
                <c:pt idx="1402">
                  <c:v>0.996</c:v>
                </c:pt>
                <c:pt idx="1403">
                  <c:v>0.997</c:v>
                </c:pt>
                <c:pt idx="1404">
                  <c:v>0.997</c:v>
                </c:pt>
                <c:pt idx="1405">
                  <c:v>0.997</c:v>
                </c:pt>
                <c:pt idx="1406">
                  <c:v>0.998</c:v>
                </c:pt>
                <c:pt idx="1407">
                  <c:v>0.998</c:v>
                </c:pt>
                <c:pt idx="1408">
                  <c:v>0.999</c:v>
                </c:pt>
                <c:pt idx="1409">
                  <c:v>0.999</c:v>
                </c:pt>
                <c:pt idx="1410">
                  <c:v>0.999</c:v>
                </c:pt>
                <c:pt idx="1411">
                  <c:v>1</c:v>
                </c:pt>
                <c:pt idx="1412">
                  <c:v>1</c:v>
                </c:pt>
                <c:pt idx="1413">
                  <c:v>1</c:v>
                </c:pt>
                <c:pt idx="1414">
                  <c:v>1</c:v>
                </c:pt>
                <c:pt idx="1415">
                  <c:v>1</c:v>
                </c:pt>
                <c:pt idx="1416">
                  <c:v>1</c:v>
                </c:pt>
                <c:pt idx="1417">
                  <c:v>1.002</c:v>
                </c:pt>
                <c:pt idx="1418">
                  <c:v>1.002</c:v>
                </c:pt>
                <c:pt idx="1419">
                  <c:v>1.002</c:v>
                </c:pt>
                <c:pt idx="1420">
                  <c:v>1.002</c:v>
                </c:pt>
                <c:pt idx="1421">
                  <c:v>1.003</c:v>
                </c:pt>
                <c:pt idx="1422">
                  <c:v>1.003</c:v>
                </c:pt>
                <c:pt idx="1423">
                  <c:v>1.003</c:v>
                </c:pt>
                <c:pt idx="1424">
                  <c:v>1.004</c:v>
                </c:pt>
                <c:pt idx="1425">
                  <c:v>1.004</c:v>
                </c:pt>
                <c:pt idx="1426">
                  <c:v>1.005</c:v>
                </c:pt>
                <c:pt idx="1427">
                  <c:v>1.005</c:v>
                </c:pt>
                <c:pt idx="1428">
                  <c:v>1.005</c:v>
                </c:pt>
                <c:pt idx="1429">
                  <c:v>1.005</c:v>
                </c:pt>
                <c:pt idx="1430">
                  <c:v>1.006</c:v>
                </c:pt>
                <c:pt idx="1431">
                  <c:v>1.006</c:v>
                </c:pt>
                <c:pt idx="1432">
                  <c:v>1.006</c:v>
                </c:pt>
                <c:pt idx="1433">
                  <c:v>1.006</c:v>
                </c:pt>
                <c:pt idx="1434">
                  <c:v>1.006</c:v>
                </c:pt>
                <c:pt idx="1435">
                  <c:v>1.008</c:v>
                </c:pt>
                <c:pt idx="1436">
                  <c:v>1.009</c:v>
                </c:pt>
                <c:pt idx="1437">
                  <c:v>1.009</c:v>
                </c:pt>
                <c:pt idx="1438">
                  <c:v>1.009</c:v>
                </c:pt>
                <c:pt idx="1439">
                  <c:v>1.01</c:v>
                </c:pt>
                <c:pt idx="1440">
                  <c:v>1.012</c:v>
                </c:pt>
                <c:pt idx="1441">
                  <c:v>1.012</c:v>
                </c:pt>
                <c:pt idx="1442">
                  <c:v>1.013</c:v>
                </c:pt>
                <c:pt idx="1443">
                  <c:v>1.013</c:v>
                </c:pt>
                <c:pt idx="1444">
                  <c:v>1.013</c:v>
                </c:pt>
                <c:pt idx="1445">
                  <c:v>1.013</c:v>
                </c:pt>
                <c:pt idx="1446">
                  <c:v>1.013</c:v>
                </c:pt>
                <c:pt idx="1447">
                  <c:v>1.013</c:v>
                </c:pt>
                <c:pt idx="1448">
                  <c:v>1.015</c:v>
                </c:pt>
                <c:pt idx="1449">
                  <c:v>1.015</c:v>
                </c:pt>
                <c:pt idx="1450">
                  <c:v>1.015</c:v>
                </c:pt>
                <c:pt idx="1451">
                  <c:v>1.015</c:v>
                </c:pt>
                <c:pt idx="1452">
                  <c:v>1.015</c:v>
                </c:pt>
                <c:pt idx="1453">
                  <c:v>1.015</c:v>
                </c:pt>
                <c:pt idx="1454">
                  <c:v>1.015</c:v>
                </c:pt>
                <c:pt idx="1455">
                  <c:v>1.015</c:v>
                </c:pt>
                <c:pt idx="1456">
                  <c:v>1.016</c:v>
                </c:pt>
                <c:pt idx="1457">
                  <c:v>1.016</c:v>
                </c:pt>
                <c:pt idx="1458">
                  <c:v>1.016</c:v>
                </c:pt>
                <c:pt idx="1459">
                  <c:v>1.018</c:v>
                </c:pt>
                <c:pt idx="1460">
                  <c:v>1.018</c:v>
                </c:pt>
                <c:pt idx="1461">
                  <c:v>1.018</c:v>
                </c:pt>
                <c:pt idx="1462">
                  <c:v>1.019</c:v>
                </c:pt>
                <c:pt idx="1463">
                  <c:v>1.019</c:v>
                </c:pt>
                <c:pt idx="1464">
                  <c:v>1.019</c:v>
                </c:pt>
                <c:pt idx="1465">
                  <c:v>1.019</c:v>
                </c:pt>
                <c:pt idx="1466">
                  <c:v>1.019</c:v>
                </c:pt>
                <c:pt idx="1467">
                  <c:v>1.02</c:v>
                </c:pt>
                <c:pt idx="1468">
                  <c:v>1.02</c:v>
                </c:pt>
                <c:pt idx="1469">
                  <c:v>1.021</c:v>
                </c:pt>
                <c:pt idx="1470">
                  <c:v>1.022</c:v>
                </c:pt>
                <c:pt idx="1471">
                  <c:v>1.024</c:v>
                </c:pt>
                <c:pt idx="1472">
                  <c:v>1.024</c:v>
                </c:pt>
                <c:pt idx="1473">
                  <c:v>1.024</c:v>
                </c:pt>
                <c:pt idx="1474">
                  <c:v>1.025</c:v>
                </c:pt>
                <c:pt idx="1475">
                  <c:v>1.025</c:v>
                </c:pt>
                <c:pt idx="1476">
                  <c:v>1.026</c:v>
                </c:pt>
                <c:pt idx="1477">
                  <c:v>1.027</c:v>
                </c:pt>
                <c:pt idx="1478">
                  <c:v>1.027</c:v>
                </c:pt>
                <c:pt idx="1479">
                  <c:v>1.027</c:v>
                </c:pt>
                <c:pt idx="1480">
                  <c:v>1.028</c:v>
                </c:pt>
                <c:pt idx="1481">
                  <c:v>1.029</c:v>
                </c:pt>
                <c:pt idx="1482">
                  <c:v>1.029</c:v>
                </c:pt>
                <c:pt idx="1483">
                  <c:v>1.03</c:v>
                </c:pt>
                <c:pt idx="1484">
                  <c:v>1.031</c:v>
                </c:pt>
                <c:pt idx="1485">
                  <c:v>1.031</c:v>
                </c:pt>
                <c:pt idx="1486">
                  <c:v>1.033</c:v>
                </c:pt>
                <c:pt idx="1487">
                  <c:v>1.033</c:v>
                </c:pt>
                <c:pt idx="1488">
                  <c:v>1.035</c:v>
                </c:pt>
                <c:pt idx="1489">
                  <c:v>1.035</c:v>
                </c:pt>
                <c:pt idx="1490">
                  <c:v>1.036</c:v>
                </c:pt>
                <c:pt idx="1491">
                  <c:v>1.036</c:v>
                </c:pt>
                <c:pt idx="1492">
                  <c:v>1.037</c:v>
                </c:pt>
                <c:pt idx="1493">
                  <c:v>1.037</c:v>
                </c:pt>
                <c:pt idx="1494">
                  <c:v>1.038</c:v>
                </c:pt>
                <c:pt idx="1495">
                  <c:v>1.038</c:v>
                </c:pt>
                <c:pt idx="1496">
                  <c:v>1.038</c:v>
                </c:pt>
                <c:pt idx="1497">
                  <c:v>1.038</c:v>
                </c:pt>
                <c:pt idx="1498">
                  <c:v>1.039</c:v>
                </c:pt>
                <c:pt idx="1499">
                  <c:v>1.039</c:v>
                </c:pt>
                <c:pt idx="1500">
                  <c:v>1.039</c:v>
                </c:pt>
                <c:pt idx="1501">
                  <c:v>1.041</c:v>
                </c:pt>
                <c:pt idx="1502">
                  <c:v>1.041</c:v>
                </c:pt>
                <c:pt idx="1503">
                  <c:v>1.041</c:v>
                </c:pt>
                <c:pt idx="1504">
                  <c:v>1.042</c:v>
                </c:pt>
                <c:pt idx="1505">
                  <c:v>1.042</c:v>
                </c:pt>
                <c:pt idx="1506">
                  <c:v>1.042</c:v>
                </c:pt>
                <c:pt idx="1507">
                  <c:v>1.042</c:v>
                </c:pt>
                <c:pt idx="1508">
                  <c:v>1.042</c:v>
                </c:pt>
                <c:pt idx="1509">
                  <c:v>1.044</c:v>
                </c:pt>
                <c:pt idx="1510">
                  <c:v>1.044</c:v>
                </c:pt>
                <c:pt idx="1511">
                  <c:v>1.045</c:v>
                </c:pt>
                <c:pt idx="1512">
                  <c:v>1.045</c:v>
                </c:pt>
                <c:pt idx="1513">
                  <c:v>1.045</c:v>
                </c:pt>
                <c:pt idx="1514">
                  <c:v>1.046</c:v>
                </c:pt>
                <c:pt idx="1515">
                  <c:v>1.046</c:v>
                </c:pt>
                <c:pt idx="1516">
                  <c:v>1.047</c:v>
                </c:pt>
                <c:pt idx="1517">
                  <c:v>1.047</c:v>
                </c:pt>
                <c:pt idx="1518">
                  <c:v>1.047</c:v>
                </c:pt>
                <c:pt idx="1519">
                  <c:v>1.049</c:v>
                </c:pt>
                <c:pt idx="1520">
                  <c:v>1.049</c:v>
                </c:pt>
                <c:pt idx="1521">
                  <c:v>1.05</c:v>
                </c:pt>
                <c:pt idx="1522">
                  <c:v>1.051</c:v>
                </c:pt>
                <c:pt idx="1523">
                  <c:v>1.051</c:v>
                </c:pt>
                <c:pt idx="1524">
                  <c:v>1.051</c:v>
                </c:pt>
                <c:pt idx="1525">
                  <c:v>1.052</c:v>
                </c:pt>
                <c:pt idx="1526">
                  <c:v>1.053</c:v>
                </c:pt>
                <c:pt idx="1527">
                  <c:v>1.053</c:v>
                </c:pt>
                <c:pt idx="1528">
                  <c:v>1.053</c:v>
                </c:pt>
                <c:pt idx="1529">
                  <c:v>1.054</c:v>
                </c:pt>
                <c:pt idx="1530">
                  <c:v>1.054</c:v>
                </c:pt>
                <c:pt idx="1531">
                  <c:v>1.054</c:v>
                </c:pt>
                <c:pt idx="1532">
                  <c:v>1.054</c:v>
                </c:pt>
                <c:pt idx="1533">
                  <c:v>1.055</c:v>
                </c:pt>
                <c:pt idx="1534">
                  <c:v>1.055</c:v>
                </c:pt>
                <c:pt idx="1535">
                  <c:v>1.055</c:v>
                </c:pt>
                <c:pt idx="1536">
                  <c:v>1.055</c:v>
                </c:pt>
                <c:pt idx="1537">
                  <c:v>1.056</c:v>
                </c:pt>
                <c:pt idx="1538">
                  <c:v>1.057</c:v>
                </c:pt>
                <c:pt idx="1539">
                  <c:v>1.058</c:v>
                </c:pt>
                <c:pt idx="1540">
                  <c:v>1.058</c:v>
                </c:pt>
                <c:pt idx="1541">
                  <c:v>1.058</c:v>
                </c:pt>
                <c:pt idx="1542">
                  <c:v>1.058</c:v>
                </c:pt>
                <c:pt idx="1543">
                  <c:v>1.059</c:v>
                </c:pt>
                <c:pt idx="1544">
                  <c:v>1.06</c:v>
                </c:pt>
                <c:pt idx="1545">
                  <c:v>1.06</c:v>
                </c:pt>
                <c:pt idx="1546">
                  <c:v>1.061</c:v>
                </c:pt>
                <c:pt idx="1547">
                  <c:v>1.061</c:v>
                </c:pt>
                <c:pt idx="1548">
                  <c:v>1.062</c:v>
                </c:pt>
                <c:pt idx="1549">
                  <c:v>1.062</c:v>
                </c:pt>
                <c:pt idx="1550">
                  <c:v>1.063</c:v>
                </c:pt>
                <c:pt idx="1551">
                  <c:v>1.063</c:v>
                </c:pt>
                <c:pt idx="1552">
                  <c:v>1.063</c:v>
                </c:pt>
                <c:pt idx="1553">
                  <c:v>1.063</c:v>
                </c:pt>
                <c:pt idx="1554">
                  <c:v>1.064</c:v>
                </c:pt>
                <c:pt idx="1555">
                  <c:v>1.064</c:v>
                </c:pt>
                <c:pt idx="1556">
                  <c:v>1.064</c:v>
                </c:pt>
                <c:pt idx="1557">
                  <c:v>1.064</c:v>
                </c:pt>
                <c:pt idx="1558">
                  <c:v>1.065</c:v>
                </c:pt>
                <c:pt idx="1559">
                  <c:v>1.065</c:v>
                </c:pt>
                <c:pt idx="1560">
                  <c:v>1.066</c:v>
                </c:pt>
                <c:pt idx="1561">
                  <c:v>1.069</c:v>
                </c:pt>
                <c:pt idx="1562">
                  <c:v>1.069</c:v>
                </c:pt>
                <c:pt idx="1563">
                  <c:v>1.071</c:v>
                </c:pt>
                <c:pt idx="1564">
                  <c:v>1.071</c:v>
                </c:pt>
                <c:pt idx="1565">
                  <c:v>1.072</c:v>
                </c:pt>
                <c:pt idx="1566">
                  <c:v>1.072</c:v>
                </c:pt>
                <c:pt idx="1567">
                  <c:v>1.072</c:v>
                </c:pt>
                <c:pt idx="1568">
                  <c:v>1.075</c:v>
                </c:pt>
                <c:pt idx="1569">
                  <c:v>1.075</c:v>
                </c:pt>
                <c:pt idx="1570">
                  <c:v>1.075</c:v>
                </c:pt>
                <c:pt idx="1571">
                  <c:v>1.075</c:v>
                </c:pt>
                <c:pt idx="1572">
                  <c:v>1.077</c:v>
                </c:pt>
                <c:pt idx="1573">
                  <c:v>1.077</c:v>
                </c:pt>
                <c:pt idx="1574">
                  <c:v>1.078</c:v>
                </c:pt>
                <c:pt idx="1575">
                  <c:v>1.078</c:v>
                </c:pt>
                <c:pt idx="1576">
                  <c:v>1.079</c:v>
                </c:pt>
                <c:pt idx="1577">
                  <c:v>1.081</c:v>
                </c:pt>
                <c:pt idx="1578">
                  <c:v>1.081</c:v>
                </c:pt>
                <c:pt idx="1579">
                  <c:v>1.081</c:v>
                </c:pt>
                <c:pt idx="1580">
                  <c:v>1.081</c:v>
                </c:pt>
                <c:pt idx="1581">
                  <c:v>1.083</c:v>
                </c:pt>
                <c:pt idx="1582">
                  <c:v>1.083</c:v>
                </c:pt>
                <c:pt idx="1583">
                  <c:v>1.084</c:v>
                </c:pt>
                <c:pt idx="1584">
                  <c:v>1.085</c:v>
                </c:pt>
                <c:pt idx="1585">
                  <c:v>1.087</c:v>
                </c:pt>
                <c:pt idx="1586">
                  <c:v>1.087</c:v>
                </c:pt>
                <c:pt idx="1587">
                  <c:v>1.087</c:v>
                </c:pt>
                <c:pt idx="1588">
                  <c:v>1.087</c:v>
                </c:pt>
                <c:pt idx="1589">
                  <c:v>1.088</c:v>
                </c:pt>
                <c:pt idx="1590">
                  <c:v>1.088</c:v>
                </c:pt>
                <c:pt idx="1591">
                  <c:v>1.089</c:v>
                </c:pt>
                <c:pt idx="1592">
                  <c:v>1.089</c:v>
                </c:pt>
                <c:pt idx="1593">
                  <c:v>1.089</c:v>
                </c:pt>
                <c:pt idx="1594">
                  <c:v>1.089</c:v>
                </c:pt>
                <c:pt idx="1595">
                  <c:v>1.089</c:v>
                </c:pt>
                <c:pt idx="1596">
                  <c:v>1.09</c:v>
                </c:pt>
                <c:pt idx="1597">
                  <c:v>1.091</c:v>
                </c:pt>
                <c:pt idx="1598">
                  <c:v>1.092</c:v>
                </c:pt>
                <c:pt idx="1599">
                  <c:v>1.093</c:v>
                </c:pt>
                <c:pt idx="1600">
                  <c:v>1.093</c:v>
                </c:pt>
                <c:pt idx="1601">
                  <c:v>1.093</c:v>
                </c:pt>
                <c:pt idx="1602">
                  <c:v>1.093</c:v>
                </c:pt>
                <c:pt idx="1603">
                  <c:v>1.094</c:v>
                </c:pt>
                <c:pt idx="1604">
                  <c:v>1.094</c:v>
                </c:pt>
                <c:pt idx="1605">
                  <c:v>1.095</c:v>
                </c:pt>
                <c:pt idx="1606">
                  <c:v>1.095</c:v>
                </c:pt>
                <c:pt idx="1607">
                  <c:v>1.096</c:v>
                </c:pt>
                <c:pt idx="1608">
                  <c:v>1.096</c:v>
                </c:pt>
                <c:pt idx="1609">
                  <c:v>1.097</c:v>
                </c:pt>
                <c:pt idx="1610">
                  <c:v>1.097</c:v>
                </c:pt>
                <c:pt idx="1611">
                  <c:v>1.097</c:v>
                </c:pt>
                <c:pt idx="1612">
                  <c:v>1.098</c:v>
                </c:pt>
                <c:pt idx="1613">
                  <c:v>1.099</c:v>
                </c:pt>
                <c:pt idx="1614">
                  <c:v>1.099</c:v>
                </c:pt>
                <c:pt idx="1615">
                  <c:v>1.099</c:v>
                </c:pt>
                <c:pt idx="1616">
                  <c:v>1.099</c:v>
                </c:pt>
                <c:pt idx="1617">
                  <c:v>1.099</c:v>
                </c:pt>
                <c:pt idx="1618">
                  <c:v>1.099</c:v>
                </c:pt>
                <c:pt idx="1619">
                  <c:v>1.1</c:v>
                </c:pt>
                <c:pt idx="1620">
                  <c:v>1.103</c:v>
                </c:pt>
                <c:pt idx="1621">
                  <c:v>1.106</c:v>
                </c:pt>
                <c:pt idx="1622">
                  <c:v>1.106</c:v>
                </c:pt>
                <c:pt idx="1623">
                  <c:v>1.106</c:v>
                </c:pt>
                <c:pt idx="1624">
                  <c:v>1.107</c:v>
                </c:pt>
                <c:pt idx="1625">
                  <c:v>1.108</c:v>
                </c:pt>
                <c:pt idx="1626">
                  <c:v>1.108</c:v>
                </c:pt>
                <c:pt idx="1627">
                  <c:v>1.108</c:v>
                </c:pt>
                <c:pt idx="1628">
                  <c:v>1.108</c:v>
                </c:pt>
                <c:pt idx="1629">
                  <c:v>1.11</c:v>
                </c:pt>
                <c:pt idx="1630">
                  <c:v>1.111</c:v>
                </c:pt>
                <c:pt idx="1631">
                  <c:v>1.111</c:v>
                </c:pt>
                <c:pt idx="1632">
                  <c:v>1.112</c:v>
                </c:pt>
                <c:pt idx="1633">
                  <c:v>1.112</c:v>
                </c:pt>
                <c:pt idx="1634">
                  <c:v>1.113</c:v>
                </c:pt>
                <c:pt idx="1635">
                  <c:v>1.114</c:v>
                </c:pt>
                <c:pt idx="1636">
                  <c:v>1.114</c:v>
                </c:pt>
                <c:pt idx="1637">
                  <c:v>1.115</c:v>
                </c:pt>
                <c:pt idx="1638">
                  <c:v>1.115</c:v>
                </c:pt>
                <c:pt idx="1639">
                  <c:v>1.116</c:v>
                </c:pt>
                <c:pt idx="1640">
                  <c:v>1.116</c:v>
                </c:pt>
                <c:pt idx="1641">
                  <c:v>1.116</c:v>
                </c:pt>
                <c:pt idx="1642">
                  <c:v>1.117</c:v>
                </c:pt>
                <c:pt idx="1643">
                  <c:v>1.117</c:v>
                </c:pt>
                <c:pt idx="1644">
                  <c:v>1.117</c:v>
                </c:pt>
                <c:pt idx="1645">
                  <c:v>1.118</c:v>
                </c:pt>
                <c:pt idx="1646">
                  <c:v>1.118</c:v>
                </c:pt>
                <c:pt idx="1647">
                  <c:v>1.118</c:v>
                </c:pt>
                <c:pt idx="1648">
                  <c:v>1.118</c:v>
                </c:pt>
                <c:pt idx="1649">
                  <c:v>1.119</c:v>
                </c:pt>
                <c:pt idx="1650">
                  <c:v>1.119</c:v>
                </c:pt>
                <c:pt idx="1651">
                  <c:v>1.12</c:v>
                </c:pt>
                <c:pt idx="1652">
                  <c:v>1.12</c:v>
                </c:pt>
                <c:pt idx="1653">
                  <c:v>1.12</c:v>
                </c:pt>
                <c:pt idx="1654">
                  <c:v>1.121</c:v>
                </c:pt>
                <c:pt idx="1655">
                  <c:v>1.121</c:v>
                </c:pt>
                <c:pt idx="1656">
                  <c:v>1.121</c:v>
                </c:pt>
                <c:pt idx="1657">
                  <c:v>1.121</c:v>
                </c:pt>
                <c:pt idx="1658">
                  <c:v>1.122</c:v>
                </c:pt>
                <c:pt idx="1659">
                  <c:v>1.122</c:v>
                </c:pt>
                <c:pt idx="1660">
                  <c:v>1.122</c:v>
                </c:pt>
                <c:pt idx="1661">
                  <c:v>1.123</c:v>
                </c:pt>
                <c:pt idx="1662">
                  <c:v>1.123</c:v>
                </c:pt>
                <c:pt idx="1663">
                  <c:v>1.124</c:v>
                </c:pt>
                <c:pt idx="1664">
                  <c:v>1.125</c:v>
                </c:pt>
                <c:pt idx="1665">
                  <c:v>1.125</c:v>
                </c:pt>
                <c:pt idx="1666">
                  <c:v>1.125</c:v>
                </c:pt>
                <c:pt idx="1667">
                  <c:v>1.125</c:v>
                </c:pt>
                <c:pt idx="1668">
                  <c:v>1.127</c:v>
                </c:pt>
                <c:pt idx="1669">
                  <c:v>1.13</c:v>
                </c:pt>
                <c:pt idx="1670">
                  <c:v>1.13</c:v>
                </c:pt>
                <c:pt idx="1671">
                  <c:v>1.13</c:v>
                </c:pt>
                <c:pt idx="1672">
                  <c:v>1.131</c:v>
                </c:pt>
                <c:pt idx="1673">
                  <c:v>1.132</c:v>
                </c:pt>
                <c:pt idx="1674">
                  <c:v>1.132</c:v>
                </c:pt>
                <c:pt idx="1675">
                  <c:v>1.132</c:v>
                </c:pt>
                <c:pt idx="1676">
                  <c:v>1.133</c:v>
                </c:pt>
                <c:pt idx="1677">
                  <c:v>1.134</c:v>
                </c:pt>
                <c:pt idx="1678">
                  <c:v>1.134</c:v>
                </c:pt>
                <c:pt idx="1679">
                  <c:v>1.134</c:v>
                </c:pt>
                <c:pt idx="1680">
                  <c:v>1.134</c:v>
                </c:pt>
                <c:pt idx="1681">
                  <c:v>1.134</c:v>
                </c:pt>
                <c:pt idx="1682">
                  <c:v>1.134</c:v>
                </c:pt>
                <c:pt idx="1683">
                  <c:v>1.135</c:v>
                </c:pt>
                <c:pt idx="1684">
                  <c:v>1.135</c:v>
                </c:pt>
                <c:pt idx="1685">
                  <c:v>1.135</c:v>
                </c:pt>
                <c:pt idx="1686">
                  <c:v>1.136</c:v>
                </c:pt>
                <c:pt idx="1687">
                  <c:v>1.136</c:v>
                </c:pt>
                <c:pt idx="1688">
                  <c:v>1.137</c:v>
                </c:pt>
                <c:pt idx="1689">
                  <c:v>1.137</c:v>
                </c:pt>
                <c:pt idx="1690">
                  <c:v>1.137</c:v>
                </c:pt>
                <c:pt idx="1691">
                  <c:v>1.138</c:v>
                </c:pt>
                <c:pt idx="1692">
                  <c:v>1.138</c:v>
                </c:pt>
                <c:pt idx="1693">
                  <c:v>1.138</c:v>
                </c:pt>
                <c:pt idx="1694">
                  <c:v>1.138</c:v>
                </c:pt>
                <c:pt idx="1695">
                  <c:v>1.138</c:v>
                </c:pt>
                <c:pt idx="1696">
                  <c:v>1.138</c:v>
                </c:pt>
                <c:pt idx="1697">
                  <c:v>1.138</c:v>
                </c:pt>
                <c:pt idx="1698">
                  <c:v>1.138</c:v>
                </c:pt>
                <c:pt idx="1699">
                  <c:v>1.139</c:v>
                </c:pt>
                <c:pt idx="1700">
                  <c:v>1.139</c:v>
                </c:pt>
                <c:pt idx="1701">
                  <c:v>1.139</c:v>
                </c:pt>
                <c:pt idx="1702">
                  <c:v>1.14</c:v>
                </c:pt>
                <c:pt idx="1703">
                  <c:v>1.14</c:v>
                </c:pt>
                <c:pt idx="1704">
                  <c:v>1.141</c:v>
                </c:pt>
                <c:pt idx="1705">
                  <c:v>1.141</c:v>
                </c:pt>
                <c:pt idx="1706">
                  <c:v>1.141</c:v>
                </c:pt>
                <c:pt idx="1707">
                  <c:v>1.141</c:v>
                </c:pt>
                <c:pt idx="1708">
                  <c:v>1.142</c:v>
                </c:pt>
                <c:pt idx="1709">
                  <c:v>1.142</c:v>
                </c:pt>
                <c:pt idx="1710">
                  <c:v>1.143</c:v>
                </c:pt>
                <c:pt idx="1711">
                  <c:v>1.143</c:v>
                </c:pt>
                <c:pt idx="1712">
                  <c:v>1.144</c:v>
                </c:pt>
                <c:pt idx="1713">
                  <c:v>1.145</c:v>
                </c:pt>
                <c:pt idx="1714">
                  <c:v>1.145</c:v>
                </c:pt>
                <c:pt idx="1715">
                  <c:v>1.146</c:v>
                </c:pt>
                <c:pt idx="1716">
                  <c:v>1.146</c:v>
                </c:pt>
                <c:pt idx="1717">
                  <c:v>1.146</c:v>
                </c:pt>
                <c:pt idx="1718">
                  <c:v>1.146</c:v>
                </c:pt>
                <c:pt idx="1719">
                  <c:v>1.147</c:v>
                </c:pt>
                <c:pt idx="1720">
                  <c:v>1.147</c:v>
                </c:pt>
                <c:pt idx="1721">
                  <c:v>1.148</c:v>
                </c:pt>
                <c:pt idx="1722">
                  <c:v>1.149</c:v>
                </c:pt>
                <c:pt idx="1723">
                  <c:v>1.149</c:v>
                </c:pt>
                <c:pt idx="1724">
                  <c:v>1.149</c:v>
                </c:pt>
                <c:pt idx="1725">
                  <c:v>1.149</c:v>
                </c:pt>
                <c:pt idx="1726">
                  <c:v>1.15</c:v>
                </c:pt>
                <c:pt idx="1727">
                  <c:v>1.15</c:v>
                </c:pt>
                <c:pt idx="1728">
                  <c:v>1.151</c:v>
                </c:pt>
                <c:pt idx="1729">
                  <c:v>1.151</c:v>
                </c:pt>
                <c:pt idx="1730">
                  <c:v>1.152</c:v>
                </c:pt>
                <c:pt idx="1731">
                  <c:v>1.152</c:v>
                </c:pt>
                <c:pt idx="1732">
                  <c:v>1.154</c:v>
                </c:pt>
                <c:pt idx="1733">
                  <c:v>1.154</c:v>
                </c:pt>
                <c:pt idx="1734">
                  <c:v>1.155</c:v>
                </c:pt>
                <c:pt idx="1735">
                  <c:v>1.155</c:v>
                </c:pt>
                <c:pt idx="1736">
                  <c:v>1.156</c:v>
                </c:pt>
                <c:pt idx="1737">
                  <c:v>1.157</c:v>
                </c:pt>
                <c:pt idx="1738">
                  <c:v>1.157</c:v>
                </c:pt>
                <c:pt idx="1739">
                  <c:v>1.158</c:v>
                </c:pt>
                <c:pt idx="1740">
                  <c:v>1.158</c:v>
                </c:pt>
                <c:pt idx="1741">
                  <c:v>1.159</c:v>
                </c:pt>
                <c:pt idx="1742">
                  <c:v>1.159</c:v>
                </c:pt>
                <c:pt idx="1743">
                  <c:v>1.16</c:v>
                </c:pt>
                <c:pt idx="1744">
                  <c:v>1.16</c:v>
                </c:pt>
                <c:pt idx="1745">
                  <c:v>1.16</c:v>
                </c:pt>
                <c:pt idx="1746">
                  <c:v>1.16</c:v>
                </c:pt>
                <c:pt idx="1747">
                  <c:v>1.161</c:v>
                </c:pt>
                <c:pt idx="1748">
                  <c:v>1.162</c:v>
                </c:pt>
                <c:pt idx="1749">
                  <c:v>1.162</c:v>
                </c:pt>
                <c:pt idx="1750">
                  <c:v>1.163</c:v>
                </c:pt>
                <c:pt idx="1751">
                  <c:v>1.163</c:v>
                </c:pt>
                <c:pt idx="1752">
                  <c:v>1.164</c:v>
                </c:pt>
                <c:pt idx="1753">
                  <c:v>1.165</c:v>
                </c:pt>
                <c:pt idx="1754">
                  <c:v>1.166</c:v>
                </c:pt>
                <c:pt idx="1755">
                  <c:v>1.166</c:v>
                </c:pt>
                <c:pt idx="1756">
                  <c:v>1.167</c:v>
                </c:pt>
                <c:pt idx="1757">
                  <c:v>1.167</c:v>
                </c:pt>
                <c:pt idx="1758">
                  <c:v>1.168</c:v>
                </c:pt>
                <c:pt idx="1759">
                  <c:v>1.169</c:v>
                </c:pt>
                <c:pt idx="1760">
                  <c:v>1.169</c:v>
                </c:pt>
                <c:pt idx="1761">
                  <c:v>1.17</c:v>
                </c:pt>
                <c:pt idx="1762">
                  <c:v>1.17</c:v>
                </c:pt>
                <c:pt idx="1763">
                  <c:v>1.172</c:v>
                </c:pt>
                <c:pt idx="1764">
                  <c:v>1.172</c:v>
                </c:pt>
                <c:pt idx="1765">
                  <c:v>1.173</c:v>
                </c:pt>
                <c:pt idx="1766">
                  <c:v>1.175</c:v>
                </c:pt>
                <c:pt idx="1767">
                  <c:v>1.175</c:v>
                </c:pt>
                <c:pt idx="1768">
                  <c:v>1.176</c:v>
                </c:pt>
                <c:pt idx="1769">
                  <c:v>1.177</c:v>
                </c:pt>
                <c:pt idx="1770">
                  <c:v>1.177</c:v>
                </c:pt>
                <c:pt idx="1771">
                  <c:v>1.177</c:v>
                </c:pt>
                <c:pt idx="1772">
                  <c:v>1.178</c:v>
                </c:pt>
                <c:pt idx="1773">
                  <c:v>1.178</c:v>
                </c:pt>
                <c:pt idx="1774">
                  <c:v>1.18</c:v>
                </c:pt>
                <c:pt idx="1775">
                  <c:v>1.18</c:v>
                </c:pt>
                <c:pt idx="1776">
                  <c:v>1.181</c:v>
                </c:pt>
                <c:pt idx="1777">
                  <c:v>1.182</c:v>
                </c:pt>
                <c:pt idx="1778">
                  <c:v>1.183</c:v>
                </c:pt>
                <c:pt idx="1779">
                  <c:v>1.184</c:v>
                </c:pt>
                <c:pt idx="1780">
                  <c:v>1.184</c:v>
                </c:pt>
                <c:pt idx="1781">
                  <c:v>1.186</c:v>
                </c:pt>
                <c:pt idx="1782">
                  <c:v>1.186</c:v>
                </c:pt>
                <c:pt idx="1783">
                  <c:v>1.187</c:v>
                </c:pt>
                <c:pt idx="1784">
                  <c:v>1.187</c:v>
                </c:pt>
                <c:pt idx="1785">
                  <c:v>1.187</c:v>
                </c:pt>
                <c:pt idx="1786">
                  <c:v>1.188</c:v>
                </c:pt>
                <c:pt idx="1787">
                  <c:v>1.19</c:v>
                </c:pt>
                <c:pt idx="1788">
                  <c:v>1.19</c:v>
                </c:pt>
                <c:pt idx="1789">
                  <c:v>1.191</c:v>
                </c:pt>
                <c:pt idx="1790">
                  <c:v>1.191</c:v>
                </c:pt>
                <c:pt idx="1791">
                  <c:v>1.191</c:v>
                </c:pt>
                <c:pt idx="1792">
                  <c:v>1.192</c:v>
                </c:pt>
                <c:pt idx="1793">
                  <c:v>1.193</c:v>
                </c:pt>
                <c:pt idx="1794">
                  <c:v>1.193</c:v>
                </c:pt>
                <c:pt idx="1795">
                  <c:v>1.193</c:v>
                </c:pt>
                <c:pt idx="1796">
                  <c:v>1.193</c:v>
                </c:pt>
                <c:pt idx="1797">
                  <c:v>1.194</c:v>
                </c:pt>
                <c:pt idx="1798">
                  <c:v>1.194</c:v>
                </c:pt>
                <c:pt idx="1799">
                  <c:v>1.195</c:v>
                </c:pt>
                <c:pt idx="1800">
                  <c:v>1.195</c:v>
                </c:pt>
                <c:pt idx="1801">
                  <c:v>1.195</c:v>
                </c:pt>
                <c:pt idx="1802">
                  <c:v>1.195</c:v>
                </c:pt>
                <c:pt idx="1803">
                  <c:v>1.195</c:v>
                </c:pt>
                <c:pt idx="1804">
                  <c:v>1.197</c:v>
                </c:pt>
                <c:pt idx="1805">
                  <c:v>1.197</c:v>
                </c:pt>
                <c:pt idx="1806">
                  <c:v>1.198</c:v>
                </c:pt>
                <c:pt idx="1807">
                  <c:v>1.198</c:v>
                </c:pt>
                <c:pt idx="1808">
                  <c:v>1.198</c:v>
                </c:pt>
                <c:pt idx="1809">
                  <c:v>1.198</c:v>
                </c:pt>
                <c:pt idx="1810">
                  <c:v>1.2</c:v>
                </c:pt>
                <c:pt idx="1811">
                  <c:v>1.2</c:v>
                </c:pt>
                <c:pt idx="1812">
                  <c:v>1.2</c:v>
                </c:pt>
                <c:pt idx="1813">
                  <c:v>1.201</c:v>
                </c:pt>
                <c:pt idx="1814">
                  <c:v>1.201</c:v>
                </c:pt>
                <c:pt idx="1815">
                  <c:v>1.202</c:v>
                </c:pt>
                <c:pt idx="1816">
                  <c:v>1.202</c:v>
                </c:pt>
                <c:pt idx="1817">
                  <c:v>1.202</c:v>
                </c:pt>
                <c:pt idx="1818">
                  <c:v>1.202</c:v>
                </c:pt>
                <c:pt idx="1819">
                  <c:v>1.203</c:v>
                </c:pt>
                <c:pt idx="1820">
                  <c:v>1.203</c:v>
                </c:pt>
                <c:pt idx="1821">
                  <c:v>1.203</c:v>
                </c:pt>
                <c:pt idx="1822">
                  <c:v>1.204</c:v>
                </c:pt>
                <c:pt idx="1823">
                  <c:v>1.204</c:v>
                </c:pt>
                <c:pt idx="1824">
                  <c:v>1.205</c:v>
                </c:pt>
                <c:pt idx="1825">
                  <c:v>1.205</c:v>
                </c:pt>
                <c:pt idx="1826">
                  <c:v>1.206</c:v>
                </c:pt>
                <c:pt idx="1827">
                  <c:v>1.206</c:v>
                </c:pt>
                <c:pt idx="1828">
                  <c:v>1.206</c:v>
                </c:pt>
                <c:pt idx="1829">
                  <c:v>1.206</c:v>
                </c:pt>
                <c:pt idx="1830">
                  <c:v>1.207</c:v>
                </c:pt>
                <c:pt idx="1831">
                  <c:v>1.207</c:v>
                </c:pt>
                <c:pt idx="1832">
                  <c:v>1.207</c:v>
                </c:pt>
                <c:pt idx="1833">
                  <c:v>1.208</c:v>
                </c:pt>
                <c:pt idx="1834">
                  <c:v>1.208</c:v>
                </c:pt>
                <c:pt idx="1835">
                  <c:v>1.208</c:v>
                </c:pt>
                <c:pt idx="1836">
                  <c:v>1.209</c:v>
                </c:pt>
                <c:pt idx="1837">
                  <c:v>1.209</c:v>
                </c:pt>
                <c:pt idx="1838">
                  <c:v>1.21</c:v>
                </c:pt>
                <c:pt idx="1839">
                  <c:v>1.21</c:v>
                </c:pt>
                <c:pt idx="1840">
                  <c:v>1.21</c:v>
                </c:pt>
                <c:pt idx="1841">
                  <c:v>1.21</c:v>
                </c:pt>
                <c:pt idx="1842">
                  <c:v>1.21</c:v>
                </c:pt>
                <c:pt idx="1843">
                  <c:v>1.21</c:v>
                </c:pt>
                <c:pt idx="1844">
                  <c:v>1.211</c:v>
                </c:pt>
                <c:pt idx="1845">
                  <c:v>1.211</c:v>
                </c:pt>
                <c:pt idx="1846">
                  <c:v>1.211</c:v>
                </c:pt>
                <c:pt idx="1847">
                  <c:v>1.211</c:v>
                </c:pt>
                <c:pt idx="1848">
                  <c:v>1.212</c:v>
                </c:pt>
                <c:pt idx="1849">
                  <c:v>1.212</c:v>
                </c:pt>
                <c:pt idx="1850">
                  <c:v>1.212</c:v>
                </c:pt>
                <c:pt idx="1851">
                  <c:v>1.212</c:v>
                </c:pt>
                <c:pt idx="1852">
                  <c:v>1.213</c:v>
                </c:pt>
                <c:pt idx="1853">
                  <c:v>1.213</c:v>
                </c:pt>
                <c:pt idx="1854">
                  <c:v>1.213</c:v>
                </c:pt>
                <c:pt idx="1855">
                  <c:v>1.213</c:v>
                </c:pt>
                <c:pt idx="1856">
                  <c:v>1.213</c:v>
                </c:pt>
                <c:pt idx="1857">
                  <c:v>1.214</c:v>
                </c:pt>
                <c:pt idx="1858">
                  <c:v>1.214</c:v>
                </c:pt>
                <c:pt idx="1859">
                  <c:v>1.215</c:v>
                </c:pt>
                <c:pt idx="1860">
                  <c:v>1.216</c:v>
                </c:pt>
                <c:pt idx="1861">
                  <c:v>1.217</c:v>
                </c:pt>
                <c:pt idx="1862">
                  <c:v>1.218</c:v>
                </c:pt>
                <c:pt idx="1863">
                  <c:v>1.218</c:v>
                </c:pt>
                <c:pt idx="1864">
                  <c:v>1.219</c:v>
                </c:pt>
                <c:pt idx="1865">
                  <c:v>1.219</c:v>
                </c:pt>
                <c:pt idx="1866">
                  <c:v>1.219</c:v>
                </c:pt>
                <c:pt idx="1867">
                  <c:v>1.219</c:v>
                </c:pt>
                <c:pt idx="1868">
                  <c:v>1.219</c:v>
                </c:pt>
                <c:pt idx="1869">
                  <c:v>1.22</c:v>
                </c:pt>
                <c:pt idx="1870">
                  <c:v>1.22</c:v>
                </c:pt>
                <c:pt idx="1871">
                  <c:v>1.222</c:v>
                </c:pt>
                <c:pt idx="1872">
                  <c:v>1.223</c:v>
                </c:pt>
                <c:pt idx="1873">
                  <c:v>1.223</c:v>
                </c:pt>
                <c:pt idx="1874">
                  <c:v>1.224</c:v>
                </c:pt>
                <c:pt idx="1875">
                  <c:v>1.224</c:v>
                </c:pt>
                <c:pt idx="1876">
                  <c:v>1.224</c:v>
                </c:pt>
                <c:pt idx="1877">
                  <c:v>1.224</c:v>
                </c:pt>
                <c:pt idx="1878">
                  <c:v>1.225</c:v>
                </c:pt>
                <c:pt idx="1879">
                  <c:v>1.225</c:v>
                </c:pt>
                <c:pt idx="1880">
                  <c:v>1.226</c:v>
                </c:pt>
                <c:pt idx="1881">
                  <c:v>1.227</c:v>
                </c:pt>
                <c:pt idx="1882">
                  <c:v>1.228</c:v>
                </c:pt>
                <c:pt idx="1883">
                  <c:v>1.23</c:v>
                </c:pt>
                <c:pt idx="1884">
                  <c:v>1.23</c:v>
                </c:pt>
                <c:pt idx="1885">
                  <c:v>1.234</c:v>
                </c:pt>
                <c:pt idx="1886">
                  <c:v>1.234</c:v>
                </c:pt>
                <c:pt idx="1887">
                  <c:v>1.234</c:v>
                </c:pt>
                <c:pt idx="1888">
                  <c:v>1.234</c:v>
                </c:pt>
                <c:pt idx="1889">
                  <c:v>1.235</c:v>
                </c:pt>
                <c:pt idx="1890">
                  <c:v>1.236</c:v>
                </c:pt>
                <c:pt idx="1891">
                  <c:v>1.236</c:v>
                </c:pt>
                <c:pt idx="1892">
                  <c:v>1.237</c:v>
                </c:pt>
                <c:pt idx="1893">
                  <c:v>1.237</c:v>
                </c:pt>
                <c:pt idx="1894">
                  <c:v>1.237</c:v>
                </c:pt>
                <c:pt idx="1895">
                  <c:v>1.238</c:v>
                </c:pt>
                <c:pt idx="1896">
                  <c:v>1.238</c:v>
                </c:pt>
                <c:pt idx="1897">
                  <c:v>1.238</c:v>
                </c:pt>
                <c:pt idx="1898">
                  <c:v>1.238</c:v>
                </c:pt>
                <c:pt idx="1899">
                  <c:v>1.239</c:v>
                </c:pt>
                <c:pt idx="1900">
                  <c:v>1.239</c:v>
                </c:pt>
                <c:pt idx="1901">
                  <c:v>1.239</c:v>
                </c:pt>
                <c:pt idx="1902">
                  <c:v>1.241</c:v>
                </c:pt>
                <c:pt idx="1903">
                  <c:v>1.241</c:v>
                </c:pt>
                <c:pt idx="1904">
                  <c:v>1.241</c:v>
                </c:pt>
                <c:pt idx="1905">
                  <c:v>1.242</c:v>
                </c:pt>
                <c:pt idx="1906">
                  <c:v>1.242</c:v>
                </c:pt>
                <c:pt idx="1907">
                  <c:v>1.242</c:v>
                </c:pt>
                <c:pt idx="1908">
                  <c:v>1.242</c:v>
                </c:pt>
                <c:pt idx="1909">
                  <c:v>1.243</c:v>
                </c:pt>
                <c:pt idx="1910">
                  <c:v>1.245</c:v>
                </c:pt>
                <c:pt idx="1911">
                  <c:v>1.246</c:v>
                </c:pt>
                <c:pt idx="1912">
                  <c:v>1.247</c:v>
                </c:pt>
                <c:pt idx="1913">
                  <c:v>1.247</c:v>
                </c:pt>
                <c:pt idx="1914">
                  <c:v>1.247</c:v>
                </c:pt>
                <c:pt idx="1915">
                  <c:v>1.247</c:v>
                </c:pt>
                <c:pt idx="1916">
                  <c:v>1.248</c:v>
                </c:pt>
                <c:pt idx="1917">
                  <c:v>1.249</c:v>
                </c:pt>
                <c:pt idx="1918">
                  <c:v>1.25</c:v>
                </c:pt>
                <c:pt idx="1919">
                  <c:v>1.251</c:v>
                </c:pt>
                <c:pt idx="1920">
                  <c:v>1.251</c:v>
                </c:pt>
                <c:pt idx="1921">
                  <c:v>1.253</c:v>
                </c:pt>
                <c:pt idx="1922">
                  <c:v>1.253</c:v>
                </c:pt>
                <c:pt idx="1923">
                  <c:v>1.254</c:v>
                </c:pt>
                <c:pt idx="1924">
                  <c:v>1.254</c:v>
                </c:pt>
                <c:pt idx="1925">
                  <c:v>1.254</c:v>
                </c:pt>
                <c:pt idx="1926">
                  <c:v>1.255</c:v>
                </c:pt>
                <c:pt idx="1927">
                  <c:v>1.256</c:v>
                </c:pt>
                <c:pt idx="1928">
                  <c:v>1.256</c:v>
                </c:pt>
                <c:pt idx="1929">
                  <c:v>1.257</c:v>
                </c:pt>
                <c:pt idx="1930">
                  <c:v>1.257</c:v>
                </c:pt>
                <c:pt idx="1931">
                  <c:v>1.258</c:v>
                </c:pt>
                <c:pt idx="1932">
                  <c:v>1.259</c:v>
                </c:pt>
                <c:pt idx="1933">
                  <c:v>1.259</c:v>
                </c:pt>
                <c:pt idx="1934">
                  <c:v>1.26</c:v>
                </c:pt>
                <c:pt idx="1935">
                  <c:v>1.262</c:v>
                </c:pt>
                <c:pt idx="1936">
                  <c:v>1.262</c:v>
                </c:pt>
                <c:pt idx="1937">
                  <c:v>1.263</c:v>
                </c:pt>
                <c:pt idx="1938">
                  <c:v>1.264</c:v>
                </c:pt>
                <c:pt idx="1939">
                  <c:v>1.265</c:v>
                </c:pt>
                <c:pt idx="1940">
                  <c:v>1.266</c:v>
                </c:pt>
                <c:pt idx="1941">
                  <c:v>1.267</c:v>
                </c:pt>
                <c:pt idx="1942">
                  <c:v>1.267</c:v>
                </c:pt>
                <c:pt idx="1943">
                  <c:v>1.268</c:v>
                </c:pt>
                <c:pt idx="1944">
                  <c:v>1.269</c:v>
                </c:pt>
                <c:pt idx="1945">
                  <c:v>1.27</c:v>
                </c:pt>
                <c:pt idx="1946">
                  <c:v>1.271</c:v>
                </c:pt>
                <c:pt idx="1947">
                  <c:v>1.271</c:v>
                </c:pt>
                <c:pt idx="1948">
                  <c:v>1.271</c:v>
                </c:pt>
                <c:pt idx="1949">
                  <c:v>1.271</c:v>
                </c:pt>
                <c:pt idx="1950">
                  <c:v>1.272</c:v>
                </c:pt>
                <c:pt idx="1951">
                  <c:v>1.273</c:v>
                </c:pt>
                <c:pt idx="1952">
                  <c:v>1.273</c:v>
                </c:pt>
                <c:pt idx="1953">
                  <c:v>1.274</c:v>
                </c:pt>
                <c:pt idx="1954">
                  <c:v>1.274</c:v>
                </c:pt>
                <c:pt idx="1955">
                  <c:v>1.274</c:v>
                </c:pt>
                <c:pt idx="1956">
                  <c:v>1.274</c:v>
                </c:pt>
                <c:pt idx="1957">
                  <c:v>1.274</c:v>
                </c:pt>
                <c:pt idx="1958">
                  <c:v>1.274</c:v>
                </c:pt>
                <c:pt idx="1959">
                  <c:v>1.275</c:v>
                </c:pt>
                <c:pt idx="1960">
                  <c:v>1.275</c:v>
                </c:pt>
                <c:pt idx="1961">
                  <c:v>1.275</c:v>
                </c:pt>
                <c:pt idx="1962">
                  <c:v>1.275</c:v>
                </c:pt>
                <c:pt idx="1963">
                  <c:v>1.276</c:v>
                </c:pt>
                <c:pt idx="1964">
                  <c:v>1.276</c:v>
                </c:pt>
                <c:pt idx="1965">
                  <c:v>1.276</c:v>
                </c:pt>
                <c:pt idx="1966">
                  <c:v>1.277</c:v>
                </c:pt>
                <c:pt idx="1967">
                  <c:v>1.277</c:v>
                </c:pt>
                <c:pt idx="1968">
                  <c:v>1.281</c:v>
                </c:pt>
                <c:pt idx="1969">
                  <c:v>1.281</c:v>
                </c:pt>
                <c:pt idx="1970">
                  <c:v>1.281</c:v>
                </c:pt>
                <c:pt idx="1971">
                  <c:v>1.282</c:v>
                </c:pt>
                <c:pt idx="1972">
                  <c:v>1.282</c:v>
                </c:pt>
                <c:pt idx="1973">
                  <c:v>1.283</c:v>
                </c:pt>
                <c:pt idx="1974">
                  <c:v>1.285</c:v>
                </c:pt>
                <c:pt idx="1975">
                  <c:v>1.285</c:v>
                </c:pt>
                <c:pt idx="1976">
                  <c:v>1.286</c:v>
                </c:pt>
                <c:pt idx="1977">
                  <c:v>1.286</c:v>
                </c:pt>
                <c:pt idx="1978">
                  <c:v>1.29</c:v>
                </c:pt>
                <c:pt idx="1979">
                  <c:v>1.29</c:v>
                </c:pt>
                <c:pt idx="1980">
                  <c:v>1.291</c:v>
                </c:pt>
                <c:pt idx="1981">
                  <c:v>1.291</c:v>
                </c:pt>
                <c:pt idx="1982">
                  <c:v>1.291</c:v>
                </c:pt>
                <c:pt idx="1983">
                  <c:v>1.291</c:v>
                </c:pt>
                <c:pt idx="1984">
                  <c:v>1.292</c:v>
                </c:pt>
                <c:pt idx="1985">
                  <c:v>1.292</c:v>
                </c:pt>
                <c:pt idx="1986">
                  <c:v>1.292</c:v>
                </c:pt>
                <c:pt idx="1987">
                  <c:v>1.292</c:v>
                </c:pt>
                <c:pt idx="1988">
                  <c:v>1.292</c:v>
                </c:pt>
                <c:pt idx="1989">
                  <c:v>1.292</c:v>
                </c:pt>
                <c:pt idx="1990">
                  <c:v>1.294</c:v>
                </c:pt>
                <c:pt idx="1991">
                  <c:v>1.294</c:v>
                </c:pt>
                <c:pt idx="1992">
                  <c:v>1.295</c:v>
                </c:pt>
                <c:pt idx="1993">
                  <c:v>1.296</c:v>
                </c:pt>
                <c:pt idx="1994">
                  <c:v>1.296</c:v>
                </c:pt>
                <c:pt idx="1995">
                  <c:v>1.296</c:v>
                </c:pt>
                <c:pt idx="1996">
                  <c:v>1.296</c:v>
                </c:pt>
                <c:pt idx="1997">
                  <c:v>1.297</c:v>
                </c:pt>
                <c:pt idx="1998">
                  <c:v>1.298</c:v>
                </c:pt>
                <c:pt idx="1999">
                  <c:v>1.299</c:v>
                </c:pt>
                <c:pt idx="2000">
                  <c:v>1.3</c:v>
                </c:pt>
                <c:pt idx="2001">
                  <c:v>1.3</c:v>
                </c:pt>
                <c:pt idx="2002">
                  <c:v>1.301</c:v>
                </c:pt>
                <c:pt idx="2003">
                  <c:v>1.301</c:v>
                </c:pt>
                <c:pt idx="2004">
                  <c:v>1.302</c:v>
                </c:pt>
                <c:pt idx="2005">
                  <c:v>1.303</c:v>
                </c:pt>
                <c:pt idx="2006">
                  <c:v>1.303</c:v>
                </c:pt>
                <c:pt idx="2007">
                  <c:v>1.303</c:v>
                </c:pt>
                <c:pt idx="2008">
                  <c:v>1.304</c:v>
                </c:pt>
                <c:pt idx="2009">
                  <c:v>1.305</c:v>
                </c:pt>
                <c:pt idx="2010">
                  <c:v>1.306</c:v>
                </c:pt>
                <c:pt idx="2011">
                  <c:v>1.308</c:v>
                </c:pt>
                <c:pt idx="2012">
                  <c:v>1.308</c:v>
                </c:pt>
                <c:pt idx="2013">
                  <c:v>1.309</c:v>
                </c:pt>
                <c:pt idx="2014">
                  <c:v>1.309</c:v>
                </c:pt>
                <c:pt idx="2015">
                  <c:v>1.309</c:v>
                </c:pt>
                <c:pt idx="2016">
                  <c:v>1.31</c:v>
                </c:pt>
                <c:pt idx="2017">
                  <c:v>1.311</c:v>
                </c:pt>
                <c:pt idx="2018">
                  <c:v>1.312</c:v>
                </c:pt>
                <c:pt idx="2019">
                  <c:v>1.312</c:v>
                </c:pt>
                <c:pt idx="2020">
                  <c:v>1.312</c:v>
                </c:pt>
                <c:pt idx="2021">
                  <c:v>1.312</c:v>
                </c:pt>
                <c:pt idx="2022">
                  <c:v>1.312</c:v>
                </c:pt>
                <c:pt idx="2023">
                  <c:v>1.312</c:v>
                </c:pt>
                <c:pt idx="2024">
                  <c:v>1.313</c:v>
                </c:pt>
                <c:pt idx="2025">
                  <c:v>1.313</c:v>
                </c:pt>
                <c:pt idx="2026">
                  <c:v>1.314</c:v>
                </c:pt>
                <c:pt idx="2027">
                  <c:v>1.315</c:v>
                </c:pt>
                <c:pt idx="2028">
                  <c:v>1.315</c:v>
                </c:pt>
                <c:pt idx="2029">
                  <c:v>1.316</c:v>
                </c:pt>
                <c:pt idx="2030">
                  <c:v>1.316</c:v>
                </c:pt>
                <c:pt idx="2031">
                  <c:v>1.316</c:v>
                </c:pt>
                <c:pt idx="2032">
                  <c:v>1.317</c:v>
                </c:pt>
                <c:pt idx="2033">
                  <c:v>1.317</c:v>
                </c:pt>
                <c:pt idx="2034">
                  <c:v>1.319</c:v>
                </c:pt>
                <c:pt idx="2035">
                  <c:v>1.319</c:v>
                </c:pt>
                <c:pt idx="2036">
                  <c:v>1.319</c:v>
                </c:pt>
                <c:pt idx="2037">
                  <c:v>1.321</c:v>
                </c:pt>
                <c:pt idx="2038">
                  <c:v>1.321</c:v>
                </c:pt>
                <c:pt idx="2039">
                  <c:v>1.322</c:v>
                </c:pt>
                <c:pt idx="2040">
                  <c:v>1.322</c:v>
                </c:pt>
                <c:pt idx="2041">
                  <c:v>1.322</c:v>
                </c:pt>
                <c:pt idx="2042">
                  <c:v>1.323</c:v>
                </c:pt>
                <c:pt idx="2043">
                  <c:v>1.323</c:v>
                </c:pt>
                <c:pt idx="2044">
                  <c:v>1.323</c:v>
                </c:pt>
                <c:pt idx="2045">
                  <c:v>1.323</c:v>
                </c:pt>
                <c:pt idx="2046">
                  <c:v>1.324</c:v>
                </c:pt>
                <c:pt idx="2047">
                  <c:v>1.324</c:v>
                </c:pt>
                <c:pt idx="2048">
                  <c:v>1.324</c:v>
                </c:pt>
                <c:pt idx="2049">
                  <c:v>1.325</c:v>
                </c:pt>
                <c:pt idx="2050">
                  <c:v>1.326</c:v>
                </c:pt>
                <c:pt idx="2051">
                  <c:v>1.326</c:v>
                </c:pt>
                <c:pt idx="2052">
                  <c:v>1.326</c:v>
                </c:pt>
                <c:pt idx="2053">
                  <c:v>1.327</c:v>
                </c:pt>
                <c:pt idx="2054">
                  <c:v>1.327</c:v>
                </c:pt>
                <c:pt idx="2055">
                  <c:v>1.327</c:v>
                </c:pt>
                <c:pt idx="2056">
                  <c:v>1.328</c:v>
                </c:pt>
                <c:pt idx="2057">
                  <c:v>1.328</c:v>
                </c:pt>
                <c:pt idx="2058">
                  <c:v>1.33</c:v>
                </c:pt>
                <c:pt idx="2059">
                  <c:v>1.33</c:v>
                </c:pt>
                <c:pt idx="2060">
                  <c:v>1.33</c:v>
                </c:pt>
                <c:pt idx="2061">
                  <c:v>1.331</c:v>
                </c:pt>
                <c:pt idx="2062">
                  <c:v>1.332</c:v>
                </c:pt>
                <c:pt idx="2063">
                  <c:v>1.334</c:v>
                </c:pt>
                <c:pt idx="2064">
                  <c:v>1.334</c:v>
                </c:pt>
                <c:pt idx="2065">
                  <c:v>1.334</c:v>
                </c:pt>
                <c:pt idx="2066">
                  <c:v>1.336</c:v>
                </c:pt>
                <c:pt idx="2067">
                  <c:v>1.336</c:v>
                </c:pt>
                <c:pt idx="2068">
                  <c:v>1.337</c:v>
                </c:pt>
                <c:pt idx="2069">
                  <c:v>1.339</c:v>
                </c:pt>
                <c:pt idx="2070">
                  <c:v>1.339</c:v>
                </c:pt>
                <c:pt idx="2071">
                  <c:v>1.339</c:v>
                </c:pt>
                <c:pt idx="2072">
                  <c:v>1.34</c:v>
                </c:pt>
                <c:pt idx="2073">
                  <c:v>1.34</c:v>
                </c:pt>
                <c:pt idx="2074">
                  <c:v>1.344</c:v>
                </c:pt>
                <c:pt idx="2075">
                  <c:v>1.345</c:v>
                </c:pt>
                <c:pt idx="2076">
                  <c:v>1.346</c:v>
                </c:pt>
                <c:pt idx="2077">
                  <c:v>1.346</c:v>
                </c:pt>
                <c:pt idx="2078">
                  <c:v>1.347</c:v>
                </c:pt>
                <c:pt idx="2079">
                  <c:v>1.347</c:v>
                </c:pt>
                <c:pt idx="2080">
                  <c:v>1.349</c:v>
                </c:pt>
                <c:pt idx="2081">
                  <c:v>1.35</c:v>
                </c:pt>
                <c:pt idx="2082">
                  <c:v>1.35</c:v>
                </c:pt>
                <c:pt idx="2083">
                  <c:v>1.352</c:v>
                </c:pt>
                <c:pt idx="2084">
                  <c:v>1.354</c:v>
                </c:pt>
                <c:pt idx="2085">
                  <c:v>1.356</c:v>
                </c:pt>
                <c:pt idx="2086">
                  <c:v>1.356</c:v>
                </c:pt>
                <c:pt idx="2087">
                  <c:v>1.358</c:v>
                </c:pt>
                <c:pt idx="2088">
                  <c:v>1.358</c:v>
                </c:pt>
                <c:pt idx="2089">
                  <c:v>1.358</c:v>
                </c:pt>
                <c:pt idx="2090">
                  <c:v>1.358</c:v>
                </c:pt>
                <c:pt idx="2091">
                  <c:v>1.358</c:v>
                </c:pt>
                <c:pt idx="2092">
                  <c:v>1.36</c:v>
                </c:pt>
                <c:pt idx="2093">
                  <c:v>1.36</c:v>
                </c:pt>
                <c:pt idx="2094">
                  <c:v>1.36</c:v>
                </c:pt>
                <c:pt idx="2095">
                  <c:v>1.36</c:v>
                </c:pt>
                <c:pt idx="2096">
                  <c:v>1.361</c:v>
                </c:pt>
                <c:pt idx="2097">
                  <c:v>1.362</c:v>
                </c:pt>
                <c:pt idx="2098">
                  <c:v>1.363</c:v>
                </c:pt>
                <c:pt idx="2099">
                  <c:v>1.364</c:v>
                </c:pt>
                <c:pt idx="2100">
                  <c:v>1.365</c:v>
                </c:pt>
                <c:pt idx="2101">
                  <c:v>1.366</c:v>
                </c:pt>
                <c:pt idx="2102">
                  <c:v>1.366</c:v>
                </c:pt>
                <c:pt idx="2103">
                  <c:v>1.37</c:v>
                </c:pt>
                <c:pt idx="2104">
                  <c:v>1.37</c:v>
                </c:pt>
                <c:pt idx="2105">
                  <c:v>1.37</c:v>
                </c:pt>
                <c:pt idx="2106">
                  <c:v>1.372</c:v>
                </c:pt>
                <c:pt idx="2107">
                  <c:v>1.372</c:v>
                </c:pt>
                <c:pt idx="2108">
                  <c:v>1.373</c:v>
                </c:pt>
                <c:pt idx="2109">
                  <c:v>1.373</c:v>
                </c:pt>
                <c:pt idx="2110">
                  <c:v>1.374</c:v>
                </c:pt>
                <c:pt idx="2111">
                  <c:v>1.374</c:v>
                </c:pt>
                <c:pt idx="2112">
                  <c:v>1.374</c:v>
                </c:pt>
                <c:pt idx="2113">
                  <c:v>1.378</c:v>
                </c:pt>
                <c:pt idx="2114">
                  <c:v>1.379</c:v>
                </c:pt>
                <c:pt idx="2115">
                  <c:v>1.38</c:v>
                </c:pt>
                <c:pt idx="2116">
                  <c:v>1.38</c:v>
                </c:pt>
                <c:pt idx="2117">
                  <c:v>1.382</c:v>
                </c:pt>
                <c:pt idx="2118">
                  <c:v>1.382</c:v>
                </c:pt>
                <c:pt idx="2119">
                  <c:v>1.383</c:v>
                </c:pt>
                <c:pt idx="2120">
                  <c:v>1.383</c:v>
                </c:pt>
                <c:pt idx="2121">
                  <c:v>1.385</c:v>
                </c:pt>
                <c:pt idx="2122">
                  <c:v>1.385</c:v>
                </c:pt>
                <c:pt idx="2123">
                  <c:v>1.386</c:v>
                </c:pt>
                <c:pt idx="2124">
                  <c:v>1.386</c:v>
                </c:pt>
                <c:pt idx="2125">
                  <c:v>1.386</c:v>
                </c:pt>
                <c:pt idx="2126">
                  <c:v>1.387</c:v>
                </c:pt>
                <c:pt idx="2127">
                  <c:v>1.387</c:v>
                </c:pt>
                <c:pt idx="2128">
                  <c:v>1.39</c:v>
                </c:pt>
                <c:pt idx="2129">
                  <c:v>1.39</c:v>
                </c:pt>
                <c:pt idx="2130">
                  <c:v>1.391</c:v>
                </c:pt>
                <c:pt idx="2131">
                  <c:v>1.392</c:v>
                </c:pt>
                <c:pt idx="2132">
                  <c:v>1.393</c:v>
                </c:pt>
                <c:pt idx="2133">
                  <c:v>1.394</c:v>
                </c:pt>
                <c:pt idx="2134">
                  <c:v>1.394</c:v>
                </c:pt>
                <c:pt idx="2135">
                  <c:v>1.397</c:v>
                </c:pt>
                <c:pt idx="2136">
                  <c:v>1.397</c:v>
                </c:pt>
                <c:pt idx="2137">
                  <c:v>1.398</c:v>
                </c:pt>
                <c:pt idx="2138">
                  <c:v>1.399</c:v>
                </c:pt>
                <c:pt idx="2139">
                  <c:v>1.4</c:v>
                </c:pt>
                <c:pt idx="2140">
                  <c:v>1.4</c:v>
                </c:pt>
                <c:pt idx="2141">
                  <c:v>1.401</c:v>
                </c:pt>
                <c:pt idx="2142">
                  <c:v>1.401</c:v>
                </c:pt>
                <c:pt idx="2143">
                  <c:v>1.402</c:v>
                </c:pt>
                <c:pt idx="2144">
                  <c:v>1.402</c:v>
                </c:pt>
                <c:pt idx="2145">
                  <c:v>1.403</c:v>
                </c:pt>
                <c:pt idx="2146">
                  <c:v>1.403</c:v>
                </c:pt>
                <c:pt idx="2147">
                  <c:v>1.404</c:v>
                </c:pt>
                <c:pt idx="2148">
                  <c:v>1.405</c:v>
                </c:pt>
                <c:pt idx="2149">
                  <c:v>1.405</c:v>
                </c:pt>
                <c:pt idx="2150">
                  <c:v>1.407</c:v>
                </c:pt>
                <c:pt idx="2151">
                  <c:v>1.407</c:v>
                </c:pt>
                <c:pt idx="2152">
                  <c:v>1.408</c:v>
                </c:pt>
                <c:pt idx="2153">
                  <c:v>1.409</c:v>
                </c:pt>
                <c:pt idx="2154">
                  <c:v>1.41</c:v>
                </c:pt>
                <c:pt idx="2155">
                  <c:v>1.411</c:v>
                </c:pt>
                <c:pt idx="2156">
                  <c:v>1.413</c:v>
                </c:pt>
                <c:pt idx="2157">
                  <c:v>1.413</c:v>
                </c:pt>
                <c:pt idx="2158">
                  <c:v>1.414</c:v>
                </c:pt>
                <c:pt idx="2159">
                  <c:v>1.414</c:v>
                </c:pt>
                <c:pt idx="2160">
                  <c:v>1.415</c:v>
                </c:pt>
                <c:pt idx="2161">
                  <c:v>1.416</c:v>
                </c:pt>
                <c:pt idx="2162">
                  <c:v>1.418</c:v>
                </c:pt>
                <c:pt idx="2163">
                  <c:v>1.419</c:v>
                </c:pt>
                <c:pt idx="2164">
                  <c:v>1.419</c:v>
                </c:pt>
                <c:pt idx="2165">
                  <c:v>1.42</c:v>
                </c:pt>
                <c:pt idx="2166">
                  <c:v>1.422</c:v>
                </c:pt>
                <c:pt idx="2167">
                  <c:v>1.422</c:v>
                </c:pt>
                <c:pt idx="2168">
                  <c:v>1.424</c:v>
                </c:pt>
                <c:pt idx="2169">
                  <c:v>1.425</c:v>
                </c:pt>
                <c:pt idx="2170">
                  <c:v>1.426</c:v>
                </c:pt>
                <c:pt idx="2171">
                  <c:v>1.426</c:v>
                </c:pt>
                <c:pt idx="2172">
                  <c:v>1.427</c:v>
                </c:pt>
                <c:pt idx="2173">
                  <c:v>1.428</c:v>
                </c:pt>
                <c:pt idx="2174">
                  <c:v>1.428</c:v>
                </c:pt>
                <c:pt idx="2175">
                  <c:v>1.428</c:v>
                </c:pt>
                <c:pt idx="2176">
                  <c:v>1.429</c:v>
                </c:pt>
                <c:pt idx="2177">
                  <c:v>1.431</c:v>
                </c:pt>
                <c:pt idx="2178">
                  <c:v>1.432</c:v>
                </c:pt>
                <c:pt idx="2179">
                  <c:v>1.433</c:v>
                </c:pt>
                <c:pt idx="2180">
                  <c:v>1.437</c:v>
                </c:pt>
                <c:pt idx="2181">
                  <c:v>1.438</c:v>
                </c:pt>
                <c:pt idx="2182">
                  <c:v>1.438</c:v>
                </c:pt>
                <c:pt idx="2183">
                  <c:v>1.439</c:v>
                </c:pt>
                <c:pt idx="2184">
                  <c:v>1.439</c:v>
                </c:pt>
                <c:pt idx="2185">
                  <c:v>1.44</c:v>
                </c:pt>
                <c:pt idx="2186">
                  <c:v>1.44</c:v>
                </c:pt>
                <c:pt idx="2187">
                  <c:v>1.441</c:v>
                </c:pt>
                <c:pt idx="2188">
                  <c:v>1.442</c:v>
                </c:pt>
                <c:pt idx="2189">
                  <c:v>1.444</c:v>
                </c:pt>
                <c:pt idx="2190">
                  <c:v>1.445</c:v>
                </c:pt>
                <c:pt idx="2191">
                  <c:v>1.449</c:v>
                </c:pt>
                <c:pt idx="2192">
                  <c:v>1.45</c:v>
                </c:pt>
                <c:pt idx="2193">
                  <c:v>1.45</c:v>
                </c:pt>
                <c:pt idx="2194">
                  <c:v>1.451</c:v>
                </c:pt>
                <c:pt idx="2195">
                  <c:v>1.451</c:v>
                </c:pt>
                <c:pt idx="2196">
                  <c:v>1.454</c:v>
                </c:pt>
                <c:pt idx="2197">
                  <c:v>1.454</c:v>
                </c:pt>
                <c:pt idx="2198">
                  <c:v>1.455</c:v>
                </c:pt>
                <c:pt idx="2199">
                  <c:v>1.455</c:v>
                </c:pt>
                <c:pt idx="2200">
                  <c:v>1.455</c:v>
                </c:pt>
                <c:pt idx="2201">
                  <c:v>1.456</c:v>
                </c:pt>
                <c:pt idx="2202">
                  <c:v>1.456</c:v>
                </c:pt>
                <c:pt idx="2203">
                  <c:v>1.456</c:v>
                </c:pt>
                <c:pt idx="2204">
                  <c:v>1.457</c:v>
                </c:pt>
                <c:pt idx="2205">
                  <c:v>1.459</c:v>
                </c:pt>
                <c:pt idx="2206">
                  <c:v>1.46</c:v>
                </c:pt>
                <c:pt idx="2207">
                  <c:v>1.46</c:v>
                </c:pt>
                <c:pt idx="2208">
                  <c:v>1.46</c:v>
                </c:pt>
                <c:pt idx="2209">
                  <c:v>1.461</c:v>
                </c:pt>
                <c:pt idx="2210">
                  <c:v>1.462</c:v>
                </c:pt>
                <c:pt idx="2211">
                  <c:v>1.463</c:v>
                </c:pt>
                <c:pt idx="2212">
                  <c:v>1.463</c:v>
                </c:pt>
                <c:pt idx="2213">
                  <c:v>1.467</c:v>
                </c:pt>
                <c:pt idx="2214">
                  <c:v>1.467</c:v>
                </c:pt>
                <c:pt idx="2215">
                  <c:v>1.468</c:v>
                </c:pt>
                <c:pt idx="2216">
                  <c:v>1.468</c:v>
                </c:pt>
                <c:pt idx="2217">
                  <c:v>1.47</c:v>
                </c:pt>
                <c:pt idx="2218">
                  <c:v>1.47</c:v>
                </c:pt>
                <c:pt idx="2219">
                  <c:v>1.471</c:v>
                </c:pt>
                <c:pt idx="2220">
                  <c:v>1.472</c:v>
                </c:pt>
                <c:pt idx="2221">
                  <c:v>1.472</c:v>
                </c:pt>
                <c:pt idx="2222">
                  <c:v>1.473</c:v>
                </c:pt>
                <c:pt idx="2223">
                  <c:v>1.474</c:v>
                </c:pt>
                <c:pt idx="2224">
                  <c:v>1.475</c:v>
                </c:pt>
                <c:pt idx="2225">
                  <c:v>1.475</c:v>
                </c:pt>
                <c:pt idx="2226">
                  <c:v>1.476</c:v>
                </c:pt>
                <c:pt idx="2227">
                  <c:v>1.476</c:v>
                </c:pt>
                <c:pt idx="2228">
                  <c:v>1.477</c:v>
                </c:pt>
                <c:pt idx="2229">
                  <c:v>1.479</c:v>
                </c:pt>
                <c:pt idx="2230">
                  <c:v>1.479</c:v>
                </c:pt>
                <c:pt idx="2231">
                  <c:v>1.48</c:v>
                </c:pt>
                <c:pt idx="2232">
                  <c:v>1.484</c:v>
                </c:pt>
                <c:pt idx="2233">
                  <c:v>1.488</c:v>
                </c:pt>
                <c:pt idx="2234">
                  <c:v>1.489</c:v>
                </c:pt>
                <c:pt idx="2235">
                  <c:v>1.489</c:v>
                </c:pt>
                <c:pt idx="2236">
                  <c:v>1.489</c:v>
                </c:pt>
                <c:pt idx="2237">
                  <c:v>1.491</c:v>
                </c:pt>
                <c:pt idx="2238">
                  <c:v>1.491</c:v>
                </c:pt>
                <c:pt idx="2239">
                  <c:v>1.491</c:v>
                </c:pt>
                <c:pt idx="2240">
                  <c:v>1.491</c:v>
                </c:pt>
                <c:pt idx="2241">
                  <c:v>1.492</c:v>
                </c:pt>
                <c:pt idx="2242">
                  <c:v>1.494</c:v>
                </c:pt>
                <c:pt idx="2243">
                  <c:v>1.494</c:v>
                </c:pt>
                <c:pt idx="2244">
                  <c:v>1.497</c:v>
                </c:pt>
                <c:pt idx="2245">
                  <c:v>1.499</c:v>
                </c:pt>
                <c:pt idx="2246">
                  <c:v>1.5</c:v>
                </c:pt>
                <c:pt idx="2247">
                  <c:v>1.501</c:v>
                </c:pt>
                <c:pt idx="2248">
                  <c:v>1.501</c:v>
                </c:pt>
                <c:pt idx="2249">
                  <c:v>1.501</c:v>
                </c:pt>
                <c:pt idx="2250">
                  <c:v>1.502</c:v>
                </c:pt>
                <c:pt idx="2251">
                  <c:v>1.502</c:v>
                </c:pt>
                <c:pt idx="2252">
                  <c:v>1.502</c:v>
                </c:pt>
                <c:pt idx="2253">
                  <c:v>1.503</c:v>
                </c:pt>
                <c:pt idx="2254">
                  <c:v>1.503</c:v>
                </c:pt>
                <c:pt idx="2255">
                  <c:v>1.503</c:v>
                </c:pt>
                <c:pt idx="2256">
                  <c:v>1.507</c:v>
                </c:pt>
                <c:pt idx="2257">
                  <c:v>1.509</c:v>
                </c:pt>
                <c:pt idx="2258">
                  <c:v>1.509</c:v>
                </c:pt>
                <c:pt idx="2259">
                  <c:v>1.51</c:v>
                </c:pt>
                <c:pt idx="2260">
                  <c:v>1.513</c:v>
                </c:pt>
                <c:pt idx="2261">
                  <c:v>1.514</c:v>
                </c:pt>
                <c:pt idx="2262">
                  <c:v>1.515</c:v>
                </c:pt>
                <c:pt idx="2263">
                  <c:v>1.518</c:v>
                </c:pt>
                <c:pt idx="2264">
                  <c:v>1.519</c:v>
                </c:pt>
                <c:pt idx="2265">
                  <c:v>1.519</c:v>
                </c:pt>
                <c:pt idx="2266">
                  <c:v>1.521</c:v>
                </c:pt>
                <c:pt idx="2267">
                  <c:v>1.524</c:v>
                </c:pt>
                <c:pt idx="2268">
                  <c:v>1.524</c:v>
                </c:pt>
                <c:pt idx="2269">
                  <c:v>1.524</c:v>
                </c:pt>
                <c:pt idx="2270">
                  <c:v>1.525</c:v>
                </c:pt>
                <c:pt idx="2271">
                  <c:v>1.527</c:v>
                </c:pt>
                <c:pt idx="2272">
                  <c:v>1.53</c:v>
                </c:pt>
                <c:pt idx="2273">
                  <c:v>1.53</c:v>
                </c:pt>
                <c:pt idx="2274">
                  <c:v>1.533</c:v>
                </c:pt>
                <c:pt idx="2275">
                  <c:v>1.534</c:v>
                </c:pt>
                <c:pt idx="2276">
                  <c:v>1.534</c:v>
                </c:pt>
                <c:pt idx="2277">
                  <c:v>1.534</c:v>
                </c:pt>
                <c:pt idx="2278">
                  <c:v>1.534</c:v>
                </c:pt>
                <c:pt idx="2279">
                  <c:v>1.535</c:v>
                </c:pt>
                <c:pt idx="2280">
                  <c:v>1.536</c:v>
                </c:pt>
                <c:pt idx="2281">
                  <c:v>1.537</c:v>
                </c:pt>
                <c:pt idx="2282">
                  <c:v>1.538</c:v>
                </c:pt>
                <c:pt idx="2283">
                  <c:v>1.539</c:v>
                </c:pt>
                <c:pt idx="2284">
                  <c:v>1.542</c:v>
                </c:pt>
                <c:pt idx="2285">
                  <c:v>1.543</c:v>
                </c:pt>
                <c:pt idx="2286">
                  <c:v>1.544</c:v>
                </c:pt>
                <c:pt idx="2287">
                  <c:v>1.544</c:v>
                </c:pt>
                <c:pt idx="2288">
                  <c:v>1.546</c:v>
                </c:pt>
                <c:pt idx="2289">
                  <c:v>1.546</c:v>
                </c:pt>
                <c:pt idx="2290">
                  <c:v>1.547</c:v>
                </c:pt>
                <c:pt idx="2291">
                  <c:v>1.548</c:v>
                </c:pt>
                <c:pt idx="2292">
                  <c:v>1.552</c:v>
                </c:pt>
                <c:pt idx="2293">
                  <c:v>1.552</c:v>
                </c:pt>
                <c:pt idx="2294">
                  <c:v>1.553</c:v>
                </c:pt>
                <c:pt idx="2295">
                  <c:v>1.56</c:v>
                </c:pt>
                <c:pt idx="2296">
                  <c:v>1.561</c:v>
                </c:pt>
                <c:pt idx="2297">
                  <c:v>1.562</c:v>
                </c:pt>
                <c:pt idx="2298">
                  <c:v>1.562</c:v>
                </c:pt>
                <c:pt idx="2299">
                  <c:v>1.563</c:v>
                </c:pt>
                <c:pt idx="2300">
                  <c:v>1.563</c:v>
                </c:pt>
                <c:pt idx="2301">
                  <c:v>1.567</c:v>
                </c:pt>
                <c:pt idx="2302">
                  <c:v>1.572</c:v>
                </c:pt>
                <c:pt idx="2303">
                  <c:v>1.572</c:v>
                </c:pt>
                <c:pt idx="2304">
                  <c:v>1.573</c:v>
                </c:pt>
                <c:pt idx="2305">
                  <c:v>1.574</c:v>
                </c:pt>
                <c:pt idx="2306">
                  <c:v>1.576</c:v>
                </c:pt>
                <c:pt idx="2307">
                  <c:v>1.576</c:v>
                </c:pt>
                <c:pt idx="2308">
                  <c:v>1.578</c:v>
                </c:pt>
                <c:pt idx="2309">
                  <c:v>1.578</c:v>
                </c:pt>
                <c:pt idx="2310">
                  <c:v>1.579</c:v>
                </c:pt>
                <c:pt idx="2311">
                  <c:v>1.579</c:v>
                </c:pt>
                <c:pt idx="2312">
                  <c:v>1.581</c:v>
                </c:pt>
                <c:pt idx="2313">
                  <c:v>1.584</c:v>
                </c:pt>
                <c:pt idx="2314">
                  <c:v>1.584</c:v>
                </c:pt>
                <c:pt idx="2315">
                  <c:v>1.586</c:v>
                </c:pt>
                <c:pt idx="2316">
                  <c:v>1.587</c:v>
                </c:pt>
                <c:pt idx="2317">
                  <c:v>1.587</c:v>
                </c:pt>
                <c:pt idx="2318">
                  <c:v>1.59</c:v>
                </c:pt>
                <c:pt idx="2319">
                  <c:v>1.594</c:v>
                </c:pt>
                <c:pt idx="2320">
                  <c:v>1.595</c:v>
                </c:pt>
                <c:pt idx="2321">
                  <c:v>1.596</c:v>
                </c:pt>
                <c:pt idx="2322">
                  <c:v>1.596</c:v>
                </c:pt>
                <c:pt idx="2323">
                  <c:v>1.597</c:v>
                </c:pt>
                <c:pt idx="2324">
                  <c:v>1.599</c:v>
                </c:pt>
                <c:pt idx="2325">
                  <c:v>1.6</c:v>
                </c:pt>
                <c:pt idx="2326">
                  <c:v>1.601</c:v>
                </c:pt>
                <c:pt idx="2327">
                  <c:v>1.603</c:v>
                </c:pt>
                <c:pt idx="2328">
                  <c:v>1.603</c:v>
                </c:pt>
                <c:pt idx="2329">
                  <c:v>1.609</c:v>
                </c:pt>
                <c:pt idx="2330">
                  <c:v>1.611</c:v>
                </c:pt>
                <c:pt idx="2331">
                  <c:v>1.613</c:v>
                </c:pt>
                <c:pt idx="2332">
                  <c:v>1.618</c:v>
                </c:pt>
                <c:pt idx="2333">
                  <c:v>1.62</c:v>
                </c:pt>
                <c:pt idx="2334">
                  <c:v>1.62</c:v>
                </c:pt>
                <c:pt idx="2335">
                  <c:v>1.62</c:v>
                </c:pt>
                <c:pt idx="2336">
                  <c:v>1.621</c:v>
                </c:pt>
                <c:pt idx="2337">
                  <c:v>1.621</c:v>
                </c:pt>
                <c:pt idx="2338">
                  <c:v>1.621</c:v>
                </c:pt>
                <c:pt idx="2339">
                  <c:v>1.623</c:v>
                </c:pt>
                <c:pt idx="2340">
                  <c:v>1.625</c:v>
                </c:pt>
                <c:pt idx="2341">
                  <c:v>1.629</c:v>
                </c:pt>
                <c:pt idx="2342">
                  <c:v>1.632</c:v>
                </c:pt>
                <c:pt idx="2343">
                  <c:v>1.633</c:v>
                </c:pt>
                <c:pt idx="2344">
                  <c:v>1.633</c:v>
                </c:pt>
                <c:pt idx="2345">
                  <c:v>1.634</c:v>
                </c:pt>
                <c:pt idx="2346">
                  <c:v>1.635</c:v>
                </c:pt>
                <c:pt idx="2347">
                  <c:v>1.637</c:v>
                </c:pt>
                <c:pt idx="2348">
                  <c:v>1.639</c:v>
                </c:pt>
                <c:pt idx="2349">
                  <c:v>1.642</c:v>
                </c:pt>
                <c:pt idx="2350">
                  <c:v>1.643</c:v>
                </c:pt>
                <c:pt idx="2351">
                  <c:v>1.645</c:v>
                </c:pt>
                <c:pt idx="2352">
                  <c:v>1.648</c:v>
                </c:pt>
                <c:pt idx="2353">
                  <c:v>1.649</c:v>
                </c:pt>
                <c:pt idx="2354">
                  <c:v>1.649</c:v>
                </c:pt>
                <c:pt idx="2355">
                  <c:v>1.65</c:v>
                </c:pt>
                <c:pt idx="2356">
                  <c:v>1.652</c:v>
                </c:pt>
                <c:pt idx="2357">
                  <c:v>1.653</c:v>
                </c:pt>
                <c:pt idx="2358">
                  <c:v>1.653</c:v>
                </c:pt>
                <c:pt idx="2359">
                  <c:v>1.653</c:v>
                </c:pt>
                <c:pt idx="2360">
                  <c:v>1.654</c:v>
                </c:pt>
                <c:pt idx="2361">
                  <c:v>1.656</c:v>
                </c:pt>
                <c:pt idx="2362">
                  <c:v>1.662</c:v>
                </c:pt>
                <c:pt idx="2363">
                  <c:v>1.664</c:v>
                </c:pt>
                <c:pt idx="2364">
                  <c:v>1.667</c:v>
                </c:pt>
                <c:pt idx="2365">
                  <c:v>1.669</c:v>
                </c:pt>
                <c:pt idx="2366">
                  <c:v>1.671</c:v>
                </c:pt>
                <c:pt idx="2367">
                  <c:v>1.671</c:v>
                </c:pt>
                <c:pt idx="2368">
                  <c:v>1.672</c:v>
                </c:pt>
                <c:pt idx="2369">
                  <c:v>1.672</c:v>
                </c:pt>
                <c:pt idx="2370">
                  <c:v>1.673</c:v>
                </c:pt>
                <c:pt idx="2371">
                  <c:v>1.673</c:v>
                </c:pt>
                <c:pt idx="2372">
                  <c:v>1.674</c:v>
                </c:pt>
                <c:pt idx="2373">
                  <c:v>1.675</c:v>
                </c:pt>
                <c:pt idx="2374">
                  <c:v>1.676</c:v>
                </c:pt>
                <c:pt idx="2375">
                  <c:v>1.676</c:v>
                </c:pt>
                <c:pt idx="2376">
                  <c:v>1.676</c:v>
                </c:pt>
                <c:pt idx="2377">
                  <c:v>1.68</c:v>
                </c:pt>
                <c:pt idx="2378">
                  <c:v>1.681</c:v>
                </c:pt>
                <c:pt idx="2379">
                  <c:v>1.682</c:v>
                </c:pt>
                <c:pt idx="2380">
                  <c:v>1.684</c:v>
                </c:pt>
                <c:pt idx="2381">
                  <c:v>1.685</c:v>
                </c:pt>
                <c:pt idx="2382">
                  <c:v>1.687</c:v>
                </c:pt>
                <c:pt idx="2383">
                  <c:v>1.691</c:v>
                </c:pt>
                <c:pt idx="2384">
                  <c:v>1.693</c:v>
                </c:pt>
                <c:pt idx="2385">
                  <c:v>1.693</c:v>
                </c:pt>
                <c:pt idx="2386">
                  <c:v>1.694</c:v>
                </c:pt>
                <c:pt idx="2387">
                  <c:v>1.695</c:v>
                </c:pt>
                <c:pt idx="2388">
                  <c:v>1.696</c:v>
                </c:pt>
                <c:pt idx="2389">
                  <c:v>1.701</c:v>
                </c:pt>
                <c:pt idx="2390">
                  <c:v>1.706</c:v>
                </c:pt>
                <c:pt idx="2391">
                  <c:v>1.707</c:v>
                </c:pt>
                <c:pt idx="2392">
                  <c:v>1.708</c:v>
                </c:pt>
                <c:pt idx="2393">
                  <c:v>1.709</c:v>
                </c:pt>
                <c:pt idx="2394">
                  <c:v>1.709</c:v>
                </c:pt>
                <c:pt idx="2395">
                  <c:v>1.709</c:v>
                </c:pt>
                <c:pt idx="2396">
                  <c:v>1.71</c:v>
                </c:pt>
                <c:pt idx="2397">
                  <c:v>1.71</c:v>
                </c:pt>
                <c:pt idx="2398">
                  <c:v>1.713</c:v>
                </c:pt>
                <c:pt idx="2399">
                  <c:v>1.714</c:v>
                </c:pt>
                <c:pt idx="2400">
                  <c:v>1.714</c:v>
                </c:pt>
                <c:pt idx="2401">
                  <c:v>1.717</c:v>
                </c:pt>
                <c:pt idx="2402">
                  <c:v>1.721</c:v>
                </c:pt>
                <c:pt idx="2403">
                  <c:v>1.721</c:v>
                </c:pt>
                <c:pt idx="2404">
                  <c:v>1.721</c:v>
                </c:pt>
                <c:pt idx="2405">
                  <c:v>1.722</c:v>
                </c:pt>
                <c:pt idx="2406">
                  <c:v>1.723</c:v>
                </c:pt>
                <c:pt idx="2407">
                  <c:v>1.729</c:v>
                </c:pt>
                <c:pt idx="2408">
                  <c:v>1.729</c:v>
                </c:pt>
                <c:pt idx="2409">
                  <c:v>1.729</c:v>
                </c:pt>
                <c:pt idx="2410">
                  <c:v>1.731</c:v>
                </c:pt>
                <c:pt idx="2411">
                  <c:v>1.735</c:v>
                </c:pt>
                <c:pt idx="2412">
                  <c:v>1.736</c:v>
                </c:pt>
                <c:pt idx="2413">
                  <c:v>1.736</c:v>
                </c:pt>
                <c:pt idx="2414">
                  <c:v>1.738</c:v>
                </c:pt>
                <c:pt idx="2415">
                  <c:v>1.739</c:v>
                </c:pt>
                <c:pt idx="2416">
                  <c:v>1.742</c:v>
                </c:pt>
                <c:pt idx="2417">
                  <c:v>1.743</c:v>
                </c:pt>
                <c:pt idx="2418">
                  <c:v>1.745</c:v>
                </c:pt>
                <c:pt idx="2419">
                  <c:v>1.746</c:v>
                </c:pt>
                <c:pt idx="2420">
                  <c:v>1.747</c:v>
                </c:pt>
                <c:pt idx="2421">
                  <c:v>1.749</c:v>
                </c:pt>
                <c:pt idx="2422">
                  <c:v>1.75</c:v>
                </c:pt>
                <c:pt idx="2423">
                  <c:v>1.75</c:v>
                </c:pt>
                <c:pt idx="2424">
                  <c:v>1.751</c:v>
                </c:pt>
                <c:pt idx="2425">
                  <c:v>1.752</c:v>
                </c:pt>
                <c:pt idx="2426">
                  <c:v>1.753</c:v>
                </c:pt>
                <c:pt idx="2427">
                  <c:v>1.753</c:v>
                </c:pt>
                <c:pt idx="2428">
                  <c:v>1.764</c:v>
                </c:pt>
                <c:pt idx="2429">
                  <c:v>1.768</c:v>
                </c:pt>
                <c:pt idx="2430">
                  <c:v>1.773</c:v>
                </c:pt>
                <c:pt idx="2431">
                  <c:v>1.774</c:v>
                </c:pt>
                <c:pt idx="2432">
                  <c:v>1.775</c:v>
                </c:pt>
                <c:pt idx="2433">
                  <c:v>1.776</c:v>
                </c:pt>
                <c:pt idx="2434">
                  <c:v>1.777</c:v>
                </c:pt>
                <c:pt idx="2435">
                  <c:v>1.778</c:v>
                </c:pt>
                <c:pt idx="2436">
                  <c:v>1.779</c:v>
                </c:pt>
                <c:pt idx="2437">
                  <c:v>1.784</c:v>
                </c:pt>
                <c:pt idx="2438">
                  <c:v>1.785</c:v>
                </c:pt>
                <c:pt idx="2439">
                  <c:v>1.789</c:v>
                </c:pt>
                <c:pt idx="2440">
                  <c:v>1.79</c:v>
                </c:pt>
                <c:pt idx="2441">
                  <c:v>1.793</c:v>
                </c:pt>
                <c:pt idx="2442">
                  <c:v>1.798</c:v>
                </c:pt>
                <c:pt idx="2443">
                  <c:v>1.798</c:v>
                </c:pt>
                <c:pt idx="2444">
                  <c:v>1.799</c:v>
                </c:pt>
                <c:pt idx="2445">
                  <c:v>1.799</c:v>
                </c:pt>
                <c:pt idx="2446">
                  <c:v>1.802</c:v>
                </c:pt>
                <c:pt idx="2447">
                  <c:v>1.806</c:v>
                </c:pt>
                <c:pt idx="2448">
                  <c:v>1.817</c:v>
                </c:pt>
                <c:pt idx="2449">
                  <c:v>1.817</c:v>
                </c:pt>
                <c:pt idx="2450">
                  <c:v>1.817</c:v>
                </c:pt>
                <c:pt idx="2451">
                  <c:v>1.82</c:v>
                </c:pt>
                <c:pt idx="2452">
                  <c:v>1.821</c:v>
                </c:pt>
                <c:pt idx="2453">
                  <c:v>1.822</c:v>
                </c:pt>
                <c:pt idx="2454">
                  <c:v>1.822</c:v>
                </c:pt>
                <c:pt idx="2455">
                  <c:v>1.824</c:v>
                </c:pt>
                <c:pt idx="2456">
                  <c:v>1.827</c:v>
                </c:pt>
                <c:pt idx="2457">
                  <c:v>1.838</c:v>
                </c:pt>
                <c:pt idx="2458">
                  <c:v>1.839</c:v>
                </c:pt>
                <c:pt idx="2459">
                  <c:v>1.849</c:v>
                </c:pt>
                <c:pt idx="2460">
                  <c:v>1.884</c:v>
                </c:pt>
                <c:pt idx="2461">
                  <c:v>1.885</c:v>
                </c:pt>
                <c:pt idx="2462">
                  <c:v>1.886</c:v>
                </c:pt>
                <c:pt idx="2463">
                  <c:v>1.889</c:v>
                </c:pt>
                <c:pt idx="2464">
                  <c:v>1.89</c:v>
                </c:pt>
                <c:pt idx="2465">
                  <c:v>1.909</c:v>
                </c:pt>
                <c:pt idx="2466">
                  <c:v>1.909</c:v>
                </c:pt>
                <c:pt idx="2467">
                  <c:v>1.91</c:v>
                </c:pt>
                <c:pt idx="2468">
                  <c:v>1.911</c:v>
                </c:pt>
                <c:pt idx="2469">
                  <c:v>1.912</c:v>
                </c:pt>
                <c:pt idx="2470">
                  <c:v>1.915</c:v>
                </c:pt>
                <c:pt idx="2471">
                  <c:v>1.915</c:v>
                </c:pt>
                <c:pt idx="2472">
                  <c:v>1.915</c:v>
                </c:pt>
                <c:pt idx="2473">
                  <c:v>1.917</c:v>
                </c:pt>
                <c:pt idx="2474">
                  <c:v>1.924</c:v>
                </c:pt>
                <c:pt idx="2475">
                  <c:v>1.926</c:v>
                </c:pt>
                <c:pt idx="2476">
                  <c:v>1.927</c:v>
                </c:pt>
                <c:pt idx="2477">
                  <c:v>1.928</c:v>
                </c:pt>
                <c:pt idx="2478">
                  <c:v>1.929</c:v>
                </c:pt>
                <c:pt idx="2479">
                  <c:v>1.931</c:v>
                </c:pt>
                <c:pt idx="2480">
                  <c:v>1.932</c:v>
                </c:pt>
                <c:pt idx="2481">
                  <c:v>1.933</c:v>
                </c:pt>
                <c:pt idx="2482">
                  <c:v>1.933</c:v>
                </c:pt>
                <c:pt idx="2483">
                  <c:v>1.935</c:v>
                </c:pt>
                <c:pt idx="2484">
                  <c:v>1.939</c:v>
                </c:pt>
                <c:pt idx="2485">
                  <c:v>1.94</c:v>
                </c:pt>
                <c:pt idx="2486">
                  <c:v>1.942</c:v>
                </c:pt>
                <c:pt idx="2487">
                  <c:v>1.944</c:v>
                </c:pt>
                <c:pt idx="2488">
                  <c:v>1.946</c:v>
                </c:pt>
                <c:pt idx="2489">
                  <c:v>1.956</c:v>
                </c:pt>
                <c:pt idx="2490">
                  <c:v>1.959</c:v>
                </c:pt>
                <c:pt idx="2491">
                  <c:v>1.961</c:v>
                </c:pt>
                <c:pt idx="2492">
                  <c:v>1.962</c:v>
                </c:pt>
                <c:pt idx="2493">
                  <c:v>1.964</c:v>
                </c:pt>
                <c:pt idx="2494">
                  <c:v>1.966</c:v>
                </c:pt>
                <c:pt idx="2495">
                  <c:v>1.967</c:v>
                </c:pt>
                <c:pt idx="2496">
                  <c:v>1.967</c:v>
                </c:pt>
                <c:pt idx="2497">
                  <c:v>1.974</c:v>
                </c:pt>
                <c:pt idx="2498">
                  <c:v>1.983</c:v>
                </c:pt>
                <c:pt idx="2499">
                  <c:v>1.986</c:v>
                </c:pt>
                <c:pt idx="2500">
                  <c:v>1.997</c:v>
                </c:pt>
                <c:pt idx="2501">
                  <c:v>1.998</c:v>
                </c:pt>
                <c:pt idx="2502">
                  <c:v>2.001</c:v>
                </c:pt>
                <c:pt idx="2503">
                  <c:v>2.004</c:v>
                </c:pt>
                <c:pt idx="2504">
                  <c:v>2.005</c:v>
                </c:pt>
                <c:pt idx="2505">
                  <c:v>2.019</c:v>
                </c:pt>
                <c:pt idx="2506">
                  <c:v>2.022</c:v>
                </c:pt>
                <c:pt idx="2507">
                  <c:v>2.022</c:v>
                </c:pt>
                <c:pt idx="2508">
                  <c:v>2.023</c:v>
                </c:pt>
                <c:pt idx="2509">
                  <c:v>2.024</c:v>
                </c:pt>
                <c:pt idx="2510">
                  <c:v>2.025</c:v>
                </c:pt>
                <c:pt idx="2511">
                  <c:v>2.026</c:v>
                </c:pt>
                <c:pt idx="2512">
                  <c:v>2.03</c:v>
                </c:pt>
                <c:pt idx="2513">
                  <c:v>2.036</c:v>
                </c:pt>
                <c:pt idx="2514">
                  <c:v>2.04</c:v>
                </c:pt>
                <c:pt idx="2515">
                  <c:v>2.043</c:v>
                </c:pt>
                <c:pt idx="2516">
                  <c:v>2.045</c:v>
                </c:pt>
                <c:pt idx="2517">
                  <c:v>2.05</c:v>
                </c:pt>
                <c:pt idx="2518">
                  <c:v>2.063</c:v>
                </c:pt>
                <c:pt idx="2519">
                  <c:v>2.066</c:v>
                </c:pt>
                <c:pt idx="2520">
                  <c:v>2.068</c:v>
                </c:pt>
                <c:pt idx="2521">
                  <c:v>2.073</c:v>
                </c:pt>
                <c:pt idx="2522">
                  <c:v>2.088</c:v>
                </c:pt>
                <c:pt idx="2523">
                  <c:v>2.088</c:v>
                </c:pt>
                <c:pt idx="2524">
                  <c:v>2.089</c:v>
                </c:pt>
                <c:pt idx="2525">
                  <c:v>2.095</c:v>
                </c:pt>
                <c:pt idx="2526">
                  <c:v>2.096</c:v>
                </c:pt>
                <c:pt idx="2527">
                  <c:v>2.096</c:v>
                </c:pt>
                <c:pt idx="2528">
                  <c:v>2.097</c:v>
                </c:pt>
                <c:pt idx="2529">
                  <c:v>2.098</c:v>
                </c:pt>
                <c:pt idx="2530">
                  <c:v>2.124</c:v>
                </c:pt>
                <c:pt idx="2531">
                  <c:v>2.125</c:v>
                </c:pt>
                <c:pt idx="2532">
                  <c:v>2.128</c:v>
                </c:pt>
                <c:pt idx="2533">
                  <c:v>2.134</c:v>
                </c:pt>
                <c:pt idx="2534">
                  <c:v>2.14</c:v>
                </c:pt>
                <c:pt idx="2535">
                  <c:v>2.143</c:v>
                </c:pt>
                <c:pt idx="2536">
                  <c:v>2.147</c:v>
                </c:pt>
                <c:pt idx="2537">
                  <c:v>2.154</c:v>
                </c:pt>
                <c:pt idx="2538">
                  <c:v>2.16</c:v>
                </c:pt>
                <c:pt idx="2539">
                  <c:v>2.165</c:v>
                </c:pt>
                <c:pt idx="2540">
                  <c:v>2.172</c:v>
                </c:pt>
                <c:pt idx="2541">
                  <c:v>2.181</c:v>
                </c:pt>
                <c:pt idx="2542">
                  <c:v>2.187</c:v>
                </c:pt>
                <c:pt idx="2543">
                  <c:v>2.201</c:v>
                </c:pt>
                <c:pt idx="2544">
                  <c:v>2.204</c:v>
                </c:pt>
                <c:pt idx="2545">
                  <c:v>2.208</c:v>
                </c:pt>
                <c:pt idx="2546">
                  <c:v>2.208</c:v>
                </c:pt>
                <c:pt idx="2547">
                  <c:v>2.214</c:v>
                </c:pt>
                <c:pt idx="2548">
                  <c:v>2.227</c:v>
                </c:pt>
                <c:pt idx="2549">
                  <c:v>2.237</c:v>
                </c:pt>
                <c:pt idx="2550">
                  <c:v>2.242</c:v>
                </c:pt>
                <c:pt idx="2551">
                  <c:v>2.243</c:v>
                </c:pt>
                <c:pt idx="2552">
                  <c:v>2.243</c:v>
                </c:pt>
                <c:pt idx="2553">
                  <c:v>2.25</c:v>
                </c:pt>
                <c:pt idx="2554">
                  <c:v>2.251</c:v>
                </c:pt>
                <c:pt idx="2555">
                  <c:v>2.257</c:v>
                </c:pt>
                <c:pt idx="2556">
                  <c:v>2.265</c:v>
                </c:pt>
                <c:pt idx="2557">
                  <c:v>2.267</c:v>
                </c:pt>
                <c:pt idx="2558">
                  <c:v>2.274</c:v>
                </c:pt>
                <c:pt idx="2559">
                  <c:v>2.293</c:v>
                </c:pt>
                <c:pt idx="2560">
                  <c:v>2.297</c:v>
                </c:pt>
                <c:pt idx="2561">
                  <c:v>2.298</c:v>
                </c:pt>
                <c:pt idx="2562">
                  <c:v>2.298</c:v>
                </c:pt>
                <c:pt idx="2563">
                  <c:v>2.3</c:v>
                </c:pt>
                <c:pt idx="2564">
                  <c:v>2.303</c:v>
                </c:pt>
                <c:pt idx="2565">
                  <c:v>2.316</c:v>
                </c:pt>
                <c:pt idx="2566">
                  <c:v>2.317</c:v>
                </c:pt>
                <c:pt idx="2567">
                  <c:v>2.324</c:v>
                </c:pt>
                <c:pt idx="2568">
                  <c:v>2.329</c:v>
                </c:pt>
                <c:pt idx="2569">
                  <c:v>2.332</c:v>
                </c:pt>
                <c:pt idx="2570">
                  <c:v>2.353</c:v>
                </c:pt>
                <c:pt idx="2571">
                  <c:v>2.366</c:v>
                </c:pt>
                <c:pt idx="2572">
                  <c:v>2.385</c:v>
                </c:pt>
                <c:pt idx="2573">
                  <c:v>2.393</c:v>
                </c:pt>
                <c:pt idx="2574">
                  <c:v>2.414</c:v>
                </c:pt>
                <c:pt idx="2575">
                  <c:v>2.427</c:v>
                </c:pt>
                <c:pt idx="2576">
                  <c:v>2.434</c:v>
                </c:pt>
                <c:pt idx="2577">
                  <c:v>2.445</c:v>
                </c:pt>
                <c:pt idx="2578">
                  <c:v>2.462</c:v>
                </c:pt>
                <c:pt idx="2579">
                  <c:v>2.519</c:v>
                </c:pt>
                <c:pt idx="2580">
                  <c:v>2.562</c:v>
                </c:pt>
                <c:pt idx="2581">
                  <c:v>2.574</c:v>
                </c:pt>
                <c:pt idx="2582">
                  <c:v>2.587</c:v>
                </c:pt>
                <c:pt idx="2583">
                  <c:v>2.629</c:v>
                </c:pt>
                <c:pt idx="2584">
                  <c:v>2.672</c:v>
                </c:pt>
                <c:pt idx="2585">
                  <c:v>2.708</c:v>
                </c:pt>
                <c:pt idx="2586">
                  <c:v>2.804</c:v>
                </c:pt>
              </c:numCache>
            </c:numRef>
          </c:xVal>
          <c:yVal>
            <c:numRef>
              <c:f>Sheet1!$C$2:$C$2588</c:f>
              <c:numCache>
                <c:formatCode>General</c:formatCode>
                <c:ptCount val="2587"/>
                <c:pt idx="0">
                  <c:v>1.76</c:v>
                </c:pt>
                <c:pt idx="1">
                  <c:v>1.76</c:v>
                </c:pt>
                <c:pt idx="2">
                  <c:v>1.76</c:v>
                </c:pt>
                <c:pt idx="3">
                  <c:v>1.76</c:v>
                </c:pt>
                <c:pt idx="4">
                  <c:v>1.76</c:v>
                </c:pt>
                <c:pt idx="5">
                  <c:v>1.76</c:v>
                </c:pt>
                <c:pt idx="6">
                  <c:v>1.76</c:v>
                </c:pt>
                <c:pt idx="7">
                  <c:v>1.76</c:v>
                </c:pt>
                <c:pt idx="8">
                  <c:v>1.76</c:v>
                </c:pt>
                <c:pt idx="9">
                  <c:v>1.76</c:v>
                </c:pt>
                <c:pt idx="10">
                  <c:v>1.76</c:v>
                </c:pt>
                <c:pt idx="11">
                  <c:v>1.76</c:v>
                </c:pt>
                <c:pt idx="12">
                  <c:v>1.76</c:v>
                </c:pt>
                <c:pt idx="13">
                  <c:v>1.76</c:v>
                </c:pt>
                <c:pt idx="14">
                  <c:v>1.76</c:v>
                </c:pt>
                <c:pt idx="15">
                  <c:v>1.76</c:v>
                </c:pt>
                <c:pt idx="16">
                  <c:v>1.76</c:v>
                </c:pt>
                <c:pt idx="17">
                  <c:v>1.76</c:v>
                </c:pt>
                <c:pt idx="18">
                  <c:v>1.76</c:v>
                </c:pt>
                <c:pt idx="19">
                  <c:v>1.76</c:v>
                </c:pt>
                <c:pt idx="20">
                  <c:v>1.76</c:v>
                </c:pt>
                <c:pt idx="21">
                  <c:v>1.76</c:v>
                </c:pt>
                <c:pt idx="22">
                  <c:v>1.76</c:v>
                </c:pt>
                <c:pt idx="23">
                  <c:v>1.76</c:v>
                </c:pt>
                <c:pt idx="24">
                  <c:v>1.76</c:v>
                </c:pt>
                <c:pt idx="25">
                  <c:v>1.76</c:v>
                </c:pt>
                <c:pt idx="26">
                  <c:v>1.76</c:v>
                </c:pt>
                <c:pt idx="27">
                  <c:v>1.76</c:v>
                </c:pt>
                <c:pt idx="28">
                  <c:v>1.76</c:v>
                </c:pt>
                <c:pt idx="29">
                  <c:v>1.76</c:v>
                </c:pt>
                <c:pt idx="30">
                  <c:v>1.76</c:v>
                </c:pt>
                <c:pt idx="31">
                  <c:v>1.76</c:v>
                </c:pt>
                <c:pt idx="32">
                  <c:v>1.76</c:v>
                </c:pt>
                <c:pt idx="33">
                  <c:v>1.76</c:v>
                </c:pt>
                <c:pt idx="34">
                  <c:v>1.76</c:v>
                </c:pt>
                <c:pt idx="35">
                  <c:v>1.76</c:v>
                </c:pt>
                <c:pt idx="36">
                  <c:v>1.76</c:v>
                </c:pt>
                <c:pt idx="37">
                  <c:v>1.76</c:v>
                </c:pt>
                <c:pt idx="38">
                  <c:v>1.76</c:v>
                </c:pt>
                <c:pt idx="39">
                  <c:v>1.76</c:v>
                </c:pt>
                <c:pt idx="40">
                  <c:v>1.76</c:v>
                </c:pt>
                <c:pt idx="41">
                  <c:v>1.76</c:v>
                </c:pt>
                <c:pt idx="42">
                  <c:v>1.76</c:v>
                </c:pt>
                <c:pt idx="43">
                  <c:v>1.76</c:v>
                </c:pt>
                <c:pt idx="44">
                  <c:v>1.76</c:v>
                </c:pt>
                <c:pt idx="45">
                  <c:v>1.76</c:v>
                </c:pt>
                <c:pt idx="46">
                  <c:v>1.76</c:v>
                </c:pt>
                <c:pt idx="47">
                  <c:v>1.76</c:v>
                </c:pt>
                <c:pt idx="48">
                  <c:v>1.76</c:v>
                </c:pt>
                <c:pt idx="49">
                  <c:v>1.76</c:v>
                </c:pt>
                <c:pt idx="50">
                  <c:v>1.76</c:v>
                </c:pt>
                <c:pt idx="51">
                  <c:v>1.76</c:v>
                </c:pt>
                <c:pt idx="52">
                  <c:v>1.76</c:v>
                </c:pt>
                <c:pt idx="53">
                  <c:v>1.76</c:v>
                </c:pt>
                <c:pt idx="54">
                  <c:v>1.76</c:v>
                </c:pt>
                <c:pt idx="55">
                  <c:v>1.76</c:v>
                </c:pt>
                <c:pt idx="56">
                  <c:v>1.76</c:v>
                </c:pt>
                <c:pt idx="57">
                  <c:v>1.76</c:v>
                </c:pt>
                <c:pt idx="58">
                  <c:v>1.76</c:v>
                </c:pt>
                <c:pt idx="59">
                  <c:v>1.76</c:v>
                </c:pt>
                <c:pt idx="60">
                  <c:v>1.76</c:v>
                </c:pt>
                <c:pt idx="61">
                  <c:v>1.76</c:v>
                </c:pt>
                <c:pt idx="62">
                  <c:v>1.76</c:v>
                </c:pt>
                <c:pt idx="63">
                  <c:v>1.76</c:v>
                </c:pt>
                <c:pt idx="64">
                  <c:v>1.76</c:v>
                </c:pt>
                <c:pt idx="65">
                  <c:v>1.76</c:v>
                </c:pt>
                <c:pt idx="66">
                  <c:v>1.76</c:v>
                </c:pt>
                <c:pt idx="67">
                  <c:v>1.76</c:v>
                </c:pt>
                <c:pt idx="68">
                  <c:v>1.76</c:v>
                </c:pt>
                <c:pt idx="69">
                  <c:v>1.76</c:v>
                </c:pt>
                <c:pt idx="70">
                  <c:v>1.76</c:v>
                </c:pt>
                <c:pt idx="71">
                  <c:v>1.76</c:v>
                </c:pt>
                <c:pt idx="72">
                  <c:v>1.76</c:v>
                </c:pt>
                <c:pt idx="73">
                  <c:v>1.76</c:v>
                </c:pt>
                <c:pt idx="74">
                  <c:v>1.76</c:v>
                </c:pt>
                <c:pt idx="75">
                  <c:v>1.76</c:v>
                </c:pt>
                <c:pt idx="76">
                  <c:v>1.76</c:v>
                </c:pt>
                <c:pt idx="77">
                  <c:v>1.76</c:v>
                </c:pt>
                <c:pt idx="78">
                  <c:v>1.76</c:v>
                </c:pt>
                <c:pt idx="79">
                  <c:v>1.76</c:v>
                </c:pt>
                <c:pt idx="80">
                  <c:v>1.76</c:v>
                </c:pt>
                <c:pt idx="81">
                  <c:v>1.76</c:v>
                </c:pt>
                <c:pt idx="82">
                  <c:v>1.76</c:v>
                </c:pt>
                <c:pt idx="83">
                  <c:v>1.76</c:v>
                </c:pt>
                <c:pt idx="84">
                  <c:v>1.76</c:v>
                </c:pt>
                <c:pt idx="85">
                  <c:v>1.76</c:v>
                </c:pt>
                <c:pt idx="86">
                  <c:v>1.76</c:v>
                </c:pt>
                <c:pt idx="87">
                  <c:v>1.76</c:v>
                </c:pt>
                <c:pt idx="88">
                  <c:v>1.76</c:v>
                </c:pt>
                <c:pt idx="89">
                  <c:v>1.76</c:v>
                </c:pt>
                <c:pt idx="90">
                  <c:v>1.76</c:v>
                </c:pt>
                <c:pt idx="91">
                  <c:v>1.76</c:v>
                </c:pt>
                <c:pt idx="92">
                  <c:v>1.76</c:v>
                </c:pt>
                <c:pt idx="93">
                  <c:v>1.76</c:v>
                </c:pt>
                <c:pt idx="94">
                  <c:v>1.76</c:v>
                </c:pt>
                <c:pt idx="95">
                  <c:v>1.76</c:v>
                </c:pt>
                <c:pt idx="96">
                  <c:v>1.76</c:v>
                </c:pt>
                <c:pt idx="97">
                  <c:v>1.76</c:v>
                </c:pt>
                <c:pt idx="98">
                  <c:v>1.76</c:v>
                </c:pt>
                <c:pt idx="99">
                  <c:v>1.76</c:v>
                </c:pt>
                <c:pt idx="100">
                  <c:v>1.76</c:v>
                </c:pt>
                <c:pt idx="101">
                  <c:v>1.76</c:v>
                </c:pt>
                <c:pt idx="102">
                  <c:v>1.76</c:v>
                </c:pt>
                <c:pt idx="103">
                  <c:v>1.76</c:v>
                </c:pt>
                <c:pt idx="104">
                  <c:v>1.76</c:v>
                </c:pt>
                <c:pt idx="105">
                  <c:v>1.76</c:v>
                </c:pt>
                <c:pt idx="106">
                  <c:v>1.76</c:v>
                </c:pt>
                <c:pt idx="107">
                  <c:v>1.76</c:v>
                </c:pt>
                <c:pt idx="108">
                  <c:v>1.76</c:v>
                </c:pt>
                <c:pt idx="109">
                  <c:v>1.76</c:v>
                </c:pt>
                <c:pt idx="110">
                  <c:v>1.76</c:v>
                </c:pt>
                <c:pt idx="111">
                  <c:v>1.76</c:v>
                </c:pt>
                <c:pt idx="112">
                  <c:v>1.76</c:v>
                </c:pt>
                <c:pt idx="113">
                  <c:v>1.76</c:v>
                </c:pt>
                <c:pt idx="114">
                  <c:v>1.76</c:v>
                </c:pt>
                <c:pt idx="115">
                  <c:v>1.76</c:v>
                </c:pt>
                <c:pt idx="116">
                  <c:v>1.76</c:v>
                </c:pt>
                <c:pt idx="117">
                  <c:v>1.76</c:v>
                </c:pt>
                <c:pt idx="118">
                  <c:v>1.76</c:v>
                </c:pt>
                <c:pt idx="119">
                  <c:v>1.76</c:v>
                </c:pt>
                <c:pt idx="120">
                  <c:v>1.76</c:v>
                </c:pt>
                <c:pt idx="121">
                  <c:v>1.76</c:v>
                </c:pt>
                <c:pt idx="122">
                  <c:v>1.76</c:v>
                </c:pt>
                <c:pt idx="123">
                  <c:v>1.76</c:v>
                </c:pt>
                <c:pt idx="124">
                  <c:v>1.76</c:v>
                </c:pt>
                <c:pt idx="125">
                  <c:v>1.76</c:v>
                </c:pt>
                <c:pt idx="126">
                  <c:v>1.76</c:v>
                </c:pt>
                <c:pt idx="127">
                  <c:v>1.76</c:v>
                </c:pt>
                <c:pt idx="128">
                  <c:v>1.76</c:v>
                </c:pt>
                <c:pt idx="129">
                  <c:v>1.76</c:v>
                </c:pt>
                <c:pt idx="130">
                  <c:v>1.76</c:v>
                </c:pt>
                <c:pt idx="131">
                  <c:v>1.76</c:v>
                </c:pt>
                <c:pt idx="132">
                  <c:v>1.76</c:v>
                </c:pt>
                <c:pt idx="133">
                  <c:v>1.76</c:v>
                </c:pt>
                <c:pt idx="134">
                  <c:v>1.76</c:v>
                </c:pt>
                <c:pt idx="135">
                  <c:v>1.76</c:v>
                </c:pt>
                <c:pt idx="136">
                  <c:v>1.76</c:v>
                </c:pt>
                <c:pt idx="137">
                  <c:v>1.76</c:v>
                </c:pt>
                <c:pt idx="138">
                  <c:v>1.76</c:v>
                </c:pt>
                <c:pt idx="139">
                  <c:v>1.76</c:v>
                </c:pt>
                <c:pt idx="140">
                  <c:v>1.76</c:v>
                </c:pt>
                <c:pt idx="141">
                  <c:v>1.76</c:v>
                </c:pt>
                <c:pt idx="142">
                  <c:v>1.76</c:v>
                </c:pt>
                <c:pt idx="143">
                  <c:v>1.76</c:v>
                </c:pt>
                <c:pt idx="144">
                  <c:v>1.76</c:v>
                </c:pt>
                <c:pt idx="145">
                  <c:v>1.76</c:v>
                </c:pt>
                <c:pt idx="146">
                  <c:v>1.76</c:v>
                </c:pt>
                <c:pt idx="147">
                  <c:v>1.76</c:v>
                </c:pt>
                <c:pt idx="148">
                  <c:v>1.76</c:v>
                </c:pt>
                <c:pt idx="149">
                  <c:v>1.76</c:v>
                </c:pt>
                <c:pt idx="150">
                  <c:v>1.76</c:v>
                </c:pt>
                <c:pt idx="151">
                  <c:v>1.76</c:v>
                </c:pt>
                <c:pt idx="152">
                  <c:v>1.76</c:v>
                </c:pt>
                <c:pt idx="153">
                  <c:v>1.76</c:v>
                </c:pt>
                <c:pt idx="154">
                  <c:v>1.76</c:v>
                </c:pt>
                <c:pt idx="155">
                  <c:v>1.76</c:v>
                </c:pt>
                <c:pt idx="156">
                  <c:v>1.76</c:v>
                </c:pt>
                <c:pt idx="157">
                  <c:v>1.76</c:v>
                </c:pt>
                <c:pt idx="158">
                  <c:v>1.76</c:v>
                </c:pt>
                <c:pt idx="159">
                  <c:v>1.76</c:v>
                </c:pt>
                <c:pt idx="160">
                  <c:v>1.76</c:v>
                </c:pt>
                <c:pt idx="161">
                  <c:v>1.76</c:v>
                </c:pt>
                <c:pt idx="162">
                  <c:v>1.76</c:v>
                </c:pt>
                <c:pt idx="163">
                  <c:v>1.76</c:v>
                </c:pt>
                <c:pt idx="164">
                  <c:v>1.76</c:v>
                </c:pt>
                <c:pt idx="165">
                  <c:v>1.76</c:v>
                </c:pt>
                <c:pt idx="166">
                  <c:v>1.76</c:v>
                </c:pt>
                <c:pt idx="167">
                  <c:v>1.76</c:v>
                </c:pt>
                <c:pt idx="168">
                  <c:v>1.76</c:v>
                </c:pt>
                <c:pt idx="169">
                  <c:v>1.76</c:v>
                </c:pt>
                <c:pt idx="170">
                  <c:v>1.76</c:v>
                </c:pt>
                <c:pt idx="171">
                  <c:v>1.76</c:v>
                </c:pt>
                <c:pt idx="172">
                  <c:v>1.76</c:v>
                </c:pt>
                <c:pt idx="173">
                  <c:v>1.76</c:v>
                </c:pt>
                <c:pt idx="174">
                  <c:v>1.76</c:v>
                </c:pt>
                <c:pt idx="175">
                  <c:v>1.76</c:v>
                </c:pt>
                <c:pt idx="176">
                  <c:v>1.76</c:v>
                </c:pt>
                <c:pt idx="177">
                  <c:v>1.76</c:v>
                </c:pt>
                <c:pt idx="178">
                  <c:v>1.76</c:v>
                </c:pt>
                <c:pt idx="179">
                  <c:v>1.76</c:v>
                </c:pt>
                <c:pt idx="180">
                  <c:v>1.76</c:v>
                </c:pt>
                <c:pt idx="181">
                  <c:v>1.76</c:v>
                </c:pt>
                <c:pt idx="182">
                  <c:v>1.76</c:v>
                </c:pt>
                <c:pt idx="183">
                  <c:v>1.76</c:v>
                </c:pt>
                <c:pt idx="184">
                  <c:v>1.76</c:v>
                </c:pt>
                <c:pt idx="185">
                  <c:v>1.76</c:v>
                </c:pt>
                <c:pt idx="186">
                  <c:v>1.76</c:v>
                </c:pt>
                <c:pt idx="187">
                  <c:v>1.76</c:v>
                </c:pt>
                <c:pt idx="188">
                  <c:v>1.76</c:v>
                </c:pt>
                <c:pt idx="189">
                  <c:v>1.76</c:v>
                </c:pt>
                <c:pt idx="190">
                  <c:v>1.76</c:v>
                </c:pt>
                <c:pt idx="191">
                  <c:v>1.76</c:v>
                </c:pt>
                <c:pt idx="192">
                  <c:v>1.76</c:v>
                </c:pt>
                <c:pt idx="193">
                  <c:v>1.76</c:v>
                </c:pt>
                <c:pt idx="194">
                  <c:v>1.76</c:v>
                </c:pt>
                <c:pt idx="195">
                  <c:v>1.76</c:v>
                </c:pt>
                <c:pt idx="196">
                  <c:v>1.76</c:v>
                </c:pt>
                <c:pt idx="197">
                  <c:v>1.76</c:v>
                </c:pt>
                <c:pt idx="198">
                  <c:v>1.76</c:v>
                </c:pt>
                <c:pt idx="199">
                  <c:v>1.76</c:v>
                </c:pt>
                <c:pt idx="200">
                  <c:v>1.76</c:v>
                </c:pt>
                <c:pt idx="201">
                  <c:v>1.76</c:v>
                </c:pt>
                <c:pt idx="202">
                  <c:v>1.76</c:v>
                </c:pt>
                <c:pt idx="203">
                  <c:v>1.76</c:v>
                </c:pt>
                <c:pt idx="204">
                  <c:v>1.76</c:v>
                </c:pt>
                <c:pt idx="205">
                  <c:v>1.76</c:v>
                </c:pt>
                <c:pt idx="206">
                  <c:v>1.76</c:v>
                </c:pt>
                <c:pt idx="207">
                  <c:v>1.76</c:v>
                </c:pt>
                <c:pt idx="208">
                  <c:v>1.76</c:v>
                </c:pt>
                <c:pt idx="209">
                  <c:v>1.76</c:v>
                </c:pt>
                <c:pt idx="210">
                  <c:v>1.76</c:v>
                </c:pt>
                <c:pt idx="211">
                  <c:v>1.76</c:v>
                </c:pt>
                <c:pt idx="212">
                  <c:v>1.76</c:v>
                </c:pt>
                <c:pt idx="213">
                  <c:v>1.76</c:v>
                </c:pt>
                <c:pt idx="214">
                  <c:v>1.76</c:v>
                </c:pt>
                <c:pt idx="215">
                  <c:v>1.76</c:v>
                </c:pt>
                <c:pt idx="216">
                  <c:v>1.76</c:v>
                </c:pt>
                <c:pt idx="217">
                  <c:v>1.76</c:v>
                </c:pt>
                <c:pt idx="218">
                  <c:v>1.76</c:v>
                </c:pt>
                <c:pt idx="219">
                  <c:v>1.76</c:v>
                </c:pt>
                <c:pt idx="220">
                  <c:v>1.76</c:v>
                </c:pt>
                <c:pt idx="221">
                  <c:v>1.76</c:v>
                </c:pt>
                <c:pt idx="222">
                  <c:v>1.76</c:v>
                </c:pt>
                <c:pt idx="223">
                  <c:v>1.76</c:v>
                </c:pt>
                <c:pt idx="224">
                  <c:v>1.76</c:v>
                </c:pt>
                <c:pt idx="225">
                  <c:v>1.76</c:v>
                </c:pt>
                <c:pt idx="226">
                  <c:v>1.76</c:v>
                </c:pt>
                <c:pt idx="227">
                  <c:v>1.76</c:v>
                </c:pt>
                <c:pt idx="228">
                  <c:v>1.76</c:v>
                </c:pt>
                <c:pt idx="229">
                  <c:v>1.76</c:v>
                </c:pt>
                <c:pt idx="230">
                  <c:v>1.76</c:v>
                </c:pt>
                <c:pt idx="231">
                  <c:v>1.76</c:v>
                </c:pt>
                <c:pt idx="232">
                  <c:v>1.76</c:v>
                </c:pt>
                <c:pt idx="233">
                  <c:v>1.76</c:v>
                </c:pt>
                <c:pt idx="234">
                  <c:v>1.76</c:v>
                </c:pt>
                <c:pt idx="235">
                  <c:v>1.76</c:v>
                </c:pt>
                <c:pt idx="236">
                  <c:v>1.76</c:v>
                </c:pt>
                <c:pt idx="237">
                  <c:v>1.76</c:v>
                </c:pt>
                <c:pt idx="238">
                  <c:v>1.76</c:v>
                </c:pt>
                <c:pt idx="239">
                  <c:v>1.76</c:v>
                </c:pt>
                <c:pt idx="240">
                  <c:v>1.76</c:v>
                </c:pt>
                <c:pt idx="241">
                  <c:v>1.76</c:v>
                </c:pt>
                <c:pt idx="242">
                  <c:v>1.76</c:v>
                </c:pt>
                <c:pt idx="243">
                  <c:v>1.76</c:v>
                </c:pt>
                <c:pt idx="244">
                  <c:v>1.76</c:v>
                </c:pt>
                <c:pt idx="245">
                  <c:v>1.76</c:v>
                </c:pt>
                <c:pt idx="246">
                  <c:v>1.76</c:v>
                </c:pt>
                <c:pt idx="247">
                  <c:v>1.76</c:v>
                </c:pt>
                <c:pt idx="248">
                  <c:v>1.76</c:v>
                </c:pt>
                <c:pt idx="249">
                  <c:v>1.76</c:v>
                </c:pt>
                <c:pt idx="250">
                  <c:v>1.76</c:v>
                </c:pt>
                <c:pt idx="251">
                  <c:v>1.76</c:v>
                </c:pt>
                <c:pt idx="252">
                  <c:v>1.76</c:v>
                </c:pt>
                <c:pt idx="253">
                  <c:v>1.76</c:v>
                </c:pt>
                <c:pt idx="254">
                  <c:v>1.76</c:v>
                </c:pt>
                <c:pt idx="255">
                  <c:v>1.76</c:v>
                </c:pt>
                <c:pt idx="256">
                  <c:v>1.76</c:v>
                </c:pt>
                <c:pt idx="257">
                  <c:v>1.76</c:v>
                </c:pt>
                <c:pt idx="258">
                  <c:v>1.76</c:v>
                </c:pt>
                <c:pt idx="259">
                  <c:v>1.76</c:v>
                </c:pt>
                <c:pt idx="260">
                  <c:v>1.76</c:v>
                </c:pt>
                <c:pt idx="261">
                  <c:v>1.76</c:v>
                </c:pt>
                <c:pt idx="262">
                  <c:v>1.76</c:v>
                </c:pt>
                <c:pt idx="263">
                  <c:v>1.76</c:v>
                </c:pt>
                <c:pt idx="264">
                  <c:v>1.76</c:v>
                </c:pt>
                <c:pt idx="265">
                  <c:v>1.76</c:v>
                </c:pt>
                <c:pt idx="266">
                  <c:v>1.76</c:v>
                </c:pt>
                <c:pt idx="267">
                  <c:v>1.76</c:v>
                </c:pt>
                <c:pt idx="268">
                  <c:v>1.76</c:v>
                </c:pt>
                <c:pt idx="269">
                  <c:v>1.76</c:v>
                </c:pt>
                <c:pt idx="270">
                  <c:v>1.76</c:v>
                </c:pt>
                <c:pt idx="271">
                  <c:v>1.76</c:v>
                </c:pt>
                <c:pt idx="272">
                  <c:v>1.76</c:v>
                </c:pt>
                <c:pt idx="273">
                  <c:v>1.76</c:v>
                </c:pt>
                <c:pt idx="274">
                  <c:v>1.76</c:v>
                </c:pt>
                <c:pt idx="275">
                  <c:v>1.76</c:v>
                </c:pt>
                <c:pt idx="276">
                  <c:v>1.76</c:v>
                </c:pt>
                <c:pt idx="277">
                  <c:v>1.76</c:v>
                </c:pt>
                <c:pt idx="278">
                  <c:v>1.76</c:v>
                </c:pt>
                <c:pt idx="279">
                  <c:v>1.76</c:v>
                </c:pt>
                <c:pt idx="280">
                  <c:v>1.76</c:v>
                </c:pt>
                <c:pt idx="281">
                  <c:v>1.76</c:v>
                </c:pt>
                <c:pt idx="282">
                  <c:v>1.76</c:v>
                </c:pt>
                <c:pt idx="283">
                  <c:v>1.76</c:v>
                </c:pt>
                <c:pt idx="284">
                  <c:v>1.76</c:v>
                </c:pt>
                <c:pt idx="285">
                  <c:v>1.76</c:v>
                </c:pt>
                <c:pt idx="286">
                  <c:v>1.76</c:v>
                </c:pt>
                <c:pt idx="287">
                  <c:v>1.76</c:v>
                </c:pt>
                <c:pt idx="288">
                  <c:v>1.76</c:v>
                </c:pt>
                <c:pt idx="289">
                  <c:v>1.76</c:v>
                </c:pt>
                <c:pt idx="290">
                  <c:v>1.76</c:v>
                </c:pt>
                <c:pt idx="291">
                  <c:v>1.76</c:v>
                </c:pt>
                <c:pt idx="292">
                  <c:v>1.76</c:v>
                </c:pt>
                <c:pt idx="293">
                  <c:v>1.76</c:v>
                </c:pt>
                <c:pt idx="294">
                  <c:v>1.76</c:v>
                </c:pt>
                <c:pt idx="295">
                  <c:v>1.76</c:v>
                </c:pt>
                <c:pt idx="296">
                  <c:v>1.76</c:v>
                </c:pt>
                <c:pt idx="297">
                  <c:v>1.76</c:v>
                </c:pt>
                <c:pt idx="298">
                  <c:v>1.76</c:v>
                </c:pt>
                <c:pt idx="299">
                  <c:v>1.76</c:v>
                </c:pt>
                <c:pt idx="300">
                  <c:v>1.76</c:v>
                </c:pt>
                <c:pt idx="301">
                  <c:v>1.76</c:v>
                </c:pt>
                <c:pt idx="302">
                  <c:v>1.76</c:v>
                </c:pt>
                <c:pt idx="303">
                  <c:v>1.76</c:v>
                </c:pt>
                <c:pt idx="304">
                  <c:v>1.76</c:v>
                </c:pt>
                <c:pt idx="305">
                  <c:v>1.76</c:v>
                </c:pt>
                <c:pt idx="306">
                  <c:v>1.76</c:v>
                </c:pt>
                <c:pt idx="307">
                  <c:v>1.76</c:v>
                </c:pt>
                <c:pt idx="308">
                  <c:v>1.76</c:v>
                </c:pt>
                <c:pt idx="309">
                  <c:v>1.76</c:v>
                </c:pt>
                <c:pt idx="310">
                  <c:v>1.76</c:v>
                </c:pt>
                <c:pt idx="311">
                  <c:v>1.76</c:v>
                </c:pt>
                <c:pt idx="312">
                  <c:v>1.76</c:v>
                </c:pt>
                <c:pt idx="313">
                  <c:v>1.76</c:v>
                </c:pt>
                <c:pt idx="314">
                  <c:v>1.76</c:v>
                </c:pt>
                <c:pt idx="315">
                  <c:v>1.76</c:v>
                </c:pt>
                <c:pt idx="316">
                  <c:v>1.76</c:v>
                </c:pt>
                <c:pt idx="317">
                  <c:v>1.76</c:v>
                </c:pt>
                <c:pt idx="318">
                  <c:v>1.76</c:v>
                </c:pt>
                <c:pt idx="319">
                  <c:v>1.76</c:v>
                </c:pt>
                <c:pt idx="320">
                  <c:v>1.76</c:v>
                </c:pt>
                <c:pt idx="321">
                  <c:v>1.76</c:v>
                </c:pt>
                <c:pt idx="322">
                  <c:v>1.76</c:v>
                </c:pt>
                <c:pt idx="323">
                  <c:v>1.76</c:v>
                </c:pt>
                <c:pt idx="324">
                  <c:v>1.76</c:v>
                </c:pt>
                <c:pt idx="325">
                  <c:v>1.76</c:v>
                </c:pt>
                <c:pt idx="326">
                  <c:v>1.76</c:v>
                </c:pt>
                <c:pt idx="327">
                  <c:v>1.76</c:v>
                </c:pt>
                <c:pt idx="328">
                  <c:v>1.76</c:v>
                </c:pt>
                <c:pt idx="329">
                  <c:v>1.76</c:v>
                </c:pt>
                <c:pt idx="330">
                  <c:v>1.76</c:v>
                </c:pt>
                <c:pt idx="331">
                  <c:v>1.76</c:v>
                </c:pt>
                <c:pt idx="332">
                  <c:v>1.76</c:v>
                </c:pt>
                <c:pt idx="333">
                  <c:v>1.76</c:v>
                </c:pt>
                <c:pt idx="334">
                  <c:v>1.76</c:v>
                </c:pt>
                <c:pt idx="335">
                  <c:v>1.76</c:v>
                </c:pt>
                <c:pt idx="336">
                  <c:v>1.76</c:v>
                </c:pt>
                <c:pt idx="337">
                  <c:v>1.76</c:v>
                </c:pt>
                <c:pt idx="338">
                  <c:v>1.76</c:v>
                </c:pt>
                <c:pt idx="339">
                  <c:v>1.76</c:v>
                </c:pt>
                <c:pt idx="340">
                  <c:v>1.76</c:v>
                </c:pt>
                <c:pt idx="341">
                  <c:v>1.76</c:v>
                </c:pt>
                <c:pt idx="342">
                  <c:v>1.76</c:v>
                </c:pt>
                <c:pt idx="343">
                  <c:v>1.76</c:v>
                </c:pt>
                <c:pt idx="344">
                  <c:v>1.76</c:v>
                </c:pt>
                <c:pt idx="345">
                  <c:v>1.76</c:v>
                </c:pt>
                <c:pt idx="346">
                  <c:v>1.76</c:v>
                </c:pt>
                <c:pt idx="347">
                  <c:v>1.76</c:v>
                </c:pt>
                <c:pt idx="348">
                  <c:v>1.76</c:v>
                </c:pt>
                <c:pt idx="349">
                  <c:v>1.76</c:v>
                </c:pt>
                <c:pt idx="350">
                  <c:v>1.76</c:v>
                </c:pt>
                <c:pt idx="351">
                  <c:v>1.76</c:v>
                </c:pt>
                <c:pt idx="352">
                  <c:v>1.76</c:v>
                </c:pt>
                <c:pt idx="353">
                  <c:v>1.76</c:v>
                </c:pt>
                <c:pt idx="354">
                  <c:v>1.76</c:v>
                </c:pt>
                <c:pt idx="355">
                  <c:v>1.76</c:v>
                </c:pt>
                <c:pt idx="356">
                  <c:v>1.76</c:v>
                </c:pt>
                <c:pt idx="357">
                  <c:v>1.76</c:v>
                </c:pt>
                <c:pt idx="358">
                  <c:v>1.76</c:v>
                </c:pt>
                <c:pt idx="359">
                  <c:v>1.76</c:v>
                </c:pt>
                <c:pt idx="360">
                  <c:v>1.76</c:v>
                </c:pt>
                <c:pt idx="361">
                  <c:v>1.76</c:v>
                </c:pt>
                <c:pt idx="362">
                  <c:v>1.76</c:v>
                </c:pt>
                <c:pt idx="363">
                  <c:v>1.76</c:v>
                </c:pt>
                <c:pt idx="364">
                  <c:v>1.76</c:v>
                </c:pt>
                <c:pt idx="365">
                  <c:v>1.76</c:v>
                </c:pt>
                <c:pt idx="366">
                  <c:v>1.76</c:v>
                </c:pt>
                <c:pt idx="367">
                  <c:v>1.76</c:v>
                </c:pt>
                <c:pt idx="368">
                  <c:v>1.76</c:v>
                </c:pt>
                <c:pt idx="369">
                  <c:v>1.76</c:v>
                </c:pt>
                <c:pt idx="370">
                  <c:v>1.76</c:v>
                </c:pt>
                <c:pt idx="371">
                  <c:v>1.76</c:v>
                </c:pt>
                <c:pt idx="372">
                  <c:v>1.76</c:v>
                </c:pt>
                <c:pt idx="373">
                  <c:v>1.76</c:v>
                </c:pt>
                <c:pt idx="374">
                  <c:v>1.76</c:v>
                </c:pt>
                <c:pt idx="375">
                  <c:v>1.76</c:v>
                </c:pt>
                <c:pt idx="376">
                  <c:v>1.76</c:v>
                </c:pt>
                <c:pt idx="377">
                  <c:v>1.76</c:v>
                </c:pt>
                <c:pt idx="378">
                  <c:v>1.76</c:v>
                </c:pt>
                <c:pt idx="379">
                  <c:v>1.76</c:v>
                </c:pt>
                <c:pt idx="380">
                  <c:v>1.76</c:v>
                </c:pt>
                <c:pt idx="381">
                  <c:v>1.76</c:v>
                </c:pt>
                <c:pt idx="382">
                  <c:v>1.76</c:v>
                </c:pt>
                <c:pt idx="383">
                  <c:v>1.76</c:v>
                </c:pt>
                <c:pt idx="384">
                  <c:v>1.76</c:v>
                </c:pt>
                <c:pt idx="385">
                  <c:v>1.76</c:v>
                </c:pt>
                <c:pt idx="386">
                  <c:v>1.76</c:v>
                </c:pt>
                <c:pt idx="387">
                  <c:v>1.76</c:v>
                </c:pt>
                <c:pt idx="388">
                  <c:v>1.76</c:v>
                </c:pt>
                <c:pt idx="389">
                  <c:v>1.76</c:v>
                </c:pt>
                <c:pt idx="390">
                  <c:v>1.76</c:v>
                </c:pt>
                <c:pt idx="391">
                  <c:v>1.76</c:v>
                </c:pt>
                <c:pt idx="392">
                  <c:v>1.76</c:v>
                </c:pt>
                <c:pt idx="393">
                  <c:v>1.76</c:v>
                </c:pt>
                <c:pt idx="394">
                  <c:v>1.76</c:v>
                </c:pt>
                <c:pt idx="395">
                  <c:v>1.76</c:v>
                </c:pt>
                <c:pt idx="396">
                  <c:v>1.76</c:v>
                </c:pt>
                <c:pt idx="397">
                  <c:v>1.76</c:v>
                </c:pt>
                <c:pt idx="398">
                  <c:v>1.76</c:v>
                </c:pt>
                <c:pt idx="399">
                  <c:v>1.76</c:v>
                </c:pt>
                <c:pt idx="400">
                  <c:v>1.76</c:v>
                </c:pt>
                <c:pt idx="401">
                  <c:v>1.76</c:v>
                </c:pt>
                <c:pt idx="402">
                  <c:v>1.76</c:v>
                </c:pt>
                <c:pt idx="403">
                  <c:v>1.76</c:v>
                </c:pt>
                <c:pt idx="404">
                  <c:v>1.76</c:v>
                </c:pt>
                <c:pt idx="405">
                  <c:v>1.76</c:v>
                </c:pt>
                <c:pt idx="406">
                  <c:v>1.76</c:v>
                </c:pt>
                <c:pt idx="407">
                  <c:v>1.76</c:v>
                </c:pt>
                <c:pt idx="408">
                  <c:v>1.76</c:v>
                </c:pt>
                <c:pt idx="409">
                  <c:v>1.76</c:v>
                </c:pt>
                <c:pt idx="410">
                  <c:v>1.76</c:v>
                </c:pt>
                <c:pt idx="411">
                  <c:v>1.76</c:v>
                </c:pt>
                <c:pt idx="412">
                  <c:v>1.76</c:v>
                </c:pt>
                <c:pt idx="413">
                  <c:v>1.76</c:v>
                </c:pt>
                <c:pt idx="414">
                  <c:v>1.76</c:v>
                </c:pt>
                <c:pt idx="415">
                  <c:v>1.76</c:v>
                </c:pt>
                <c:pt idx="416">
                  <c:v>1.76</c:v>
                </c:pt>
                <c:pt idx="417">
                  <c:v>1.76</c:v>
                </c:pt>
                <c:pt idx="418">
                  <c:v>1.76</c:v>
                </c:pt>
                <c:pt idx="419">
                  <c:v>1.76</c:v>
                </c:pt>
                <c:pt idx="420">
                  <c:v>1.76</c:v>
                </c:pt>
                <c:pt idx="421">
                  <c:v>1.76</c:v>
                </c:pt>
                <c:pt idx="422">
                  <c:v>1.76</c:v>
                </c:pt>
                <c:pt idx="423">
                  <c:v>1.76</c:v>
                </c:pt>
                <c:pt idx="424">
                  <c:v>1.76</c:v>
                </c:pt>
                <c:pt idx="425">
                  <c:v>1.76</c:v>
                </c:pt>
                <c:pt idx="426">
                  <c:v>1.76</c:v>
                </c:pt>
                <c:pt idx="427">
                  <c:v>1.76</c:v>
                </c:pt>
                <c:pt idx="428">
                  <c:v>1.76</c:v>
                </c:pt>
                <c:pt idx="429">
                  <c:v>1.76</c:v>
                </c:pt>
                <c:pt idx="430">
                  <c:v>1.76</c:v>
                </c:pt>
                <c:pt idx="431">
                  <c:v>1.76</c:v>
                </c:pt>
                <c:pt idx="432">
                  <c:v>1.76</c:v>
                </c:pt>
                <c:pt idx="433">
                  <c:v>1.76</c:v>
                </c:pt>
                <c:pt idx="434">
                  <c:v>1.76</c:v>
                </c:pt>
                <c:pt idx="435">
                  <c:v>1.76</c:v>
                </c:pt>
                <c:pt idx="436">
                  <c:v>1.76</c:v>
                </c:pt>
                <c:pt idx="437">
                  <c:v>1.76</c:v>
                </c:pt>
                <c:pt idx="438">
                  <c:v>1.76</c:v>
                </c:pt>
                <c:pt idx="439">
                  <c:v>1.76</c:v>
                </c:pt>
                <c:pt idx="440">
                  <c:v>1.76</c:v>
                </c:pt>
                <c:pt idx="441">
                  <c:v>1.76</c:v>
                </c:pt>
                <c:pt idx="442">
                  <c:v>1.76</c:v>
                </c:pt>
                <c:pt idx="443">
                  <c:v>1.76</c:v>
                </c:pt>
                <c:pt idx="444">
                  <c:v>1.76</c:v>
                </c:pt>
                <c:pt idx="445">
                  <c:v>1.76</c:v>
                </c:pt>
                <c:pt idx="446">
                  <c:v>1.76</c:v>
                </c:pt>
                <c:pt idx="447">
                  <c:v>1.76</c:v>
                </c:pt>
                <c:pt idx="448">
                  <c:v>1.76</c:v>
                </c:pt>
                <c:pt idx="449">
                  <c:v>1.76</c:v>
                </c:pt>
                <c:pt idx="450">
                  <c:v>1.76</c:v>
                </c:pt>
                <c:pt idx="451">
                  <c:v>1.76</c:v>
                </c:pt>
                <c:pt idx="452">
                  <c:v>1.76</c:v>
                </c:pt>
                <c:pt idx="453">
                  <c:v>1.76</c:v>
                </c:pt>
                <c:pt idx="454">
                  <c:v>1.76</c:v>
                </c:pt>
                <c:pt idx="455">
                  <c:v>1.76</c:v>
                </c:pt>
                <c:pt idx="456">
                  <c:v>1.76</c:v>
                </c:pt>
                <c:pt idx="457">
                  <c:v>1.76</c:v>
                </c:pt>
                <c:pt idx="458">
                  <c:v>1.76</c:v>
                </c:pt>
                <c:pt idx="459">
                  <c:v>1.76</c:v>
                </c:pt>
                <c:pt idx="460">
                  <c:v>1.76</c:v>
                </c:pt>
                <c:pt idx="461">
                  <c:v>1.76</c:v>
                </c:pt>
                <c:pt idx="462">
                  <c:v>1.76</c:v>
                </c:pt>
                <c:pt idx="463">
                  <c:v>1.76</c:v>
                </c:pt>
                <c:pt idx="464">
                  <c:v>1.76</c:v>
                </c:pt>
                <c:pt idx="465">
                  <c:v>1.76</c:v>
                </c:pt>
                <c:pt idx="466">
                  <c:v>1.76</c:v>
                </c:pt>
                <c:pt idx="467">
                  <c:v>1.76</c:v>
                </c:pt>
                <c:pt idx="468">
                  <c:v>1.76</c:v>
                </c:pt>
                <c:pt idx="469">
                  <c:v>1.76</c:v>
                </c:pt>
                <c:pt idx="470">
                  <c:v>1.76</c:v>
                </c:pt>
                <c:pt idx="471">
                  <c:v>1.76</c:v>
                </c:pt>
                <c:pt idx="472">
                  <c:v>1.76</c:v>
                </c:pt>
                <c:pt idx="473">
                  <c:v>1.76</c:v>
                </c:pt>
                <c:pt idx="474">
                  <c:v>1.76</c:v>
                </c:pt>
                <c:pt idx="475">
                  <c:v>1.76</c:v>
                </c:pt>
                <c:pt idx="476">
                  <c:v>1.76</c:v>
                </c:pt>
                <c:pt idx="477">
                  <c:v>1.76</c:v>
                </c:pt>
                <c:pt idx="478">
                  <c:v>1.76</c:v>
                </c:pt>
                <c:pt idx="479">
                  <c:v>1.76</c:v>
                </c:pt>
                <c:pt idx="480">
                  <c:v>1.76</c:v>
                </c:pt>
                <c:pt idx="481">
                  <c:v>1.76</c:v>
                </c:pt>
                <c:pt idx="482">
                  <c:v>1.76</c:v>
                </c:pt>
                <c:pt idx="483">
                  <c:v>1.76</c:v>
                </c:pt>
                <c:pt idx="484">
                  <c:v>1.76</c:v>
                </c:pt>
                <c:pt idx="485">
                  <c:v>1.76</c:v>
                </c:pt>
                <c:pt idx="486">
                  <c:v>1.76</c:v>
                </c:pt>
                <c:pt idx="487">
                  <c:v>1.76</c:v>
                </c:pt>
                <c:pt idx="488">
                  <c:v>1.76</c:v>
                </c:pt>
                <c:pt idx="489">
                  <c:v>1.76</c:v>
                </c:pt>
                <c:pt idx="490">
                  <c:v>1.76</c:v>
                </c:pt>
                <c:pt idx="491">
                  <c:v>1.76</c:v>
                </c:pt>
                <c:pt idx="492">
                  <c:v>1.76</c:v>
                </c:pt>
                <c:pt idx="493">
                  <c:v>1.76</c:v>
                </c:pt>
                <c:pt idx="494">
                  <c:v>1.76</c:v>
                </c:pt>
                <c:pt idx="495">
                  <c:v>1.76</c:v>
                </c:pt>
                <c:pt idx="496">
                  <c:v>1.76</c:v>
                </c:pt>
                <c:pt idx="497">
                  <c:v>1.76</c:v>
                </c:pt>
                <c:pt idx="498">
                  <c:v>1.76</c:v>
                </c:pt>
                <c:pt idx="499">
                  <c:v>1.76</c:v>
                </c:pt>
                <c:pt idx="500">
                  <c:v>1.76</c:v>
                </c:pt>
                <c:pt idx="501">
                  <c:v>1.76</c:v>
                </c:pt>
                <c:pt idx="502">
                  <c:v>1.76</c:v>
                </c:pt>
                <c:pt idx="503">
                  <c:v>1.76</c:v>
                </c:pt>
                <c:pt idx="504">
                  <c:v>1.76</c:v>
                </c:pt>
                <c:pt idx="505">
                  <c:v>1.76</c:v>
                </c:pt>
                <c:pt idx="506">
                  <c:v>1.76</c:v>
                </c:pt>
                <c:pt idx="507">
                  <c:v>1.76</c:v>
                </c:pt>
                <c:pt idx="508">
                  <c:v>1.76</c:v>
                </c:pt>
                <c:pt idx="509">
                  <c:v>1.76</c:v>
                </c:pt>
                <c:pt idx="510">
                  <c:v>1.76</c:v>
                </c:pt>
                <c:pt idx="511">
                  <c:v>1.76</c:v>
                </c:pt>
                <c:pt idx="512">
                  <c:v>1.76</c:v>
                </c:pt>
                <c:pt idx="513">
                  <c:v>1.76</c:v>
                </c:pt>
                <c:pt idx="514">
                  <c:v>1.76</c:v>
                </c:pt>
                <c:pt idx="515">
                  <c:v>1.76</c:v>
                </c:pt>
                <c:pt idx="516">
                  <c:v>1.76</c:v>
                </c:pt>
                <c:pt idx="517">
                  <c:v>1.76</c:v>
                </c:pt>
                <c:pt idx="518">
                  <c:v>1.76</c:v>
                </c:pt>
                <c:pt idx="519">
                  <c:v>1.76</c:v>
                </c:pt>
                <c:pt idx="520">
                  <c:v>1.76</c:v>
                </c:pt>
                <c:pt idx="521">
                  <c:v>1.76</c:v>
                </c:pt>
                <c:pt idx="522">
                  <c:v>1.76</c:v>
                </c:pt>
                <c:pt idx="523">
                  <c:v>1.76</c:v>
                </c:pt>
                <c:pt idx="524">
                  <c:v>1.76</c:v>
                </c:pt>
                <c:pt idx="525">
                  <c:v>1.76</c:v>
                </c:pt>
                <c:pt idx="526">
                  <c:v>1.76</c:v>
                </c:pt>
                <c:pt idx="527">
                  <c:v>1.76</c:v>
                </c:pt>
                <c:pt idx="528">
                  <c:v>1.76</c:v>
                </c:pt>
                <c:pt idx="529">
                  <c:v>1.76</c:v>
                </c:pt>
                <c:pt idx="530">
                  <c:v>1.76</c:v>
                </c:pt>
                <c:pt idx="531">
                  <c:v>1.76</c:v>
                </c:pt>
                <c:pt idx="532">
                  <c:v>1.76</c:v>
                </c:pt>
                <c:pt idx="533">
                  <c:v>1.76</c:v>
                </c:pt>
                <c:pt idx="534">
                  <c:v>1.76</c:v>
                </c:pt>
                <c:pt idx="535">
                  <c:v>1.76</c:v>
                </c:pt>
                <c:pt idx="536">
                  <c:v>1.76</c:v>
                </c:pt>
                <c:pt idx="537">
                  <c:v>1.76</c:v>
                </c:pt>
                <c:pt idx="538">
                  <c:v>1.76</c:v>
                </c:pt>
                <c:pt idx="539">
                  <c:v>1.76</c:v>
                </c:pt>
                <c:pt idx="540">
                  <c:v>1.76</c:v>
                </c:pt>
                <c:pt idx="541">
                  <c:v>1.76</c:v>
                </c:pt>
                <c:pt idx="542">
                  <c:v>1.76</c:v>
                </c:pt>
                <c:pt idx="543">
                  <c:v>1.76</c:v>
                </c:pt>
                <c:pt idx="544">
                  <c:v>1.76</c:v>
                </c:pt>
                <c:pt idx="545">
                  <c:v>1.76</c:v>
                </c:pt>
                <c:pt idx="546">
                  <c:v>1.76</c:v>
                </c:pt>
                <c:pt idx="547">
                  <c:v>1.76</c:v>
                </c:pt>
                <c:pt idx="548">
                  <c:v>1.76</c:v>
                </c:pt>
                <c:pt idx="549">
                  <c:v>1.76</c:v>
                </c:pt>
                <c:pt idx="550">
                  <c:v>1.76</c:v>
                </c:pt>
                <c:pt idx="551">
                  <c:v>1.76</c:v>
                </c:pt>
                <c:pt idx="552">
                  <c:v>1.76</c:v>
                </c:pt>
                <c:pt idx="553">
                  <c:v>1.76</c:v>
                </c:pt>
                <c:pt idx="554">
                  <c:v>1.76</c:v>
                </c:pt>
                <c:pt idx="555">
                  <c:v>1.76</c:v>
                </c:pt>
                <c:pt idx="556">
                  <c:v>1.76</c:v>
                </c:pt>
                <c:pt idx="557">
                  <c:v>1.76</c:v>
                </c:pt>
                <c:pt idx="558">
                  <c:v>1.76</c:v>
                </c:pt>
                <c:pt idx="559">
                  <c:v>1.76</c:v>
                </c:pt>
                <c:pt idx="560">
                  <c:v>1.76</c:v>
                </c:pt>
                <c:pt idx="561">
                  <c:v>1.76</c:v>
                </c:pt>
                <c:pt idx="562">
                  <c:v>1.76</c:v>
                </c:pt>
                <c:pt idx="563">
                  <c:v>1.76</c:v>
                </c:pt>
                <c:pt idx="564">
                  <c:v>1.76</c:v>
                </c:pt>
                <c:pt idx="565">
                  <c:v>1.76</c:v>
                </c:pt>
                <c:pt idx="566">
                  <c:v>1.76</c:v>
                </c:pt>
                <c:pt idx="567">
                  <c:v>1.76</c:v>
                </c:pt>
                <c:pt idx="568">
                  <c:v>1.76</c:v>
                </c:pt>
                <c:pt idx="569">
                  <c:v>1.76</c:v>
                </c:pt>
                <c:pt idx="570">
                  <c:v>1.76</c:v>
                </c:pt>
                <c:pt idx="571">
                  <c:v>1.76</c:v>
                </c:pt>
                <c:pt idx="572">
                  <c:v>1.76</c:v>
                </c:pt>
                <c:pt idx="573">
                  <c:v>1.76</c:v>
                </c:pt>
                <c:pt idx="574">
                  <c:v>1.76</c:v>
                </c:pt>
                <c:pt idx="575">
                  <c:v>1.76</c:v>
                </c:pt>
                <c:pt idx="576">
                  <c:v>1.76</c:v>
                </c:pt>
                <c:pt idx="577">
                  <c:v>1.76</c:v>
                </c:pt>
                <c:pt idx="578">
                  <c:v>1.76</c:v>
                </c:pt>
                <c:pt idx="579">
                  <c:v>1.76</c:v>
                </c:pt>
                <c:pt idx="580">
                  <c:v>1.76</c:v>
                </c:pt>
                <c:pt idx="581">
                  <c:v>1.76</c:v>
                </c:pt>
                <c:pt idx="582">
                  <c:v>1.76</c:v>
                </c:pt>
                <c:pt idx="583">
                  <c:v>1.76</c:v>
                </c:pt>
                <c:pt idx="584">
                  <c:v>1.76</c:v>
                </c:pt>
                <c:pt idx="585">
                  <c:v>1.76</c:v>
                </c:pt>
                <c:pt idx="586">
                  <c:v>1.76</c:v>
                </c:pt>
                <c:pt idx="587">
                  <c:v>1.76</c:v>
                </c:pt>
                <c:pt idx="588">
                  <c:v>1.76</c:v>
                </c:pt>
                <c:pt idx="589">
                  <c:v>1.76</c:v>
                </c:pt>
                <c:pt idx="590">
                  <c:v>1.76</c:v>
                </c:pt>
                <c:pt idx="591">
                  <c:v>1.76</c:v>
                </c:pt>
                <c:pt idx="592">
                  <c:v>1.76</c:v>
                </c:pt>
                <c:pt idx="593">
                  <c:v>1.76</c:v>
                </c:pt>
                <c:pt idx="594">
                  <c:v>1.76</c:v>
                </c:pt>
                <c:pt idx="595">
                  <c:v>1.76</c:v>
                </c:pt>
                <c:pt idx="596">
                  <c:v>1.76</c:v>
                </c:pt>
                <c:pt idx="597">
                  <c:v>1.76</c:v>
                </c:pt>
                <c:pt idx="598">
                  <c:v>1.76</c:v>
                </c:pt>
                <c:pt idx="599">
                  <c:v>1.76</c:v>
                </c:pt>
                <c:pt idx="600">
                  <c:v>1.76</c:v>
                </c:pt>
                <c:pt idx="601">
                  <c:v>1.76</c:v>
                </c:pt>
                <c:pt idx="602">
                  <c:v>1.76</c:v>
                </c:pt>
                <c:pt idx="603">
                  <c:v>1.76</c:v>
                </c:pt>
                <c:pt idx="604">
                  <c:v>1.76</c:v>
                </c:pt>
                <c:pt idx="605">
                  <c:v>1.76</c:v>
                </c:pt>
                <c:pt idx="606">
                  <c:v>1.76</c:v>
                </c:pt>
                <c:pt idx="607">
                  <c:v>1.76</c:v>
                </c:pt>
                <c:pt idx="608">
                  <c:v>1.76</c:v>
                </c:pt>
                <c:pt idx="609">
                  <c:v>1.76</c:v>
                </c:pt>
                <c:pt idx="610">
                  <c:v>1.76</c:v>
                </c:pt>
                <c:pt idx="611">
                  <c:v>1.76</c:v>
                </c:pt>
                <c:pt idx="612">
                  <c:v>1.76</c:v>
                </c:pt>
                <c:pt idx="613">
                  <c:v>1.76</c:v>
                </c:pt>
                <c:pt idx="614">
                  <c:v>1.76</c:v>
                </c:pt>
                <c:pt idx="615">
                  <c:v>1.76</c:v>
                </c:pt>
                <c:pt idx="616">
                  <c:v>1.76</c:v>
                </c:pt>
                <c:pt idx="617">
                  <c:v>1.76</c:v>
                </c:pt>
                <c:pt idx="618">
                  <c:v>1.76</c:v>
                </c:pt>
                <c:pt idx="619">
                  <c:v>1.76</c:v>
                </c:pt>
                <c:pt idx="620">
                  <c:v>1.76</c:v>
                </c:pt>
                <c:pt idx="621">
                  <c:v>1.76</c:v>
                </c:pt>
                <c:pt idx="622">
                  <c:v>1.76</c:v>
                </c:pt>
                <c:pt idx="623">
                  <c:v>1.76</c:v>
                </c:pt>
                <c:pt idx="624">
                  <c:v>1.76</c:v>
                </c:pt>
                <c:pt idx="625">
                  <c:v>1.76</c:v>
                </c:pt>
                <c:pt idx="626">
                  <c:v>1.76</c:v>
                </c:pt>
                <c:pt idx="627">
                  <c:v>1.76</c:v>
                </c:pt>
                <c:pt idx="628">
                  <c:v>1.76</c:v>
                </c:pt>
                <c:pt idx="629">
                  <c:v>1.76</c:v>
                </c:pt>
                <c:pt idx="630">
                  <c:v>1.76</c:v>
                </c:pt>
                <c:pt idx="631">
                  <c:v>1.76</c:v>
                </c:pt>
                <c:pt idx="632">
                  <c:v>1.76</c:v>
                </c:pt>
                <c:pt idx="633">
                  <c:v>1.76</c:v>
                </c:pt>
                <c:pt idx="634">
                  <c:v>1.76</c:v>
                </c:pt>
                <c:pt idx="635">
                  <c:v>1.76</c:v>
                </c:pt>
                <c:pt idx="636">
                  <c:v>1.76</c:v>
                </c:pt>
                <c:pt idx="637">
                  <c:v>1.76</c:v>
                </c:pt>
                <c:pt idx="638">
                  <c:v>1.76</c:v>
                </c:pt>
                <c:pt idx="639">
                  <c:v>1.76</c:v>
                </c:pt>
                <c:pt idx="640">
                  <c:v>1.76</c:v>
                </c:pt>
                <c:pt idx="641">
                  <c:v>1.76</c:v>
                </c:pt>
                <c:pt idx="642">
                  <c:v>1.76</c:v>
                </c:pt>
                <c:pt idx="643">
                  <c:v>1.76</c:v>
                </c:pt>
                <c:pt idx="644">
                  <c:v>1.76</c:v>
                </c:pt>
                <c:pt idx="645">
                  <c:v>1.76</c:v>
                </c:pt>
                <c:pt idx="646">
                  <c:v>1.76</c:v>
                </c:pt>
                <c:pt idx="647">
                  <c:v>1.76</c:v>
                </c:pt>
                <c:pt idx="648">
                  <c:v>1.76</c:v>
                </c:pt>
                <c:pt idx="649">
                  <c:v>1.76</c:v>
                </c:pt>
                <c:pt idx="650">
                  <c:v>1.76</c:v>
                </c:pt>
                <c:pt idx="651">
                  <c:v>1.76</c:v>
                </c:pt>
                <c:pt idx="652">
                  <c:v>1.76</c:v>
                </c:pt>
                <c:pt idx="653">
                  <c:v>1.76</c:v>
                </c:pt>
                <c:pt idx="654">
                  <c:v>1.76</c:v>
                </c:pt>
                <c:pt idx="655">
                  <c:v>1.76</c:v>
                </c:pt>
                <c:pt idx="656">
                  <c:v>1.76</c:v>
                </c:pt>
                <c:pt idx="657">
                  <c:v>1.76</c:v>
                </c:pt>
                <c:pt idx="658">
                  <c:v>1.76</c:v>
                </c:pt>
                <c:pt idx="659">
                  <c:v>1.76</c:v>
                </c:pt>
                <c:pt idx="660">
                  <c:v>1.76</c:v>
                </c:pt>
                <c:pt idx="661">
                  <c:v>1.76</c:v>
                </c:pt>
                <c:pt idx="662">
                  <c:v>1.76</c:v>
                </c:pt>
                <c:pt idx="663">
                  <c:v>1.76</c:v>
                </c:pt>
                <c:pt idx="664">
                  <c:v>1.76</c:v>
                </c:pt>
                <c:pt idx="665">
                  <c:v>1.76</c:v>
                </c:pt>
                <c:pt idx="666">
                  <c:v>1.76</c:v>
                </c:pt>
                <c:pt idx="667">
                  <c:v>1.76</c:v>
                </c:pt>
                <c:pt idx="668">
                  <c:v>1.76</c:v>
                </c:pt>
                <c:pt idx="669">
                  <c:v>1.76</c:v>
                </c:pt>
                <c:pt idx="670">
                  <c:v>1.76</c:v>
                </c:pt>
                <c:pt idx="671">
                  <c:v>1.76</c:v>
                </c:pt>
                <c:pt idx="672">
                  <c:v>1.76</c:v>
                </c:pt>
                <c:pt idx="673">
                  <c:v>1.76</c:v>
                </c:pt>
                <c:pt idx="674">
                  <c:v>1.76</c:v>
                </c:pt>
                <c:pt idx="675">
                  <c:v>1.76</c:v>
                </c:pt>
                <c:pt idx="676">
                  <c:v>1.76</c:v>
                </c:pt>
                <c:pt idx="677">
                  <c:v>1.76</c:v>
                </c:pt>
                <c:pt idx="678">
                  <c:v>1.76</c:v>
                </c:pt>
                <c:pt idx="679">
                  <c:v>1.76</c:v>
                </c:pt>
                <c:pt idx="680">
                  <c:v>1.76</c:v>
                </c:pt>
                <c:pt idx="681">
                  <c:v>1.76</c:v>
                </c:pt>
                <c:pt idx="682">
                  <c:v>1.76</c:v>
                </c:pt>
                <c:pt idx="683">
                  <c:v>1.76</c:v>
                </c:pt>
                <c:pt idx="684">
                  <c:v>1.76</c:v>
                </c:pt>
                <c:pt idx="685">
                  <c:v>1.76</c:v>
                </c:pt>
                <c:pt idx="686">
                  <c:v>1.76</c:v>
                </c:pt>
                <c:pt idx="687">
                  <c:v>1.76</c:v>
                </c:pt>
                <c:pt idx="688">
                  <c:v>1.76</c:v>
                </c:pt>
                <c:pt idx="689">
                  <c:v>1.76</c:v>
                </c:pt>
                <c:pt idx="690">
                  <c:v>1.76</c:v>
                </c:pt>
                <c:pt idx="691">
                  <c:v>1.76</c:v>
                </c:pt>
                <c:pt idx="692">
                  <c:v>1.76</c:v>
                </c:pt>
                <c:pt idx="693">
                  <c:v>1.76</c:v>
                </c:pt>
                <c:pt idx="694">
                  <c:v>1.76</c:v>
                </c:pt>
                <c:pt idx="695">
                  <c:v>1.76</c:v>
                </c:pt>
                <c:pt idx="696">
                  <c:v>1.76</c:v>
                </c:pt>
                <c:pt idx="697">
                  <c:v>1.76</c:v>
                </c:pt>
                <c:pt idx="698">
                  <c:v>1.76</c:v>
                </c:pt>
                <c:pt idx="699">
                  <c:v>1.76</c:v>
                </c:pt>
                <c:pt idx="700">
                  <c:v>1.76</c:v>
                </c:pt>
                <c:pt idx="701">
                  <c:v>1.76</c:v>
                </c:pt>
                <c:pt idx="702">
                  <c:v>1.76</c:v>
                </c:pt>
                <c:pt idx="703">
                  <c:v>1.76</c:v>
                </c:pt>
                <c:pt idx="704">
                  <c:v>1.76</c:v>
                </c:pt>
                <c:pt idx="705">
                  <c:v>1.76</c:v>
                </c:pt>
                <c:pt idx="706">
                  <c:v>1.76</c:v>
                </c:pt>
                <c:pt idx="707">
                  <c:v>1.76</c:v>
                </c:pt>
                <c:pt idx="708">
                  <c:v>1.76</c:v>
                </c:pt>
                <c:pt idx="709">
                  <c:v>1.76</c:v>
                </c:pt>
                <c:pt idx="710">
                  <c:v>1.76</c:v>
                </c:pt>
                <c:pt idx="711">
                  <c:v>1.76</c:v>
                </c:pt>
                <c:pt idx="712">
                  <c:v>1.76</c:v>
                </c:pt>
                <c:pt idx="713">
                  <c:v>1.76</c:v>
                </c:pt>
                <c:pt idx="714">
                  <c:v>1.76</c:v>
                </c:pt>
                <c:pt idx="715">
                  <c:v>1.76</c:v>
                </c:pt>
                <c:pt idx="716">
                  <c:v>1.76</c:v>
                </c:pt>
                <c:pt idx="717">
                  <c:v>1.76</c:v>
                </c:pt>
                <c:pt idx="718">
                  <c:v>1.76</c:v>
                </c:pt>
                <c:pt idx="719">
                  <c:v>1.76</c:v>
                </c:pt>
                <c:pt idx="720">
                  <c:v>1.76</c:v>
                </c:pt>
                <c:pt idx="721">
                  <c:v>1.76</c:v>
                </c:pt>
                <c:pt idx="722">
                  <c:v>1.76</c:v>
                </c:pt>
                <c:pt idx="723">
                  <c:v>1.76</c:v>
                </c:pt>
                <c:pt idx="724">
                  <c:v>1.76</c:v>
                </c:pt>
                <c:pt idx="725">
                  <c:v>1.76</c:v>
                </c:pt>
                <c:pt idx="726">
                  <c:v>1.76</c:v>
                </c:pt>
                <c:pt idx="727">
                  <c:v>1.76</c:v>
                </c:pt>
                <c:pt idx="728">
                  <c:v>1.76</c:v>
                </c:pt>
                <c:pt idx="729">
                  <c:v>1.76</c:v>
                </c:pt>
                <c:pt idx="730">
                  <c:v>1.76</c:v>
                </c:pt>
                <c:pt idx="731">
                  <c:v>1.76</c:v>
                </c:pt>
                <c:pt idx="732">
                  <c:v>1.76</c:v>
                </c:pt>
                <c:pt idx="733">
                  <c:v>1.76</c:v>
                </c:pt>
                <c:pt idx="734">
                  <c:v>1.76</c:v>
                </c:pt>
                <c:pt idx="735">
                  <c:v>1.76</c:v>
                </c:pt>
                <c:pt idx="736">
                  <c:v>1.76</c:v>
                </c:pt>
                <c:pt idx="737">
                  <c:v>1.76</c:v>
                </c:pt>
                <c:pt idx="738">
                  <c:v>1.76</c:v>
                </c:pt>
                <c:pt idx="739">
                  <c:v>1.76</c:v>
                </c:pt>
                <c:pt idx="740">
                  <c:v>1.76</c:v>
                </c:pt>
                <c:pt idx="741">
                  <c:v>1.76</c:v>
                </c:pt>
                <c:pt idx="742">
                  <c:v>1.76</c:v>
                </c:pt>
                <c:pt idx="743">
                  <c:v>1.76</c:v>
                </c:pt>
                <c:pt idx="744">
                  <c:v>1.76</c:v>
                </c:pt>
                <c:pt idx="745">
                  <c:v>1.76</c:v>
                </c:pt>
                <c:pt idx="746">
                  <c:v>1.76</c:v>
                </c:pt>
                <c:pt idx="747">
                  <c:v>1.76</c:v>
                </c:pt>
                <c:pt idx="748">
                  <c:v>1.76</c:v>
                </c:pt>
                <c:pt idx="749">
                  <c:v>1.76</c:v>
                </c:pt>
                <c:pt idx="750">
                  <c:v>1.76</c:v>
                </c:pt>
                <c:pt idx="751">
                  <c:v>1.76</c:v>
                </c:pt>
                <c:pt idx="752">
                  <c:v>1.76</c:v>
                </c:pt>
                <c:pt idx="753">
                  <c:v>1.76</c:v>
                </c:pt>
                <c:pt idx="754">
                  <c:v>1.76</c:v>
                </c:pt>
                <c:pt idx="755">
                  <c:v>1.76</c:v>
                </c:pt>
                <c:pt idx="756">
                  <c:v>1.76</c:v>
                </c:pt>
                <c:pt idx="757">
                  <c:v>1.76</c:v>
                </c:pt>
                <c:pt idx="758">
                  <c:v>1.76</c:v>
                </c:pt>
                <c:pt idx="759">
                  <c:v>1.76</c:v>
                </c:pt>
                <c:pt idx="760">
                  <c:v>1.76</c:v>
                </c:pt>
                <c:pt idx="761">
                  <c:v>1.76</c:v>
                </c:pt>
                <c:pt idx="762">
                  <c:v>1.76</c:v>
                </c:pt>
                <c:pt idx="763">
                  <c:v>1.76</c:v>
                </c:pt>
                <c:pt idx="764">
                  <c:v>1.76</c:v>
                </c:pt>
                <c:pt idx="765">
                  <c:v>1.76</c:v>
                </c:pt>
                <c:pt idx="766">
                  <c:v>1.76</c:v>
                </c:pt>
                <c:pt idx="767">
                  <c:v>1.76</c:v>
                </c:pt>
                <c:pt idx="768">
                  <c:v>1.76</c:v>
                </c:pt>
                <c:pt idx="769">
                  <c:v>1.76</c:v>
                </c:pt>
                <c:pt idx="770">
                  <c:v>1.76</c:v>
                </c:pt>
                <c:pt idx="771">
                  <c:v>1.76</c:v>
                </c:pt>
                <c:pt idx="772">
                  <c:v>1.76</c:v>
                </c:pt>
                <c:pt idx="773">
                  <c:v>1.76</c:v>
                </c:pt>
                <c:pt idx="774">
                  <c:v>1.76</c:v>
                </c:pt>
                <c:pt idx="775">
                  <c:v>1.76</c:v>
                </c:pt>
                <c:pt idx="776">
                  <c:v>1.76</c:v>
                </c:pt>
                <c:pt idx="777">
                  <c:v>1.76</c:v>
                </c:pt>
                <c:pt idx="778">
                  <c:v>1.76</c:v>
                </c:pt>
                <c:pt idx="779">
                  <c:v>1.76</c:v>
                </c:pt>
                <c:pt idx="780">
                  <c:v>1.76</c:v>
                </c:pt>
                <c:pt idx="781">
                  <c:v>1.76</c:v>
                </c:pt>
                <c:pt idx="782">
                  <c:v>1.76</c:v>
                </c:pt>
                <c:pt idx="783">
                  <c:v>1.76</c:v>
                </c:pt>
                <c:pt idx="784">
                  <c:v>1.76</c:v>
                </c:pt>
                <c:pt idx="785">
                  <c:v>1.76</c:v>
                </c:pt>
                <c:pt idx="786">
                  <c:v>1.76</c:v>
                </c:pt>
                <c:pt idx="787">
                  <c:v>1.76</c:v>
                </c:pt>
                <c:pt idx="788">
                  <c:v>1.76</c:v>
                </c:pt>
                <c:pt idx="789">
                  <c:v>1.76</c:v>
                </c:pt>
                <c:pt idx="790">
                  <c:v>1.76</c:v>
                </c:pt>
                <c:pt idx="791">
                  <c:v>1.76</c:v>
                </c:pt>
                <c:pt idx="792">
                  <c:v>1.76</c:v>
                </c:pt>
                <c:pt idx="793">
                  <c:v>1.76</c:v>
                </c:pt>
                <c:pt idx="794">
                  <c:v>1.76</c:v>
                </c:pt>
                <c:pt idx="795">
                  <c:v>1.76</c:v>
                </c:pt>
                <c:pt idx="796">
                  <c:v>1.76</c:v>
                </c:pt>
                <c:pt idx="797">
                  <c:v>1.76</c:v>
                </c:pt>
                <c:pt idx="798">
                  <c:v>1.76</c:v>
                </c:pt>
                <c:pt idx="799">
                  <c:v>1.76</c:v>
                </c:pt>
                <c:pt idx="800">
                  <c:v>1.76</c:v>
                </c:pt>
                <c:pt idx="801">
                  <c:v>1.76</c:v>
                </c:pt>
                <c:pt idx="802">
                  <c:v>1.76</c:v>
                </c:pt>
                <c:pt idx="803">
                  <c:v>1.76</c:v>
                </c:pt>
                <c:pt idx="804">
                  <c:v>1.76</c:v>
                </c:pt>
                <c:pt idx="805">
                  <c:v>1.76</c:v>
                </c:pt>
                <c:pt idx="806">
                  <c:v>1.76</c:v>
                </c:pt>
                <c:pt idx="807">
                  <c:v>1.76</c:v>
                </c:pt>
                <c:pt idx="808">
                  <c:v>1.76</c:v>
                </c:pt>
                <c:pt idx="809">
                  <c:v>1.76</c:v>
                </c:pt>
                <c:pt idx="810">
                  <c:v>1.76</c:v>
                </c:pt>
                <c:pt idx="811">
                  <c:v>1.76</c:v>
                </c:pt>
                <c:pt idx="812">
                  <c:v>1.76</c:v>
                </c:pt>
                <c:pt idx="813">
                  <c:v>1.76</c:v>
                </c:pt>
                <c:pt idx="814">
                  <c:v>1.76</c:v>
                </c:pt>
                <c:pt idx="815">
                  <c:v>1.76</c:v>
                </c:pt>
                <c:pt idx="816">
                  <c:v>1.76</c:v>
                </c:pt>
                <c:pt idx="817">
                  <c:v>1.76</c:v>
                </c:pt>
                <c:pt idx="818">
                  <c:v>1.76</c:v>
                </c:pt>
                <c:pt idx="819">
                  <c:v>1.76</c:v>
                </c:pt>
                <c:pt idx="820">
                  <c:v>1.76</c:v>
                </c:pt>
                <c:pt idx="821">
                  <c:v>1.76</c:v>
                </c:pt>
                <c:pt idx="822">
                  <c:v>1.76</c:v>
                </c:pt>
                <c:pt idx="823">
                  <c:v>1.76</c:v>
                </c:pt>
                <c:pt idx="824">
                  <c:v>1.76</c:v>
                </c:pt>
                <c:pt idx="825">
                  <c:v>1.76</c:v>
                </c:pt>
                <c:pt idx="826">
                  <c:v>1.76</c:v>
                </c:pt>
                <c:pt idx="827">
                  <c:v>1.76</c:v>
                </c:pt>
                <c:pt idx="828">
                  <c:v>1.76</c:v>
                </c:pt>
                <c:pt idx="829">
                  <c:v>1.76</c:v>
                </c:pt>
                <c:pt idx="830">
                  <c:v>1.76</c:v>
                </c:pt>
                <c:pt idx="831">
                  <c:v>1.76</c:v>
                </c:pt>
                <c:pt idx="832">
                  <c:v>1.76</c:v>
                </c:pt>
                <c:pt idx="833">
                  <c:v>1.76</c:v>
                </c:pt>
                <c:pt idx="834">
                  <c:v>1.76</c:v>
                </c:pt>
                <c:pt idx="835">
                  <c:v>1.76</c:v>
                </c:pt>
                <c:pt idx="836">
                  <c:v>1.76</c:v>
                </c:pt>
                <c:pt idx="837">
                  <c:v>1.76</c:v>
                </c:pt>
                <c:pt idx="838">
                  <c:v>1.76</c:v>
                </c:pt>
                <c:pt idx="839">
                  <c:v>1.76</c:v>
                </c:pt>
                <c:pt idx="840">
                  <c:v>1.76</c:v>
                </c:pt>
                <c:pt idx="841">
                  <c:v>1.76</c:v>
                </c:pt>
                <c:pt idx="842">
                  <c:v>1.76</c:v>
                </c:pt>
                <c:pt idx="843">
                  <c:v>1.76</c:v>
                </c:pt>
                <c:pt idx="844">
                  <c:v>1.76</c:v>
                </c:pt>
                <c:pt idx="845">
                  <c:v>1.76</c:v>
                </c:pt>
                <c:pt idx="846">
                  <c:v>1.76</c:v>
                </c:pt>
                <c:pt idx="847">
                  <c:v>1.76</c:v>
                </c:pt>
                <c:pt idx="848">
                  <c:v>1.76</c:v>
                </c:pt>
                <c:pt idx="849">
                  <c:v>1.76</c:v>
                </c:pt>
                <c:pt idx="850">
                  <c:v>1.76</c:v>
                </c:pt>
                <c:pt idx="851">
                  <c:v>1.76</c:v>
                </c:pt>
                <c:pt idx="852">
                  <c:v>1.76</c:v>
                </c:pt>
                <c:pt idx="853">
                  <c:v>1.76</c:v>
                </c:pt>
                <c:pt idx="854">
                  <c:v>1.76</c:v>
                </c:pt>
                <c:pt idx="855">
                  <c:v>1.76</c:v>
                </c:pt>
                <c:pt idx="856">
                  <c:v>1.76</c:v>
                </c:pt>
                <c:pt idx="857">
                  <c:v>1.76</c:v>
                </c:pt>
                <c:pt idx="858">
                  <c:v>1.76</c:v>
                </c:pt>
                <c:pt idx="859">
                  <c:v>1.76</c:v>
                </c:pt>
                <c:pt idx="860">
                  <c:v>1.76</c:v>
                </c:pt>
                <c:pt idx="861">
                  <c:v>1.76</c:v>
                </c:pt>
                <c:pt idx="862">
                  <c:v>1.76</c:v>
                </c:pt>
                <c:pt idx="863">
                  <c:v>1.76</c:v>
                </c:pt>
                <c:pt idx="864">
                  <c:v>1.76</c:v>
                </c:pt>
                <c:pt idx="865">
                  <c:v>1.76</c:v>
                </c:pt>
                <c:pt idx="866">
                  <c:v>1.76</c:v>
                </c:pt>
                <c:pt idx="867">
                  <c:v>1.76</c:v>
                </c:pt>
                <c:pt idx="868">
                  <c:v>1.76</c:v>
                </c:pt>
                <c:pt idx="869">
                  <c:v>1.76</c:v>
                </c:pt>
                <c:pt idx="870">
                  <c:v>1.76</c:v>
                </c:pt>
                <c:pt idx="871">
                  <c:v>1.76</c:v>
                </c:pt>
                <c:pt idx="872">
                  <c:v>1.76</c:v>
                </c:pt>
                <c:pt idx="873">
                  <c:v>1.76</c:v>
                </c:pt>
                <c:pt idx="874">
                  <c:v>1.76</c:v>
                </c:pt>
                <c:pt idx="875">
                  <c:v>1.76</c:v>
                </c:pt>
                <c:pt idx="876">
                  <c:v>1.76</c:v>
                </c:pt>
                <c:pt idx="877">
                  <c:v>1.76</c:v>
                </c:pt>
                <c:pt idx="878">
                  <c:v>1.76</c:v>
                </c:pt>
                <c:pt idx="879">
                  <c:v>1.76</c:v>
                </c:pt>
                <c:pt idx="880">
                  <c:v>1.76</c:v>
                </c:pt>
                <c:pt idx="881">
                  <c:v>1.76</c:v>
                </c:pt>
                <c:pt idx="882">
                  <c:v>1.76</c:v>
                </c:pt>
                <c:pt idx="883">
                  <c:v>1.76</c:v>
                </c:pt>
                <c:pt idx="884">
                  <c:v>1.76</c:v>
                </c:pt>
                <c:pt idx="885">
                  <c:v>1.76</c:v>
                </c:pt>
                <c:pt idx="886">
                  <c:v>1.76</c:v>
                </c:pt>
                <c:pt idx="887">
                  <c:v>1.76</c:v>
                </c:pt>
                <c:pt idx="888">
                  <c:v>1.76</c:v>
                </c:pt>
                <c:pt idx="889">
                  <c:v>1.76</c:v>
                </c:pt>
                <c:pt idx="890">
                  <c:v>1.76</c:v>
                </c:pt>
                <c:pt idx="891">
                  <c:v>1.76</c:v>
                </c:pt>
                <c:pt idx="892">
                  <c:v>1.76</c:v>
                </c:pt>
                <c:pt idx="893">
                  <c:v>1.76</c:v>
                </c:pt>
                <c:pt idx="894">
                  <c:v>1.76</c:v>
                </c:pt>
                <c:pt idx="895">
                  <c:v>1.76</c:v>
                </c:pt>
                <c:pt idx="896">
                  <c:v>1.76</c:v>
                </c:pt>
                <c:pt idx="897">
                  <c:v>1.76</c:v>
                </c:pt>
                <c:pt idx="898">
                  <c:v>1.76</c:v>
                </c:pt>
                <c:pt idx="899">
                  <c:v>1.76</c:v>
                </c:pt>
                <c:pt idx="900">
                  <c:v>1.76</c:v>
                </c:pt>
                <c:pt idx="901">
                  <c:v>1.76</c:v>
                </c:pt>
                <c:pt idx="902">
                  <c:v>1.76</c:v>
                </c:pt>
                <c:pt idx="903">
                  <c:v>1.76</c:v>
                </c:pt>
                <c:pt idx="904">
                  <c:v>1.76</c:v>
                </c:pt>
                <c:pt idx="905">
                  <c:v>1.76</c:v>
                </c:pt>
                <c:pt idx="906">
                  <c:v>1.76</c:v>
                </c:pt>
                <c:pt idx="907">
                  <c:v>1.76</c:v>
                </c:pt>
                <c:pt idx="908">
                  <c:v>1.76</c:v>
                </c:pt>
                <c:pt idx="909">
                  <c:v>1.76</c:v>
                </c:pt>
                <c:pt idx="910">
                  <c:v>1.76</c:v>
                </c:pt>
                <c:pt idx="911">
                  <c:v>1.76</c:v>
                </c:pt>
                <c:pt idx="912">
                  <c:v>1.76</c:v>
                </c:pt>
                <c:pt idx="913">
                  <c:v>1.76</c:v>
                </c:pt>
                <c:pt idx="914">
                  <c:v>1.76</c:v>
                </c:pt>
                <c:pt idx="915">
                  <c:v>1.76</c:v>
                </c:pt>
                <c:pt idx="916">
                  <c:v>1.76</c:v>
                </c:pt>
                <c:pt idx="917">
                  <c:v>1.76</c:v>
                </c:pt>
                <c:pt idx="918">
                  <c:v>1.76</c:v>
                </c:pt>
                <c:pt idx="919">
                  <c:v>1.76</c:v>
                </c:pt>
                <c:pt idx="920">
                  <c:v>1.76</c:v>
                </c:pt>
                <c:pt idx="921">
                  <c:v>1.76</c:v>
                </c:pt>
                <c:pt idx="922">
                  <c:v>1.76</c:v>
                </c:pt>
                <c:pt idx="923">
                  <c:v>1.76</c:v>
                </c:pt>
                <c:pt idx="924">
                  <c:v>1.76</c:v>
                </c:pt>
                <c:pt idx="925">
                  <c:v>1.76</c:v>
                </c:pt>
                <c:pt idx="926">
                  <c:v>1.76</c:v>
                </c:pt>
                <c:pt idx="927">
                  <c:v>1.76</c:v>
                </c:pt>
                <c:pt idx="928">
                  <c:v>1.76</c:v>
                </c:pt>
                <c:pt idx="929">
                  <c:v>1.76</c:v>
                </c:pt>
                <c:pt idx="930">
                  <c:v>1.76</c:v>
                </c:pt>
                <c:pt idx="931">
                  <c:v>1.76</c:v>
                </c:pt>
                <c:pt idx="932">
                  <c:v>1.76</c:v>
                </c:pt>
                <c:pt idx="933">
                  <c:v>1.76</c:v>
                </c:pt>
                <c:pt idx="934">
                  <c:v>1.76</c:v>
                </c:pt>
                <c:pt idx="935">
                  <c:v>1.76</c:v>
                </c:pt>
                <c:pt idx="936">
                  <c:v>1.76</c:v>
                </c:pt>
                <c:pt idx="937">
                  <c:v>1.76</c:v>
                </c:pt>
                <c:pt idx="938">
                  <c:v>1.76</c:v>
                </c:pt>
                <c:pt idx="939">
                  <c:v>1.76</c:v>
                </c:pt>
                <c:pt idx="940">
                  <c:v>1.76</c:v>
                </c:pt>
                <c:pt idx="941">
                  <c:v>1.76</c:v>
                </c:pt>
                <c:pt idx="942">
                  <c:v>1.76</c:v>
                </c:pt>
                <c:pt idx="943">
                  <c:v>1.76</c:v>
                </c:pt>
                <c:pt idx="944">
                  <c:v>1.76</c:v>
                </c:pt>
                <c:pt idx="945">
                  <c:v>1.76</c:v>
                </c:pt>
                <c:pt idx="946">
                  <c:v>1.76</c:v>
                </c:pt>
                <c:pt idx="947">
                  <c:v>1.76</c:v>
                </c:pt>
                <c:pt idx="948">
                  <c:v>1.76</c:v>
                </c:pt>
                <c:pt idx="949">
                  <c:v>1.76</c:v>
                </c:pt>
                <c:pt idx="950">
                  <c:v>1.76</c:v>
                </c:pt>
                <c:pt idx="951">
                  <c:v>1.76</c:v>
                </c:pt>
                <c:pt idx="952">
                  <c:v>1.76</c:v>
                </c:pt>
                <c:pt idx="953">
                  <c:v>1.76</c:v>
                </c:pt>
                <c:pt idx="954">
                  <c:v>1.76</c:v>
                </c:pt>
                <c:pt idx="955">
                  <c:v>1.76</c:v>
                </c:pt>
                <c:pt idx="956">
                  <c:v>1.76</c:v>
                </c:pt>
                <c:pt idx="957">
                  <c:v>1.76</c:v>
                </c:pt>
                <c:pt idx="958">
                  <c:v>1.76</c:v>
                </c:pt>
                <c:pt idx="959">
                  <c:v>1.76</c:v>
                </c:pt>
                <c:pt idx="960">
                  <c:v>1.76</c:v>
                </c:pt>
                <c:pt idx="961">
                  <c:v>1.76</c:v>
                </c:pt>
                <c:pt idx="962">
                  <c:v>1.76</c:v>
                </c:pt>
                <c:pt idx="963">
                  <c:v>1.76</c:v>
                </c:pt>
                <c:pt idx="964">
                  <c:v>1.76</c:v>
                </c:pt>
                <c:pt idx="965">
                  <c:v>1.76</c:v>
                </c:pt>
                <c:pt idx="966">
                  <c:v>1.76</c:v>
                </c:pt>
                <c:pt idx="967">
                  <c:v>1.76</c:v>
                </c:pt>
                <c:pt idx="968">
                  <c:v>1.76</c:v>
                </c:pt>
                <c:pt idx="969">
                  <c:v>1.76</c:v>
                </c:pt>
                <c:pt idx="970">
                  <c:v>1.76</c:v>
                </c:pt>
                <c:pt idx="971">
                  <c:v>1.76</c:v>
                </c:pt>
                <c:pt idx="972">
                  <c:v>1.76</c:v>
                </c:pt>
                <c:pt idx="973">
                  <c:v>1.76</c:v>
                </c:pt>
                <c:pt idx="974">
                  <c:v>1.76</c:v>
                </c:pt>
                <c:pt idx="975">
                  <c:v>1.76</c:v>
                </c:pt>
                <c:pt idx="976">
                  <c:v>1.76</c:v>
                </c:pt>
                <c:pt idx="977">
                  <c:v>1.76</c:v>
                </c:pt>
                <c:pt idx="978">
                  <c:v>1.76</c:v>
                </c:pt>
                <c:pt idx="979">
                  <c:v>1.76</c:v>
                </c:pt>
                <c:pt idx="980">
                  <c:v>1.76</c:v>
                </c:pt>
                <c:pt idx="981">
                  <c:v>1.76</c:v>
                </c:pt>
                <c:pt idx="982">
                  <c:v>1.76</c:v>
                </c:pt>
                <c:pt idx="983">
                  <c:v>1.76</c:v>
                </c:pt>
                <c:pt idx="984">
                  <c:v>1.76</c:v>
                </c:pt>
                <c:pt idx="985">
                  <c:v>1.76</c:v>
                </c:pt>
                <c:pt idx="986">
                  <c:v>1.76</c:v>
                </c:pt>
                <c:pt idx="987">
                  <c:v>1.76</c:v>
                </c:pt>
                <c:pt idx="988">
                  <c:v>1.76</c:v>
                </c:pt>
                <c:pt idx="989">
                  <c:v>1.76</c:v>
                </c:pt>
                <c:pt idx="990">
                  <c:v>1.76</c:v>
                </c:pt>
                <c:pt idx="991">
                  <c:v>1.76</c:v>
                </c:pt>
                <c:pt idx="992">
                  <c:v>1.76</c:v>
                </c:pt>
                <c:pt idx="993">
                  <c:v>1.76</c:v>
                </c:pt>
                <c:pt idx="994">
                  <c:v>1.76</c:v>
                </c:pt>
                <c:pt idx="995">
                  <c:v>1.76</c:v>
                </c:pt>
                <c:pt idx="996">
                  <c:v>1.76</c:v>
                </c:pt>
                <c:pt idx="997">
                  <c:v>1.76</c:v>
                </c:pt>
                <c:pt idx="998">
                  <c:v>1.76</c:v>
                </c:pt>
                <c:pt idx="999">
                  <c:v>1.76</c:v>
                </c:pt>
                <c:pt idx="1000">
                  <c:v>1.76</c:v>
                </c:pt>
                <c:pt idx="1001">
                  <c:v>1.76</c:v>
                </c:pt>
                <c:pt idx="1002">
                  <c:v>1.76</c:v>
                </c:pt>
                <c:pt idx="1003">
                  <c:v>1.76</c:v>
                </c:pt>
                <c:pt idx="1004">
                  <c:v>1.76</c:v>
                </c:pt>
                <c:pt idx="1005">
                  <c:v>1.76</c:v>
                </c:pt>
                <c:pt idx="1006">
                  <c:v>1.76</c:v>
                </c:pt>
                <c:pt idx="1007">
                  <c:v>1.76</c:v>
                </c:pt>
                <c:pt idx="1008">
                  <c:v>1.76</c:v>
                </c:pt>
                <c:pt idx="1009">
                  <c:v>1.76</c:v>
                </c:pt>
                <c:pt idx="1010">
                  <c:v>1.76</c:v>
                </c:pt>
                <c:pt idx="1011">
                  <c:v>1.76</c:v>
                </c:pt>
                <c:pt idx="1012">
                  <c:v>1.76</c:v>
                </c:pt>
                <c:pt idx="1013">
                  <c:v>1.76</c:v>
                </c:pt>
                <c:pt idx="1014">
                  <c:v>1.76</c:v>
                </c:pt>
                <c:pt idx="1015">
                  <c:v>1.76</c:v>
                </c:pt>
                <c:pt idx="1016">
                  <c:v>1.76</c:v>
                </c:pt>
                <c:pt idx="1017">
                  <c:v>1.76</c:v>
                </c:pt>
                <c:pt idx="1018">
                  <c:v>1.76</c:v>
                </c:pt>
                <c:pt idx="1019">
                  <c:v>1.76</c:v>
                </c:pt>
                <c:pt idx="1020">
                  <c:v>1.76</c:v>
                </c:pt>
                <c:pt idx="1021">
                  <c:v>1.76</c:v>
                </c:pt>
                <c:pt idx="1022">
                  <c:v>1.76</c:v>
                </c:pt>
                <c:pt idx="1023">
                  <c:v>1.76</c:v>
                </c:pt>
                <c:pt idx="1024">
                  <c:v>1.76</c:v>
                </c:pt>
                <c:pt idx="1025">
                  <c:v>1.76</c:v>
                </c:pt>
                <c:pt idx="1026">
                  <c:v>1.76</c:v>
                </c:pt>
                <c:pt idx="1027">
                  <c:v>1.76</c:v>
                </c:pt>
                <c:pt idx="1028">
                  <c:v>1.76</c:v>
                </c:pt>
                <c:pt idx="1029">
                  <c:v>1.76</c:v>
                </c:pt>
                <c:pt idx="1030">
                  <c:v>1.76</c:v>
                </c:pt>
                <c:pt idx="1031">
                  <c:v>1.76</c:v>
                </c:pt>
                <c:pt idx="1032">
                  <c:v>1.76</c:v>
                </c:pt>
                <c:pt idx="1033">
                  <c:v>1.76</c:v>
                </c:pt>
                <c:pt idx="1034">
                  <c:v>1.76</c:v>
                </c:pt>
                <c:pt idx="1035">
                  <c:v>1.76</c:v>
                </c:pt>
                <c:pt idx="1036">
                  <c:v>1.76</c:v>
                </c:pt>
                <c:pt idx="1037">
                  <c:v>1.76</c:v>
                </c:pt>
                <c:pt idx="1038">
                  <c:v>1.76</c:v>
                </c:pt>
                <c:pt idx="1039">
                  <c:v>1.76</c:v>
                </c:pt>
                <c:pt idx="1040">
                  <c:v>1.76</c:v>
                </c:pt>
                <c:pt idx="1041">
                  <c:v>1.76</c:v>
                </c:pt>
                <c:pt idx="1042">
                  <c:v>1.76</c:v>
                </c:pt>
                <c:pt idx="1043">
                  <c:v>1.76</c:v>
                </c:pt>
                <c:pt idx="1044">
                  <c:v>1.76</c:v>
                </c:pt>
                <c:pt idx="1045">
                  <c:v>1.76</c:v>
                </c:pt>
                <c:pt idx="1046">
                  <c:v>1.76</c:v>
                </c:pt>
                <c:pt idx="1047">
                  <c:v>1.76</c:v>
                </c:pt>
                <c:pt idx="1048">
                  <c:v>1.76</c:v>
                </c:pt>
                <c:pt idx="1049">
                  <c:v>1.76</c:v>
                </c:pt>
                <c:pt idx="1050">
                  <c:v>1.76</c:v>
                </c:pt>
                <c:pt idx="1051">
                  <c:v>1.76</c:v>
                </c:pt>
                <c:pt idx="1052">
                  <c:v>1.76</c:v>
                </c:pt>
                <c:pt idx="1053">
                  <c:v>1.76</c:v>
                </c:pt>
                <c:pt idx="1054">
                  <c:v>1.76</c:v>
                </c:pt>
                <c:pt idx="1055">
                  <c:v>1.76</c:v>
                </c:pt>
                <c:pt idx="1056">
                  <c:v>1.76</c:v>
                </c:pt>
                <c:pt idx="1057">
                  <c:v>1.76</c:v>
                </c:pt>
                <c:pt idx="1058">
                  <c:v>1.76</c:v>
                </c:pt>
                <c:pt idx="1059">
                  <c:v>1.76</c:v>
                </c:pt>
                <c:pt idx="1060">
                  <c:v>1.76</c:v>
                </c:pt>
                <c:pt idx="1061">
                  <c:v>1.76</c:v>
                </c:pt>
                <c:pt idx="1062">
                  <c:v>1.76</c:v>
                </c:pt>
                <c:pt idx="1063">
                  <c:v>1.76</c:v>
                </c:pt>
                <c:pt idx="1064">
                  <c:v>1.76</c:v>
                </c:pt>
                <c:pt idx="1065">
                  <c:v>1.76</c:v>
                </c:pt>
                <c:pt idx="1066">
                  <c:v>1.76</c:v>
                </c:pt>
                <c:pt idx="1067">
                  <c:v>1.76</c:v>
                </c:pt>
                <c:pt idx="1068">
                  <c:v>1.76</c:v>
                </c:pt>
                <c:pt idx="1069">
                  <c:v>1.76</c:v>
                </c:pt>
                <c:pt idx="1070">
                  <c:v>1.76</c:v>
                </c:pt>
                <c:pt idx="1071">
                  <c:v>1.76</c:v>
                </c:pt>
                <c:pt idx="1072">
                  <c:v>1.76</c:v>
                </c:pt>
                <c:pt idx="1073">
                  <c:v>1.76</c:v>
                </c:pt>
                <c:pt idx="1074">
                  <c:v>1.76</c:v>
                </c:pt>
                <c:pt idx="1075">
                  <c:v>1.76</c:v>
                </c:pt>
                <c:pt idx="1076">
                  <c:v>1.76</c:v>
                </c:pt>
                <c:pt idx="1077">
                  <c:v>1.76</c:v>
                </c:pt>
                <c:pt idx="1078">
                  <c:v>1.76</c:v>
                </c:pt>
                <c:pt idx="1079">
                  <c:v>1.76</c:v>
                </c:pt>
                <c:pt idx="1080">
                  <c:v>1.76</c:v>
                </c:pt>
                <c:pt idx="1081">
                  <c:v>1.76</c:v>
                </c:pt>
                <c:pt idx="1082">
                  <c:v>1.76</c:v>
                </c:pt>
                <c:pt idx="1083">
                  <c:v>1.76</c:v>
                </c:pt>
                <c:pt idx="1084">
                  <c:v>1.76</c:v>
                </c:pt>
                <c:pt idx="1085">
                  <c:v>1.76</c:v>
                </c:pt>
                <c:pt idx="1086">
                  <c:v>1.76</c:v>
                </c:pt>
                <c:pt idx="1087">
                  <c:v>1.76</c:v>
                </c:pt>
                <c:pt idx="1088">
                  <c:v>1.76</c:v>
                </c:pt>
                <c:pt idx="1089">
                  <c:v>1.76</c:v>
                </c:pt>
                <c:pt idx="1090">
                  <c:v>1.76</c:v>
                </c:pt>
                <c:pt idx="1091">
                  <c:v>1.76</c:v>
                </c:pt>
                <c:pt idx="1092">
                  <c:v>1.76</c:v>
                </c:pt>
                <c:pt idx="1093">
                  <c:v>1.76</c:v>
                </c:pt>
                <c:pt idx="1094">
                  <c:v>1.76</c:v>
                </c:pt>
                <c:pt idx="1095">
                  <c:v>1.76</c:v>
                </c:pt>
                <c:pt idx="1096">
                  <c:v>1.76</c:v>
                </c:pt>
                <c:pt idx="1097">
                  <c:v>1.76</c:v>
                </c:pt>
                <c:pt idx="1098">
                  <c:v>1.76</c:v>
                </c:pt>
                <c:pt idx="1099">
                  <c:v>1.76</c:v>
                </c:pt>
                <c:pt idx="1100">
                  <c:v>1.76</c:v>
                </c:pt>
                <c:pt idx="1101">
                  <c:v>1.76</c:v>
                </c:pt>
                <c:pt idx="1102">
                  <c:v>1.76</c:v>
                </c:pt>
                <c:pt idx="1103">
                  <c:v>1.76</c:v>
                </c:pt>
                <c:pt idx="1104">
                  <c:v>1.76</c:v>
                </c:pt>
                <c:pt idx="1105">
                  <c:v>1.76</c:v>
                </c:pt>
                <c:pt idx="1106">
                  <c:v>1.76</c:v>
                </c:pt>
                <c:pt idx="1107">
                  <c:v>1.76</c:v>
                </c:pt>
                <c:pt idx="1108">
                  <c:v>1.76</c:v>
                </c:pt>
                <c:pt idx="1109">
                  <c:v>1.76</c:v>
                </c:pt>
                <c:pt idx="1110">
                  <c:v>1.76</c:v>
                </c:pt>
                <c:pt idx="1111">
                  <c:v>1.76</c:v>
                </c:pt>
                <c:pt idx="1112">
                  <c:v>1.76</c:v>
                </c:pt>
                <c:pt idx="1113">
                  <c:v>1.76</c:v>
                </c:pt>
                <c:pt idx="1114">
                  <c:v>1.76</c:v>
                </c:pt>
                <c:pt idx="1115">
                  <c:v>1.76</c:v>
                </c:pt>
                <c:pt idx="1116">
                  <c:v>1.76</c:v>
                </c:pt>
                <c:pt idx="1117">
                  <c:v>1.76</c:v>
                </c:pt>
                <c:pt idx="1118">
                  <c:v>1.76</c:v>
                </c:pt>
                <c:pt idx="1119">
                  <c:v>1.76</c:v>
                </c:pt>
                <c:pt idx="1120">
                  <c:v>1.76</c:v>
                </c:pt>
                <c:pt idx="1121">
                  <c:v>1.76</c:v>
                </c:pt>
                <c:pt idx="1122">
                  <c:v>1.76</c:v>
                </c:pt>
                <c:pt idx="1123">
                  <c:v>1.76</c:v>
                </c:pt>
                <c:pt idx="1124">
                  <c:v>1.76</c:v>
                </c:pt>
                <c:pt idx="1125">
                  <c:v>1.76</c:v>
                </c:pt>
                <c:pt idx="1126">
                  <c:v>1.76</c:v>
                </c:pt>
                <c:pt idx="1127">
                  <c:v>1.76</c:v>
                </c:pt>
                <c:pt idx="1128">
                  <c:v>1.76</c:v>
                </c:pt>
                <c:pt idx="1129">
                  <c:v>1.76</c:v>
                </c:pt>
                <c:pt idx="1130">
                  <c:v>1.76</c:v>
                </c:pt>
                <c:pt idx="1131">
                  <c:v>1.76</c:v>
                </c:pt>
                <c:pt idx="1132">
                  <c:v>1.76</c:v>
                </c:pt>
                <c:pt idx="1133">
                  <c:v>1.76</c:v>
                </c:pt>
                <c:pt idx="1134">
                  <c:v>1.76</c:v>
                </c:pt>
                <c:pt idx="1135">
                  <c:v>1.76</c:v>
                </c:pt>
                <c:pt idx="1136">
                  <c:v>1.76</c:v>
                </c:pt>
                <c:pt idx="1137">
                  <c:v>1.76</c:v>
                </c:pt>
                <c:pt idx="1138">
                  <c:v>1.76</c:v>
                </c:pt>
                <c:pt idx="1139">
                  <c:v>1.76</c:v>
                </c:pt>
                <c:pt idx="1140">
                  <c:v>1.76</c:v>
                </c:pt>
                <c:pt idx="1141">
                  <c:v>1.76</c:v>
                </c:pt>
                <c:pt idx="1142">
                  <c:v>1.76</c:v>
                </c:pt>
                <c:pt idx="1143">
                  <c:v>1.76</c:v>
                </c:pt>
                <c:pt idx="1144">
                  <c:v>1.76</c:v>
                </c:pt>
                <c:pt idx="1145">
                  <c:v>1.76</c:v>
                </c:pt>
                <c:pt idx="1146">
                  <c:v>1.76</c:v>
                </c:pt>
                <c:pt idx="1147">
                  <c:v>1.76</c:v>
                </c:pt>
                <c:pt idx="1148">
                  <c:v>1.76</c:v>
                </c:pt>
                <c:pt idx="1149">
                  <c:v>1.76</c:v>
                </c:pt>
                <c:pt idx="1150">
                  <c:v>1.76</c:v>
                </c:pt>
                <c:pt idx="1151">
                  <c:v>1.76</c:v>
                </c:pt>
                <c:pt idx="1152">
                  <c:v>1.76</c:v>
                </c:pt>
                <c:pt idx="1153">
                  <c:v>1.76</c:v>
                </c:pt>
                <c:pt idx="1154">
                  <c:v>1.76</c:v>
                </c:pt>
                <c:pt idx="1155">
                  <c:v>1.76</c:v>
                </c:pt>
                <c:pt idx="1156">
                  <c:v>1.76</c:v>
                </c:pt>
                <c:pt idx="1157">
                  <c:v>1.76</c:v>
                </c:pt>
                <c:pt idx="1158">
                  <c:v>1.76</c:v>
                </c:pt>
                <c:pt idx="1159">
                  <c:v>1.76</c:v>
                </c:pt>
                <c:pt idx="1160">
                  <c:v>1.76</c:v>
                </c:pt>
                <c:pt idx="1161">
                  <c:v>1.76</c:v>
                </c:pt>
                <c:pt idx="1162">
                  <c:v>1.76</c:v>
                </c:pt>
                <c:pt idx="1163">
                  <c:v>1.76</c:v>
                </c:pt>
                <c:pt idx="1164">
                  <c:v>1.76</c:v>
                </c:pt>
                <c:pt idx="1165">
                  <c:v>1.76</c:v>
                </c:pt>
                <c:pt idx="1166">
                  <c:v>1.76</c:v>
                </c:pt>
                <c:pt idx="1167">
                  <c:v>1.76</c:v>
                </c:pt>
                <c:pt idx="1168">
                  <c:v>1.76</c:v>
                </c:pt>
                <c:pt idx="1169">
                  <c:v>1.76</c:v>
                </c:pt>
                <c:pt idx="1170">
                  <c:v>1.76</c:v>
                </c:pt>
                <c:pt idx="1171">
                  <c:v>1.76</c:v>
                </c:pt>
                <c:pt idx="1172">
                  <c:v>1.76</c:v>
                </c:pt>
                <c:pt idx="1173">
                  <c:v>1.76</c:v>
                </c:pt>
                <c:pt idx="1174">
                  <c:v>1.76</c:v>
                </c:pt>
                <c:pt idx="1175">
                  <c:v>1.76</c:v>
                </c:pt>
                <c:pt idx="1176">
                  <c:v>1.76</c:v>
                </c:pt>
                <c:pt idx="1177">
                  <c:v>1.76</c:v>
                </c:pt>
                <c:pt idx="1178">
                  <c:v>1.76</c:v>
                </c:pt>
                <c:pt idx="1179">
                  <c:v>1.76</c:v>
                </c:pt>
                <c:pt idx="1180">
                  <c:v>1.76</c:v>
                </c:pt>
                <c:pt idx="1181">
                  <c:v>1.76</c:v>
                </c:pt>
                <c:pt idx="1182">
                  <c:v>1.76</c:v>
                </c:pt>
                <c:pt idx="1183">
                  <c:v>1.76</c:v>
                </c:pt>
                <c:pt idx="1184">
                  <c:v>1.76</c:v>
                </c:pt>
                <c:pt idx="1185">
                  <c:v>1.76</c:v>
                </c:pt>
                <c:pt idx="1186">
                  <c:v>1.76</c:v>
                </c:pt>
                <c:pt idx="1187">
                  <c:v>1.76</c:v>
                </c:pt>
                <c:pt idx="1188">
                  <c:v>1.76</c:v>
                </c:pt>
                <c:pt idx="1189">
                  <c:v>1.76</c:v>
                </c:pt>
                <c:pt idx="1190">
                  <c:v>1.76</c:v>
                </c:pt>
                <c:pt idx="1191">
                  <c:v>1.76</c:v>
                </c:pt>
                <c:pt idx="1192">
                  <c:v>1.76</c:v>
                </c:pt>
                <c:pt idx="1193">
                  <c:v>1.76</c:v>
                </c:pt>
                <c:pt idx="1194">
                  <c:v>1.76</c:v>
                </c:pt>
                <c:pt idx="1195">
                  <c:v>1.76</c:v>
                </c:pt>
                <c:pt idx="1196">
                  <c:v>1.76</c:v>
                </c:pt>
                <c:pt idx="1197">
                  <c:v>1.76</c:v>
                </c:pt>
                <c:pt idx="1198">
                  <c:v>1.76</c:v>
                </c:pt>
                <c:pt idx="1199">
                  <c:v>1.76</c:v>
                </c:pt>
                <c:pt idx="1200">
                  <c:v>1.76</c:v>
                </c:pt>
                <c:pt idx="1201">
                  <c:v>1.76</c:v>
                </c:pt>
                <c:pt idx="1202">
                  <c:v>1.76</c:v>
                </c:pt>
                <c:pt idx="1203">
                  <c:v>1.76</c:v>
                </c:pt>
                <c:pt idx="1204">
                  <c:v>1.76</c:v>
                </c:pt>
                <c:pt idx="1205">
                  <c:v>1.76</c:v>
                </c:pt>
                <c:pt idx="1206">
                  <c:v>1.76</c:v>
                </c:pt>
                <c:pt idx="1207">
                  <c:v>1.76</c:v>
                </c:pt>
                <c:pt idx="1208">
                  <c:v>1.76</c:v>
                </c:pt>
                <c:pt idx="1209">
                  <c:v>1.76</c:v>
                </c:pt>
                <c:pt idx="1210">
                  <c:v>1.76</c:v>
                </c:pt>
                <c:pt idx="1211">
                  <c:v>1.76</c:v>
                </c:pt>
                <c:pt idx="1212">
                  <c:v>1.76</c:v>
                </c:pt>
                <c:pt idx="1213">
                  <c:v>1.76</c:v>
                </c:pt>
                <c:pt idx="1214">
                  <c:v>1.76</c:v>
                </c:pt>
                <c:pt idx="1215">
                  <c:v>1.76</c:v>
                </c:pt>
                <c:pt idx="1216">
                  <c:v>1.76</c:v>
                </c:pt>
                <c:pt idx="1217">
                  <c:v>1.76</c:v>
                </c:pt>
                <c:pt idx="1218">
                  <c:v>1.76</c:v>
                </c:pt>
                <c:pt idx="1219">
                  <c:v>1.76</c:v>
                </c:pt>
                <c:pt idx="1220">
                  <c:v>1.76</c:v>
                </c:pt>
                <c:pt idx="1221">
                  <c:v>1.76</c:v>
                </c:pt>
                <c:pt idx="1222">
                  <c:v>1.76</c:v>
                </c:pt>
                <c:pt idx="1223">
                  <c:v>1.76</c:v>
                </c:pt>
                <c:pt idx="1224">
                  <c:v>1.76</c:v>
                </c:pt>
                <c:pt idx="1225">
                  <c:v>1.76</c:v>
                </c:pt>
                <c:pt idx="1226">
                  <c:v>1.76</c:v>
                </c:pt>
                <c:pt idx="1227">
                  <c:v>1.76</c:v>
                </c:pt>
                <c:pt idx="1228">
                  <c:v>1.76</c:v>
                </c:pt>
                <c:pt idx="1229">
                  <c:v>1.76</c:v>
                </c:pt>
                <c:pt idx="1230">
                  <c:v>1.76</c:v>
                </c:pt>
                <c:pt idx="1231">
                  <c:v>1.76</c:v>
                </c:pt>
                <c:pt idx="1232">
                  <c:v>1.76</c:v>
                </c:pt>
                <c:pt idx="1233">
                  <c:v>1.76</c:v>
                </c:pt>
                <c:pt idx="1234">
                  <c:v>1.76</c:v>
                </c:pt>
                <c:pt idx="1235">
                  <c:v>1.76</c:v>
                </c:pt>
                <c:pt idx="1236">
                  <c:v>1.76</c:v>
                </c:pt>
                <c:pt idx="1237">
                  <c:v>1.76</c:v>
                </c:pt>
                <c:pt idx="1238">
                  <c:v>1.76</c:v>
                </c:pt>
                <c:pt idx="1239">
                  <c:v>1.76</c:v>
                </c:pt>
                <c:pt idx="1240">
                  <c:v>1.76</c:v>
                </c:pt>
                <c:pt idx="1241">
                  <c:v>1.76</c:v>
                </c:pt>
                <c:pt idx="1242">
                  <c:v>1.76</c:v>
                </c:pt>
                <c:pt idx="1243">
                  <c:v>1.76</c:v>
                </c:pt>
                <c:pt idx="1244">
                  <c:v>1.76</c:v>
                </c:pt>
                <c:pt idx="1245">
                  <c:v>1.76</c:v>
                </c:pt>
                <c:pt idx="1246">
                  <c:v>1.76</c:v>
                </c:pt>
                <c:pt idx="1247">
                  <c:v>1.76</c:v>
                </c:pt>
                <c:pt idx="1248">
                  <c:v>1.76</c:v>
                </c:pt>
                <c:pt idx="1249">
                  <c:v>1.76</c:v>
                </c:pt>
                <c:pt idx="1250">
                  <c:v>1.76</c:v>
                </c:pt>
                <c:pt idx="1251">
                  <c:v>1.76</c:v>
                </c:pt>
                <c:pt idx="1252">
                  <c:v>1.76</c:v>
                </c:pt>
                <c:pt idx="1253">
                  <c:v>1.76</c:v>
                </c:pt>
                <c:pt idx="1254">
                  <c:v>1.76</c:v>
                </c:pt>
                <c:pt idx="1255">
                  <c:v>1.76</c:v>
                </c:pt>
                <c:pt idx="1256">
                  <c:v>1.76</c:v>
                </c:pt>
                <c:pt idx="1257">
                  <c:v>1.76</c:v>
                </c:pt>
                <c:pt idx="1258">
                  <c:v>1.76</c:v>
                </c:pt>
                <c:pt idx="1259">
                  <c:v>1.76</c:v>
                </c:pt>
                <c:pt idx="1260">
                  <c:v>1.76</c:v>
                </c:pt>
                <c:pt idx="1261">
                  <c:v>1.76</c:v>
                </c:pt>
                <c:pt idx="1262">
                  <c:v>1.76</c:v>
                </c:pt>
                <c:pt idx="1263">
                  <c:v>1.76</c:v>
                </c:pt>
                <c:pt idx="1264">
                  <c:v>1.76</c:v>
                </c:pt>
                <c:pt idx="1265">
                  <c:v>1.76</c:v>
                </c:pt>
                <c:pt idx="1266">
                  <c:v>1.76</c:v>
                </c:pt>
                <c:pt idx="1267">
                  <c:v>1.76</c:v>
                </c:pt>
                <c:pt idx="1268">
                  <c:v>1.76</c:v>
                </c:pt>
                <c:pt idx="1269">
                  <c:v>1.76</c:v>
                </c:pt>
                <c:pt idx="1270">
                  <c:v>1.76</c:v>
                </c:pt>
                <c:pt idx="1271">
                  <c:v>1.76</c:v>
                </c:pt>
                <c:pt idx="1272">
                  <c:v>1.76</c:v>
                </c:pt>
                <c:pt idx="1273">
                  <c:v>1.76</c:v>
                </c:pt>
                <c:pt idx="1274">
                  <c:v>1.76</c:v>
                </c:pt>
                <c:pt idx="1275">
                  <c:v>1.76</c:v>
                </c:pt>
                <c:pt idx="1276">
                  <c:v>1.76</c:v>
                </c:pt>
                <c:pt idx="1277">
                  <c:v>1.76</c:v>
                </c:pt>
                <c:pt idx="1278">
                  <c:v>1.76</c:v>
                </c:pt>
                <c:pt idx="1279">
                  <c:v>1.76</c:v>
                </c:pt>
                <c:pt idx="1280">
                  <c:v>1.76</c:v>
                </c:pt>
                <c:pt idx="1281">
                  <c:v>1.76</c:v>
                </c:pt>
                <c:pt idx="1282">
                  <c:v>1.76</c:v>
                </c:pt>
                <c:pt idx="1283">
                  <c:v>1.76</c:v>
                </c:pt>
                <c:pt idx="1284">
                  <c:v>1.76</c:v>
                </c:pt>
                <c:pt idx="1285">
                  <c:v>1.76</c:v>
                </c:pt>
                <c:pt idx="1286">
                  <c:v>1.76</c:v>
                </c:pt>
                <c:pt idx="1287">
                  <c:v>1.76</c:v>
                </c:pt>
                <c:pt idx="1288">
                  <c:v>1.76</c:v>
                </c:pt>
                <c:pt idx="1289">
                  <c:v>1.76</c:v>
                </c:pt>
                <c:pt idx="1290">
                  <c:v>1.76</c:v>
                </c:pt>
                <c:pt idx="1291">
                  <c:v>1.76</c:v>
                </c:pt>
                <c:pt idx="1292">
                  <c:v>1.76</c:v>
                </c:pt>
                <c:pt idx="1293">
                  <c:v>1.76</c:v>
                </c:pt>
                <c:pt idx="1294">
                  <c:v>1.76</c:v>
                </c:pt>
                <c:pt idx="1295">
                  <c:v>1.76</c:v>
                </c:pt>
                <c:pt idx="1296">
                  <c:v>1.76</c:v>
                </c:pt>
                <c:pt idx="1297">
                  <c:v>1.76</c:v>
                </c:pt>
                <c:pt idx="1298">
                  <c:v>1.76</c:v>
                </c:pt>
                <c:pt idx="1299">
                  <c:v>1.76</c:v>
                </c:pt>
                <c:pt idx="1300">
                  <c:v>1.76</c:v>
                </c:pt>
                <c:pt idx="1301">
                  <c:v>1.76</c:v>
                </c:pt>
                <c:pt idx="1302">
                  <c:v>1.76</c:v>
                </c:pt>
                <c:pt idx="1303">
                  <c:v>1.76</c:v>
                </c:pt>
                <c:pt idx="1304">
                  <c:v>1.76</c:v>
                </c:pt>
                <c:pt idx="1305">
                  <c:v>1.76</c:v>
                </c:pt>
                <c:pt idx="1306">
                  <c:v>1.76</c:v>
                </c:pt>
                <c:pt idx="1307">
                  <c:v>1.76</c:v>
                </c:pt>
                <c:pt idx="1308">
                  <c:v>1.76</c:v>
                </c:pt>
                <c:pt idx="1309">
                  <c:v>1.76</c:v>
                </c:pt>
                <c:pt idx="1310">
                  <c:v>1.76</c:v>
                </c:pt>
                <c:pt idx="1311">
                  <c:v>1.76</c:v>
                </c:pt>
                <c:pt idx="1312">
                  <c:v>1.76</c:v>
                </c:pt>
                <c:pt idx="1313">
                  <c:v>1.76</c:v>
                </c:pt>
                <c:pt idx="1314">
                  <c:v>1.76</c:v>
                </c:pt>
                <c:pt idx="1315">
                  <c:v>1.76</c:v>
                </c:pt>
                <c:pt idx="1316">
                  <c:v>1.76</c:v>
                </c:pt>
                <c:pt idx="1317">
                  <c:v>1.76</c:v>
                </c:pt>
                <c:pt idx="1318">
                  <c:v>1.76</c:v>
                </c:pt>
                <c:pt idx="1319">
                  <c:v>1.76</c:v>
                </c:pt>
                <c:pt idx="1320">
                  <c:v>1.76</c:v>
                </c:pt>
                <c:pt idx="1321">
                  <c:v>1.76</c:v>
                </c:pt>
                <c:pt idx="1322">
                  <c:v>1.76</c:v>
                </c:pt>
                <c:pt idx="1323">
                  <c:v>1.76</c:v>
                </c:pt>
                <c:pt idx="1324">
                  <c:v>1.76</c:v>
                </c:pt>
                <c:pt idx="1325">
                  <c:v>1.76</c:v>
                </c:pt>
                <c:pt idx="1326">
                  <c:v>1.76</c:v>
                </c:pt>
                <c:pt idx="1327">
                  <c:v>1.76</c:v>
                </c:pt>
                <c:pt idx="1328">
                  <c:v>1.76</c:v>
                </c:pt>
                <c:pt idx="1329">
                  <c:v>1.76</c:v>
                </c:pt>
                <c:pt idx="1330">
                  <c:v>1.76</c:v>
                </c:pt>
                <c:pt idx="1331">
                  <c:v>1.76</c:v>
                </c:pt>
                <c:pt idx="1332">
                  <c:v>1.76</c:v>
                </c:pt>
                <c:pt idx="1333">
                  <c:v>1.76</c:v>
                </c:pt>
                <c:pt idx="1334">
                  <c:v>1.76</c:v>
                </c:pt>
                <c:pt idx="1335">
                  <c:v>1.76</c:v>
                </c:pt>
                <c:pt idx="1336">
                  <c:v>1.76</c:v>
                </c:pt>
                <c:pt idx="1337">
                  <c:v>1.76</c:v>
                </c:pt>
                <c:pt idx="1338">
                  <c:v>1.76</c:v>
                </c:pt>
                <c:pt idx="1339">
                  <c:v>1.76</c:v>
                </c:pt>
                <c:pt idx="1340">
                  <c:v>1.76</c:v>
                </c:pt>
                <c:pt idx="1341">
                  <c:v>1.76</c:v>
                </c:pt>
                <c:pt idx="1342">
                  <c:v>1.76</c:v>
                </c:pt>
                <c:pt idx="1343">
                  <c:v>1.76</c:v>
                </c:pt>
                <c:pt idx="1344">
                  <c:v>1.76</c:v>
                </c:pt>
                <c:pt idx="1345">
                  <c:v>1.76</c:v>
                </c:pt>
                <c:pt idx="1346">
                  <c:v>1.76</c:v>
                </c:pt>
                <c:pt idx="1347">
                  <c:v>1.76</c:v>
                </c:pt>
                <c:pt idx="1348">
                  <c:v>1.76</c:v>
                </c:pt>
                <c:pt idx="1349">
                  <c:v>1.76</c:v>
                </c:pt>
                <c:pt idx="1350">
                  <c:v>1.76</c:v>
                </c:pt>
                <c:pt idx="1351">
                  <c:v>1.76</c:v>
                </c:pt>
                <c:pt idx="1352">
                  <c:v>1.76</c:v>
                </c:pt>
                <c:pt idx="1353">
                  <c:v>1.76</c:v>
                </c:pt>
                <c:pt idx="1354">
                  <c:v>1.76</c:v>
                </c:pt>
                <c:pt idx="1355">
                  <c:v>1.76</c:v>
                </c:pt>
                <c:pt idx="1356">
                  <c:v>1.76</c:v>
                </c:pt>
                <c:pt idx="1357">
                  <c:v>1.76</c:v>
                </c:pt>
                <c:pt idx="1358">
                  <c:v>1.76</c:v>
                </c:pt>
                <c:pt idx="1359">
                  <c:v>1.76</c:v>
                </c:pt>
                <c:pt idx="1360">
                  <c:v>1.76</c:v>
                </c:pt>
                <c:pt idx="1361">
                  <c:v>1.76</c:v>
                </c:pt>
                <c:pt idx="1362">
                  <c:v>1.76</c:v>
                </c:pt>
                <c:pt idx="1363">
                  <c:v>1.76</c:v>
                </c:pt>
                <c:pt idx="1364">
                  <c:v>1.76</c:v>
                </c:pt>
                <c:pt idx="1365">
                  <c:v>1.76</c:v>
                </c:pt>
                <c:pt idx="1366">
                  <c:v>1.76</c:v>
                </c:pt>
                <c:pt idx="1367">
                  <c:v>1.76</c:v>
                </c:pt>
                <c:pt idx="1368">
                  <c:v>1.76</c:v>
                </c:pt>
                <c:pt idx="1369">
                  <c:v>1.76</c:v>
                </c:pt>
                <c:pt idx="1370">
                  <c:v>1.76</c:v>
                </c:pt>
                <c:pt idx="1371">
                  <c:v>1.76</c:v>
                </c:pt>
                <c:pt idx="1372">
                  <c:v>1.76</c:v>
                </c:pt>
                <c:pt idx="1373">
                  <c:v>1.76</c:v>
                </c:pt>
                <c:pt idx="1374">
                  <c:v>1.76</c:v>
                </c:pt>
                <c:pt idx="1375">
                  <c:v>1.76</c:v>
                </c:pt>
                <c:pt idx="1376">
                  <c:v>1.76</c:v>
                </c:pt>
                <c:pt idx="1377">
                  <c:v>1.76</c:v>
                </c:pt>
                <c:pt idx="1378">
                  <c:v>1.76</c:v>
                </c:pt>
                <c:pt idx="1379">
                  <c:v>1.76</c:v>
                </c:pt>
                <c:pt idx="1380">
                  <c:v>1.76</c:v>
                </c:pt>
                <c:pt idx="1381">
                  <c:v>1.76</c:v>
                </c:pt>
                <c:pt idx="1382">
                  <c:v>1.76</c:v>
                </c:pt>
                <c:pt idx="1383">
                  <c:v>1.76</c:v>
                </c:pt>
                <c:pt idx="1384">
                  <c:v>1.76</c:v>
                </c:pt>
                <c:pt idx="1385">
                  <c:v>1.76</c:v>
                </c:pt>
                <c:pt idx="1386">
                  <c:v>1.76</c:v>
                </c:pt>
                <c:pt idx="1387">
                  <c:v>1.76</c:v>
                </c:pt>
                <c:pt idx="1388">
                  <c:v>1.76</c:v>
                </c:pt>
                <c:pt idx="1389">
                  <c:v>1.76</c:v>
                </c:pt>
                <c:pt idx="1390">
                  <c:v>1.76</c:v>
                </c:pt>
                <c:pt idx="1391">
                  <c:v>1.76</c:v>
                </c:pt>
                <c:pt idx="1392">
                  <c:v>1.76</c:v>
                </c:pt>
                <c:pt idx="1393">
                  <c:v>1.76</c:v>
                </c:pt>
                <c:pt idx="1394">
                  <c:v>1.76</c:v>
                </c:pt>
                <c:pt idx="1395">
                  <c:v>1.76</c:v>
                </c:pt>
                <c:pt idx="1396">
                  <c:v>1.76</c:v>
                </c:pt>
                <c:pt idx="1397">
                  <c:v>1.76</c:v>
                </c:pt>
                <c:pt idx="1398">
                  <c:v>1.76</c:v>
                </c:pt>
                <c:pt idx="1399">
                  <c:v>1.76</c:v>
                </c:pt>
                <c:pt idx="1400">
                  <c:v>1.76</c:v>
                </c:pt>
                <c:pt idx="1401">
                  <c:v>1.76</c:v>
                </c:pt>
                <c:pt idx="1402">
                  <c:v>1.76</c:v>
                </c:pt>
                <c:pt idx="1403">
                  <c:v>1.76</c:v>
                </c:pt>
                <c:pt idx="1404">
                  <c:v>1.76</c:v>
                </c:pt>
                <c:pt idx="1405">
                  <c:v>1.76</c:v>
                </c:pt>
                <c:pt idx="1406">
                  <c:v>1.76</c:v>
                </c:pt>
                <c:pt idx="1407">
                  <c:v>1.76</c:v>
                </c:pt>
                <c:pt idx="1408">
                  <c:v>1.76</c:v>
                </c:pt>
                <c:pt idx="1409">
                  <c:v>1.76</c:v>
                </c:pt>
                <c:pt idx="1410">
                  <c:v>1.76</c:v>
                </c:pt>
                <c:pt idx="1411">
                  <c:v>1.76</c:v>
                </c:pt>
                <c:pt idx="1412">
                  <c:v>1.76</c:v>
                </c:pt>
                <c:pt idx="1413">
                  <c:v>1.76</c:v>
                </c:pt>
                <c:pt idx="1414">
                  <c:v>1.76</c:v>
                </c:pt>
                <c:pt idx="1415">
                  <c:v>1.76</c:v>
                </c:pt>
                <c:pt idx="1416">
                  <c:v>1.76</c:v>
                </c:pt>
                <c:pt idx="1417">
                  <c:v>1.76</c:v>
                </c:pt>
                <c:pt idx="1418">
                  <c:v>1.76</c:v>
                </c:pt>
                <c:pt idx="1419">
                  <c:v>1.76</c:v>
                </c:pt>
                <c:pt idx="1420">
                  <c:v>1.76</c:v>
                </c:pt>
                <c:pt idx="1421">
                  <c:v>1.76</c:v>
                </c:pt>
                <c:pt idx="1422">
                  <c:v>1.76</c:v>
                </c:pt>
                <c:pt idx="1423">
                  <c:v>1.76</c:v>
                </c:pt>
                <c:pt idx="1424">
                  <c:v>1.76</c:v>
                </c:pt>
                <c:pt idx="1425">
                  <c:v>1.76</c:v>
                </c:pt>
                <c:pt idx="1426">
                  <c:v>1.76</c:v>
                </c:pt>
                <c:pt idx="1427">
                  <c:v>1.76</c:v>
                </c:pt>
                <c:pt idx="1428">
                  <c:v>1.76</c:v>
                </c:pt>
                <c:pt idx="1429">
                  <c:v>1.76</c:v>
                </c:pt>
                <c:pt idx="1430">
                  <c:v>1.76</c:v>
                </c:pt>
                <c:pt idx="1431">
                  <c:v>1.76</c:v>
                </c:pt>
                <c:pt idx="1432">
                  <c:v>1.76</c:v>
                </c:pt>
                <c:pt idx="1433">
                  <c:v>1.76</c:v>
                </c:pt>
                <c:pt idx="1434">
                  <c:v>1.76</c:v>
                </c:pt>
                <c:pt idx="1435">
                  <c:v>1.76</c:v>
                </c:pt>
                <c:pt idx="1436">
                  <c:v>1.76</c:v>
                </c:pt>
                <c:pt idx="1437">
                  <c:v>1.76</c:v>
                </c:pt>
                <c:pt idx="1438">
                  <c:v>1.76</c:v>
                </c:pt>
                <c:pt idx="1439">
                  <c:v>1.76</c:v>
                </c:pt>
                <c:pt idx="1440">
                  <c:v>1.76</c:v>
                </c:pt>
                <c:pt idx="1441">
                  <c:v>1.76</c:v>
                </c:pt>
                <c:pt idx="1442">
                  <c:v>1.76</c:v>
                </c:pt>
                <c:pt idx="1443">
                  <c:v>1.76</c:v>
                </c:pt>
                <c:pt idx="1444">
                  <c:v>1.76</c:v>
                </c:pt>
                <c:pt idx="1445">
                  <c:v>1.76</c:v>
                </c:pt>
                <c:pt idx="1446">
                  <c:v>1.76</c:v>
                </c:pt>
                <c:pt idx="1447">
                  <c:v>1.76</c:v>
                </c:pt>
                <c:pt idx="1448">
                  <c:v>1.76</c:v>
                </c:pt>
                <c:pt idx="1449">
                  <c:v>1.76</c:v>
                </c:pt>
                <c:pt idx="1450">
                  <c:v>1.76</c:v>
                </c:pt>
                <c:pt idx="1451">
                  <c:v>1.76</c:v>
                </c:pt>
                <c:pt idx="1452">
                  <c:v>1.76</c:v>
                </c:pt>
                <c:pt idx="1453">
                  <c:v>1.76</c:v>
                </c:pt>
                <c:pt idx="1454">
                  <c:v>1.76</c:v>
                </c:pt>
                <c:pt idx="1455">
                  <c:v>1.76</c:v>
                </c:pt>
                <c:pt idx="1456">
                  <c:v>1.76</c:v>
                </c:pt>
                <c:pt idx="1457">
                  <c:v>1.76</c:v>
                </c:pt>
                <c:pt idx="1458">
                  <c:v>1.76</c:v>
                </c:pt>
                <c:pt idx="1459">
                  <c:v>1.76</c:v>
                </c:pt>
                <c:pt idx="1460">
                  <c:v>1.76</c:v>
                </c:pt>
                <c:pt idx="1461">
                  <c:v>1.76</c:v>
                </c:pt>
                <c:pt idx="1462">
                  <c:v>1.76</c:v>
                </c:pt>
                <c:pt idx="1463">
                  <c:v>1.76</c:v>
                </c:pt>
                <c:pt idx="1464">
                  <c:v>1.76</c:v>
                </c:pt>
                <c:pt idx="1465">
                  <c:v>1.76</c:v>
                </c:pt>
                <c:pt idx="1466">
                  <c:v>1.76</c:v>
                </c:pt>
                <c:pt idx="1467">
                  <c:v>1.76</c:v>
                </c:pt>
                <c:pt idx="1468">
                  <c:v>1.76</c:v>
                </c:pt>
                <c:pt idx="1469">
                  <c:v>1.76</c:v>
                </c:pt>
                <c:pt idx="1470">
                  <c:v>1.76</c:v>
                </c:pt>
                <c:pt idx="1471">
                  <c:v>1.76</c:v>
                </c:pt>
                <c:pt idx="1472">
                  <c:v>1.76</c:v>
                </c:pt>
                <c:pt idx="1473">
                  <c:v>1.76</c:v>
                </c:pt>
                <c:pt idx="1474">
                  <c:v>1.76</c:v>
                </c:pt>
                <c:pt idx="1475">
                  <c:v>1.76</c:v>
                </c:pt>
                <c:pt idx="1476">
                  <c:v>1.76</c:v>
                </c:pt>
                <c:pt idx="1477">
                  <c:v>1.76</c:v>
                </c:pt>
                <c:pt idx="1478">
                  <c:v>1.76</c:v>
                </c:pt>
                <c:pt idx="1479">
                  <c:v>1.76</c:v>
                </c:pt>
                <c:pt idx="1480">
                  <c:v>1.76</c:v>
                </c:pt>
                <c:pt idx="1481">
                  <c:v>1.76</c:v>
                </c:pt>
                <c:pt idx="1482">
                  <c:v>1.76</c:v>
                </c:pt>
                <c:pt idx="1483">
                  <c:v>1.76</c:v>
                </c:pt>
                <c:pt idx="1484">
                  <c:v>1.76</c:v>
                </c:pt>
                <c:pt idx="1485">
                  <c:v>1.76</c:v>
                </c:pt>
                <c:pt idx="1486">
                  <c:v>1.76</c:v>
                </c:pt>
                <c:pt idx="1487">
                  <c:v>1.76</c:v>
                </c:pt>
                <c:pt idx="1488">
                  <c:v>1.76</c:v>
                </c:pt>
                <c:pt idx="1489">
                  <c:v>1.76</c:v>
                </c:pt>
                <c:pt idx="1490">
                  <c:v>1.76</c:v>
                </c:pt>
                <c:pt idx="1491">
                  <c:v>1.76</c:v>
                </c:pt>
                <c:pt idx="1492">
                  <c:v>1.76</c:v>
                </c:pt>
                <c:pt idx="1493">
                  <c:v>1.76</c:v>
                </c:pt>
                <c:pt idx="1494">
                  <c:v>1.76</c:v>
                </c:pt>
                <c:pt idx="1495">
                  <c:v>1.76</c:v>
                </c:pt>
                <c:pt idx="1496">
                  <c:v>1.76</c:v>
                </c:pt>
                <c:pt idx="1497">
                  <c:v>1.76</c:v>
                </c:pt>
                <c:pt idx="1498">
                  <c:v>1.76</c:v>
                </c:pt>
                <c:pt idx="1499">
                  <c:v>1.76</c:v>
                </c:pt>
                <c:pt idx="1500">
                  <c:v>1.76</c:v>
                </c:pt>
                <c:pt idx="1501">
                  <c:v>1.76</c:v>
                </c:pt>
                <c:pt idx="1502">
                  <c:v>1.76</c:v>
                </c:pt>
                <c:pt idx="1503">
                  <c:v>1.76</c:v>
                </c:pt>
                <c:pt idx="1504">
                  <c:v>1.76</c:v>
                </c:pt>
                <c:pt idx="1505">
                  <c:v>1.76</c:v>
                </c:pt>
                <c:pt idx="1506">
                  <c:v>1.76</c:v>
                </c:pt>
                <c:pt idx="1507">
                  <c:v>1.76</c:v>
                </c:pt>
                <c:pt idx="1508">
                  <c:v>1.76</c:v>
                </c:pt>
                <c:pt idx="1509">
                  <c:v>1.76</c:v>
                </c:pt>
                <c:pt idx="1510">
                  <c:v>1.76</c:v>
                </c:pt>
                <c:pt idx="1511">
                  <c:v>1.76</c:v>
                </c:pt>
                <c:pt idx="1512">
                  <c:v>1.76</c:v>
                </c:pt>
                <c:pt idx="1513">
                  <c:v>1.76</c:v>
                </c:pt>
                <c:pt idx="1514">
                  <c:v>1.76</c:v>
                </c:pt>
                <c:pt idx="1515">
                  <c:v>1.76</c:v>
                </c:pt>
                <c:pt idx="1516">
                  <c:v>1.76</c:v>
                </c:pt>
                <c:pt idx="1517">
                  <c:v>1.76</c:v>
                </c:pt>
                <c:pt idx="1518">
                  <c:v>1.76</c:v>
                </c:pt>
                <c:pt idx="1519">
                  <c:v>1.76</c:v>
                </c:pt>
                <c:pt idx="1520">
                  <c:v>1.76</c:v>
                </c:pt>
                <c:pt idx="1521">
                  <c:v>1.76</c:v>
                </c:pt>
                <c:pt idx="1522">
                  <c:v>1.76</c:v>
                </c:pt>
                <c:pt idx="1523">
                  <c:v>1.76</c:v>
                </c:pt>
                <c:pt idx="1524">
                  <c:v>1.76</c:v>
                </c:pt>
                <c:pt idx="1525">
                  <c:v>1.76</c:v>
                </c:pt>
                <c:pt idx="1526">
                  <c:v>1.76</c:v>
                </c:pt>
                <c:pt idx="1527">
                  <c:v>1.76</c:v>
                </c:pt>
                <c:pt idx="1528">
                  <c:v>1.76</c:v>
                </c:pt>
                <c:pt idx="1529">
                  <c:v>1.76</c:v>
                </c:pt>
                <c:pt idx="1530">
                  <c:v>1.76</c:v>
                </c:pt>
                <c:pt idx="1531">
                  <c:v>1.76</c:v>
                </c:pt>
                <c:pt idx="1532">
                  <c:v>1.76</c:v>
                </c:pt>
                <c:pt idx="1533">
                  <c:v>1.76</c:v>
                </c:pt>
                <c:pt idx="1534">
                  <c:v>1.76</c:v>
                </c:pt>
                <c:pt idx="1535">
                  <c:v>1.76</c:v>
                </c:pt>
                <c:pt idx="1536">
                  <c:v>1.76</c:v>
                </c:pt>
                <c:pt idx="1537">
                  <c:v>1.76</c:v>
                </c:pt>
                <c:pt idx="1538">
                  <c:v>1.76</c:v>
                </c:pt>
                <c:pt idx="1539">
                  <c:v>1.76</c:v>
                </c:pt>
                <c:pt idx="1540">
                  <c:v>1.76</c:v>
                </c:pt>
                <c:pt idx="1541">
                  <c:v>1.76</c:v>
                </c:pt>
                <c:pt idx="1542">
                  <c:v>1.76</c:v>
                </c:pt>
                <c:pt idx="1543">
                  <c:v>1.76</c:v>
                </c:pt>
                <c:pt idx="1544">
                  <c:v>1.76</c:v>
                </c:pt>
                <c:pt idx="1545">
                  <c:v>1.76</c:v>
                </c:pt>
                <c:pt idx="1546">
                  <c:v>1.76</c:v>
                </c:pt>
                <c:pt idx="1547">
                  <c:v>1.76</c:v>
                </c:pt>
                <c:pt idx="1548">
                  <c:v>1.76</c:v>
                </c:pt>
                <c:pt idx="1549">
                  <c:v>1.76</c:v>
                </c:pt>
                <c:pt idx="1550">
                  <c:v>1.76</c:v>
                </c:pt>
                <c:pt idx="1551">
                  <c:v>1.76</c:v>
                </c:pt>
                <c:pt idx="1552">
                  <c:v>1.76</c:v>
                </c:pt>
                <c:pt idx="1553">
                  <c:v>1.76</c:v>
                </c:pt>
                <c:pt idx="1554">
                  <c:v>1.76</c:v>
                </c:pt>
                <c:pt idx="1555">
                  <c:v>1.76</c:v>
                </c:pt>
                <c:pt idx="1556">
                  <c:v>1.76</c:v>
                </c:pt>
                <c:pt idx="1557">
                  <c:v>1.76</c:v>
                </c:pt>
                <c:pt idx="1558">
                  <c:v>1.76</c:v>
                </c:pt>
                <c:pt idx="1559">
                  <c:v>1.76</c:v>
                </c:pt>
                <c:pt idx="1560">
                  <c:v>1.76</c:v>
                </c:pt>
                <c:pt idx="1561">
                  <c:v>1.76</c:v>
                </c:pt>
                <c:pt idx="1562">
                  <c:v>1.76</c:v>
                </c:pt>
                <c:pt idx="1563">
                  <c:v>1.76</c:v>
                </c:pt>
                <c:pt idx="1564">
                  <c:v>1.76</c:v>
                </c:pt>
                <c:pt idx="1565">
                  <c:v>1.76</c:v>
                </c:pt>
                <c:pt idx="1566">
                  <c:v>1.76</c:v>
                </c:pt>
                <c:pt idx="1567">
                  <c:v>1.76</c:v>
                </c:pt>
                <c:pt idx="1568">
                  <c:v>1.76</c:v>
                </c:pt>
                <c:pt idx="1569">
                  <c:v>1.76</c:v>
                </c:pt>
                <c:pt idx="1570">
                  <c:v>1.76</c:v>
                </c:pt>
                <c:pt idx="1571">
                  <c:v>1.76</c:v>
                </c:pt>
                <c:pt idx="1572">
                  <c:v>1.76</c:v>
                </c:pt>
                <c:pt idx="1573">
                  <c:v>1.76</c:v>
                </c:pt>
                <c:pt idx="1574">
                  <c:v>1.76</c:v>
                </c:pt>
                <c:pt idx="1575">
                  <c:v>1.76</c:v>
                </c:pt>
                <c:pt idx="1576">
                  <c:v>1.76</c:v>
                </c:pt>
                <c:pt idx="1577">
                  <c:v>1.76</c:v>
                </c:pt>
                <c:pt idx="1578">
                  <c:v>1.76</c:v>
                </c:pt>
                <c:pt idx="1579">
                  <c:v>1.76</c:v>
                </c:pt>
                <c:pt idx="1580">
                  <c:v>1.76</c:v>
                </c:pt>
                <c:pt idx="1581">
                  <c:v>1.76</c:v>
                </c:pt>
                <c:pt idx="1582">
                  <c:v>1.76</c:v>
                </c:pt>
                <c:pt idx="1583">
                  <c:v>1.76</c:v>
                </c:pt>
                <c:pt idx="1584">
                  <c:v>1.76</c:v>
                </c:pt>
                <c:pt idx="1585">
                  <c:v>1.76</c:v>
                </c:pt>
                <c:pt idx="1586">
                  <c:v>1.76</c:v>
                </c:pt>
                <c:pt idx="1587">
                  <c:v>1.76</c:v>
                </c:pt>
                <c:pt idx="1588">
                  <c:v>1.76</c:v>
                </c:pt>
                <c:pt idx="1589">
                  <c:v>1.76</c:v>
                </c:pt>
                <c:pt idx="1590">
                  <c:v>1.76</c:v>
                </c:pt>
                <c:pt idx="1591">
                  <c:v>1.76</c:v>
                </c:pt>
                <c:pt idx="1592">
                  <c:v>1.76</c:v>
                </c:pt>
                <c:pt idx="1593">
                  <c:v>1.76</c:v>
                </c:pt>
                <c:pt idx="1594">
                  <c:v>1.76</c:v>
                </c:pt>
                <c:pt idx="1595">
                  <c:v>1.76</c:v>
                </c:pt>
                <c:pt idx="1596">
                  <c:v>1.76</c:v>
                </c:pt>
                <c:pt idx="1597">
                  <c:v>1.76</c:v>
                </c:pt>
                <c:pt idx="1598">
                  <c:v>1.76</c:v>
                </c:pt>
                <c:pt idx="1599">
                  <c:v>1.76</c:v>
                </c:pt>
                <c:pt idx="1600">
                  <c:v>1.76</c:v>
                </c:pt>
                <c:pt idx="1601">
                  <c:v>1.76</c:v>
                </c:pt>
                <c:pt idx="1602">
                  <c:v>1.76</c:v>
                </c:pt>
                <c:pt idx="1603">
                  <c:v>1.76</c:v>
                </c:pt>
                <c:pt idx="1604">
                  <c:v>1.76</c:v>
                </c:pt>
                <c:pt idx="1605">
                  <c:v>1.76</c:v>
                </c:pt>
                <c:pt idx="1606">
                  <c:v>1.76</c:v>
                </c:pt>
                <c:pt idx="1607">
                  <c:v>1.76</c:v>
                </c:pt>
                <c:pt idx="1608">
                  <c:v>1.76</c:v>
                </c:pt>
                <c:pt idx="1609">
                  <c:v>1.76</c:v>
                </c:pt>
                <c:pt idx="1610">
                  <c:v>1.76</c:v>
                </c:pt>
                <c:pt idx="1611">
                  <c:v>1.76</c:v>
                </c:pt>
                <c:pt idx="1612">
                  <c:v>1.76</c:v>
                </c:pt>
                <c:pt idx="1613">
                  <c:v>1.76</c:v>
                </c:pt>
                <c:pt idx="1614">
                  <c:v>1.76</c:v>
                </c:pt>
                <c:pt idx="1615">
                  <c:v>1.76</c:v>
                </c:pt>
                <c:pt idx="1616">
                  <c:v>1.76</c:v>
                </c:pt>
                <c:pt idx="1617">
                  <c:v>1.76</c:v>
                </c:pt>
                <c:pt idx="1618">
                  <c:v>1.76</c:v>
                </c:pt>
                <c:pt idx="1619">
                  <c:v>1.76</c:v>
                </c:pt>
                <c:pt idx="1620">
                  <c:v>1.76</c:v>
                </c:pt>
                <c:pt idx="1621">
                  <c:v>1.76</c:v>
                </c:pt>
                <c:pt idx="1622">
                  <c:v>1.76</c:v>
                </c:pt>
                <c:pt idx="1623">
                  <c:v>1.76</c:v>
                </c:pt>
                <c:pt idx="1624">
                  <c:v>1.76</c:v>
                </c:pt>
                <c:pt idx="1625">
                  <c:v>1.76</c:v>
                </c:pt>
                <c:pt idx="1626">
                  <c:v>1.76</c:v>
                </c:pt>
                <c:pt idx="1627">
                  <c:v>1.76</c:v>
                </c:pt>
                <c:pt idx="1628">
                  <c:v>1.76</c:v>
                </c:pt>
                <c:pt idx="1629">
                  <c:v>1.76</c:v>
                </c:pt>
                <c:pt idx="1630">
                  <c:v>1.76</c:v>
                </c:pt>
                <c:pt idx="1631">
                  <c:v>1.76</c:v>
                </c:pt>
                <c:pt idx="1632">
                  <c:v>1.76</c:v>
                </c:pt>
                <c:pt idx="1633">
                  <c:v>1.76</c:v>
                </c:pt>
                <c:pt idx="1634">
                  <c:v>1.76</c:v>
                </c:pt>
                <c:pt idx="1635">
                  <c:v>1.76</c:v>
                </c:pt>
                <c:pt idx="1636">
                  <c:v>1.76</c:v>
                </c:pt>
                <c:pt idx="1637">
                  <c:v>1.76</c:v>
                </c:pt>
                <c:pt idx="1638">
                  <c:v>1.76</c:v>
                </c:pt>
                <c:pt idx="1639">
                  <c:v>1.76</c:v>
                </c:pt>
                <c:pt idx="1640">
                  <c:v>1.76</c:v>
                </c:pt>
                <c:pt idx="1641">
                  <c:v>1.76</c:v>
                </c:pt>
                <c:pt idx="1642">
                  <c:v>1.76</c:v>
                </c:pt>
                <c:pt idx="1643">
                  <c:v>1.76</c:v>
                </c:pt>
                <c:pt idx="1644">
                  <c:v>1.76</c:v>
                </c:pt>
                <c:pt idx="1645">
                  <c:v>1.76</c:v>
                </c:pt>
                <c:pt idx="1646">
                  <c:v>1.76</c:v>
                </c:pt>
                <c:pt idx="1647">
                  <c:v>1.76</c:v>
                </c:pt>
                <c:pt idx="1648">
                  <c:v>1.76</c:v>
                </c:pt>
                <c:pt idx="1649">
                  <c:v>1.76</c:v>
                </c:pt>
                <c:pt idx="1650">
                  <c:v>1.76</c:v>
                </c:pt>
                <c:pt idx="1651">
                  <c:v>1.76</c:v>
                </c:pt>
                <c:pt idx="1652">
                  <c:v>1.76</c:v>
                </c:pt>
                <c:pt idx="1653">
                  <c:v>1.76</c:v>
                </c:pt>
                <c:pt idx="1654">
                  <c:v>1.76</c:v>
                </c:pt>
                <c:pt idx="1655">
                  <c:v>1.76</c:v>
                </c:pt>
                <c:pt idx="1656">
                  <c:v>1.76</c:v>
                </c:pt>
                <c:pt idx="1657">
                  <c:v>1.76</c:v>
                </c:pt>
                <c:pt idx="1658">
                  <c:v>1.76</c:v>
                </c:pt>
                <c:pt idx="1659">
                  <c:v>1.76</c:v>
                </c:pt>
                <c:pt idx="1660">
                  <c:v>1.76</c:v>
                </c:pt>
                <c:pt idx="1661">
                  <c:v>1.76</c:v>
                </c:pt>
                <c:pt idx="1662">
                  <c:v>1.76</c:v>
                </c:pt>
                <c:pt idx="1663">
                  <c:v>1.76</c:v>
                </c:pt>
                <c:pt idx="1664">
                  <c:v>1.76</c:v>
                </c:pt>
                <c:pt idx="1665">
                  <c:v>1.76</c:v>
                </c:pt>
                <c:pt idx="1666">
                  <c:v>1.76</c:v>
                </c:pt>
                <c:pt idx="1667">
                  <c:v>1.76</c:v>
                </c:pt>
                <c:pt idx="1668">
                  <c:v>1.76</c:v>
                </c:pt>
                <c:pt idx="1669">
                  <c:v>1.76</c:v>
                </c:pt>
                <c:pt idx="1670">
                  <c:v>1.76</c:v>
                </c:pt>
                <c:pt idx="1671">
                  <c:v>1.76</c:v>
                </c:pt>
                <c:pt idx="1672">
                  <c:v>1.76</c:v>
                </c:pt>
                <c:pt idx="1673">
                  <c:v>1.76</c:v>
                </c:pt>
                <c:pt idx="1674">
                  <c:v>1.76</c:v>
                </c:pt>
                <c:pt idx="1675">
                  <c:v>1.76</c:v>
                </c:pt>
                <c:pt idx="1676">
                  <c:v>1.76</c:v>
                </c:pt>
                <c:pt idx="1677">
                  <c:v>1.76</c:v>
                </c:pt>
                <c:pt idx="1678">
                  <c:v>1.76</c:v>
                </c:pt>
                <c:pt idx="1679">
                  <c:v>1.76</c:v>
                </c:pt>
                <c:pt idx="1680">
                  <c:v>1.76</c:v>
                </c:pt>
                <c:pt idx="1681">
                  <c:v>1.76</c:v>
                </c:pt>
                <c:pt idx="1682">
                  <c:v>1.76</c:v>
                </c:pt>
                <c:pt idx="1683">
                  <c:v>1.76</c:v>
                </c:pt>
                <c:pt idx="1684">
                  <c:v>1.76</c:v>
                </c:pt>
                <c:pt idx="1685">
                  <c:v>1.76</c:v>
                </c:pt>
                <c:pt idx="1686">
                  <c:v>1.76</c:v>
                </c:pt>
                <c:pt idx="1687">
                  <c:v>1.76</c:v>
                </c:pt>
                <c:pt idx="1688">
                  <c:v>1.76</c:v>
                </c:pt>
                <c:pt idx="1689">
                  <c:v>1.76</c:v>
                </c:pt>
                <c:pt idx="1690">
                  <c:v>1.76</c:v>
                </c:pt>
                <c:pt idx="1691">
                  <c:v>1.76</c:v>
                </c:pt>
                <c:pt idx="1692">
                  <c:v>1.76</c:v>
                </c:pt>
                <c:pt idx="1693">
                  <c:v>1.76</c:v>
                </c:pt>
                <c:pt idx="1694">
                  <c:v>1.76</c:v>
                </c:pt>
                <c:pt idx="1695">
                  <c:v>1.76</c:v>
                </c:pt>
                <c:pt idx="1696">
                  <c:v>1.76</c:v>
                </c:pt>
                <c:pt idx="1697">
                  <c:v>1.76</c:v>
                </c:pt>
                <c:pt idx="1698">
                  <c:v>1.76</c:v>
                </c:pt>
                <c:pt idx="1699">
                  <c:v>1.76</c:v>
                </c:pt>
                <c:pt idx="1700">
                  <c:v>1.76</c:v>
                </c:pt>
                <c:pt idx="1701">
                  <c:v>1.76</c:v>
                </c:pt>
                <c:pt idx="1702">
                  <c:v>1.76</c:v>
                </c:pt>
                <c:pt idx="1703">
                  <c:v>1.76</c:v>
                </c:pt>
                <c:pt idx="1704">
                  <c:v>1.76</c:v>
                </c:pt>
                <c:pt idx="1705">
                  <c:v>1.76</c:v>
                </c:pt>
                <c:pt idx="1706">
                  <c:v>1.76</c:v>
                </c:pt>
                <c:pt idx="1707">
                  <c:v>1.76</c:v>
                </c:pt>
                <c:pt idx="1708">
                  <c:v>1.76</c:v>
                </c:pt>
                <c:pt idx="1709">
                  <c:v>1.76</c:v>
                </c:pt>
                <c:pt idx="1710">
                  <c:v>1.76</c:v>
                </c:pt>
                <c:pt idx="1711">
                  <c:v>1.76</c:v>
                </c:pt>
                <c:pt idx="1712">
                  <c:v>1.76</c:v>
                </c:pt>
                <c:pt idx="1713">
                  <c:v>1.76</c:v>
                </c:pt>
                <c:pt idx="1714">
                  <c:v>1.76</c:v>
                </c:pt>
                <c:pt idx="1715">
                  <c:v>1.76</c:v>
                </c:pt>
                <c:pt idx="1716">
                  <c:v>1.76</c:v>
                </c:pt>
                <c:pt idx="1717">
                  <c:v>1.76</c:v>
                </c:pt>
                <c:pt idx="1718">
                  <c:v>1.76</c:v>
                </c:pt>
                <c:pt idx="1719">
                  <c:v>1.76</c:v>
                </c:pt>
                <c:pt idx="1720">
                  <c:v>1.76</c:v>
                </c:pt>
                <c:pt idx="1721">
                  <c:v>1.76</c:v>
                </c:pt>
                <c:pt idx="1722">
                  <c:v>1.76</c:v>
                </c:pt>
                <c:pt idx="1723">
                  <c:v>1.76</c:v>
                </c:pt>
                <c:pt idx="1724">
                  <c:v>1.76</c:v>
                </c:pt>
                <c:pt idx="1725">
                  <c:v>1.76</c:v>
                </c:pt>
                <c:pt idx="1726">
                  <c:v>1.76</c:v>
                </c:pt>
                <c:pt idx="1727">
                  <c:v>1.76</c:v>
                </c:pt>
                <c:pt idx="1728">
                  <c:v>1.76</c:v>
                </c:pt>
                <c:pt idx="1729">
                  <c:v>1.76</c:v>
                </c:pt>
                <c:pt idx="1730">
                  <c:v>1.76</c:v>
                </c:pt>
                <c:pt idx="1731">
                  <c:v>1.76</c:v>
                </c:pt>
                <c:pt idx="1732">
                  <c:v>1.76</c:v>
                </c:pt>
                <c:pt idx="1733">
                  <c:v>1.76</c:v>
                </c:pt>
                <c:pt idx="1734">
                  <c:v>1.76</c:v>
                </c:pt>
                <c:pt idx="1735">
                  <c:v>1.76</c:v>
                </c:pt>
                <c:pt idx="1736">
                  <c:v>1.76</c:v>
                </c:pt>
                <c:pt idx="1737">
                  <c:v>1.76</c:v>
                </c:pt>
                <c:pt idx="1738">
                  <c:v>1.76</c:v>
                </c:pt>
                <c:pt idx="1739">
                  <c:v>1.76</c:v>
                </c:pt>
                <c:pt idx="1740">
                  <c:v>1.76</c:v>
                </c:pt>
                <c:pt idx="1741">
                  <c:v>1.76</c:v>
                </c:pt>
                <c:pt idx="1742">
                  <c:v>1.76</c:v>
                </c:pt>
                <c:pt idx="1743">
                  <c:v>1.76</c:v>
                </c:pt>
                <c:pt idx="1744">
                  <c:v>1.76</c:v>
                </c:pt>
                <c:pt idx="1745">
                  <c:v>1.76</c:v>
                </c:pt>
                <c:pt idx="1746">
                  <c:v>1.76</c:v>
                </c:pt>
                <c:pt idx="1747">
                  <c:v>1.76</c:v>
                </c:pt>
                <c:pt idx="1748">
                  <c:v>1.76</c:v>
                </c:pt>
                <c:pt idx="1749">
                  <c:v>1.76</c:v>
                </c:pt>
                <c:pt idx="1750">
                  <c:v>1.76</c:v>
                </c:pt>
                <c:pt idx="1751">
                  <c:v>1.76</c:v>
                </c:pt>
                <c:pt idx="1752">
                  <c:v>1.76</c:v>
                </c:pt>
                <c:pt idx="1753">
                  <c:v>1.76</c:v>
                </c:pt>
                <c:pt idx="1754">
                  <c:v>1.76</c:v>
                </c:pt>
                <c:pt idx="1755">
                  <c:v>1.76</c:v>
                </c:pt>
                <c:pt idx="1756">
                  <c:v>1.76</c:v>
                </c:pt>
                <c:pt idx="1757">
                  <c:v>1.76</c:v>
                </c:pt>
                <c:pt idx="1758">
                  <c:v>1.76</c:v>
                </c:pt>
                <c:pt idx="1759">
                  <c:v>1.76</c:v>
                </c:pt>
                <c:pt idx="1760">
                  <c:v>1.76</c:v>
                </c:pt>
                <c:pt idx="1761">
                  <c:v>1.76</c:v>
                </c:pt>
                <c:pt idx="1762">
                  <c:v>1.76</c:v>
                </c:pt>
                <c:pt idx="1763">
                  <c:v>1.76</c:v>
                </c:pt>
                <c:pt idx="1764">
                  <c:v>1.76</c:v>
                </c:pt>
                <c:pt idx="1765">
                  <c:v>1.76</c:v>
                </c:pt>
                <c:pt idx="1766">
                  <c:v>1.76</c:v>
                </c:pt>
                <c:pt idx="1767">
                  <c:v>1.76</c:v>
                </c:pt>
                <c:pt idx="1768">
                  <c:v>1.76</c:v>
                </c:pt>
                <c:pt idx="1769">
                  <c:v>1.76</c:v>
                </c:pt>
                <c:pt idx="1770">
                  <c:v>1.76</c:v>
                </c:pt>
                <c:pt idx="1771">
                  <c:v>1.76</c:v>
                </c:pt>
                <c:pt idx="1772">
                  <c:v>1.76</c:v>
                </c:pt>
                <c:pt idx="1773">
                  <c:v>1.76</c:v>
                </c:pt>
                <c:pt idx="1774">
                  <c:v>1.76</c:v>
                </c:pt>
                <c:pt idx="1775">
                  <c:v>1.76</c:v>
                </c:pt>
                <c:pt idx="1776">
                  <c:v>1.76</c:v>
                </c:pt>
                <c:pt idx="1777">
                  <c:v>1.76</c:v>
                </c:pt>
                <c:pt idx="1778">
                  <c:v>1.76</c:v>
                </c:pt>
                <c:pt idx="1779">
                  <c:v>1.76</c:v>
                </c:pt>
                <c:pt idx="1780">
                  <c:v>1.76</c:v>
                </c:pt>
                <c:pt idx="1781">
                  <c:v>1.76</c:v>
                </c:pt>
                <c:pt idx="1782">
                  <c:v>1.76</c:v>
                </c:pt>
                <c:pt idx="1783">
                  <c:v>1.76</c:v>
                </c:pt>
                <c:pt idx="1784">
                  <c:v>1.76</c:v>
                </c:pt>
                <c:pt idx="1785">
                  <c:v>1.76</c:v>
                </c:pt>
                <c:pt idx="1786">
                  <c:v>1.76</c:v>
                </c:pt>
                <c:pt idx="1787">
                  <c:v>1.76</c:v>
                </c:pt>
                <c:pt idx="1788">
                  <c:v>1.76</c:v>
                </c:pt>
                <c:pt idx="1789">
                  <c:v>1.76</c:v>
                </c:pt>
                <c:pt idx="1790">
                  <c:v>1.76</c:v>
                </c:pt>
                <c:pt idx="1791">
                  <c:v>1.76</c:v>
                </c:pt>
                <c:pt idx="1792">
                  <c:v>1.76</c:v>
                </c:pt>
                <c:pt idx="1793">
                  <c:v>1.76</c:v>
                </c:pt>
                <c:pt idx="1794">
                  <c:v>1.76</c:v>
                </c:pt>
                <c:pt idx="1795">
                  <c:v>1.76</c:v>
                </c:pt>
                <c:pt idx="1796">
                  <c:v>1.76</c:v>
                </c:pt>
                <c:pt idx="1797">
                  <c:v>1.76</c:v>
                </c:pt>
                <c:pt idx="1798">
                  <c:v>1.76</c:v>
                </c:pt>
                <c:pt idx="1799">
                  <c:v>1.76</c:v>
                </c:pt>
                <c:pt idx="1800">
                  <c:v>1.76</c:v>
                </c:pt>
                <c:pt idx="1801">
                  <c:v>1.76</c:v>
                </c:pt>
                <c:pt idx="1802">
                  <c:v>1.76</c:v>
                </c:pt>
                <c:pt idx="1803">
                  <c:v>1.76</c:v>
                </c:pt>
                <c:pt idx="1804">
                  <c:v>1.76</c:v>
                </c:pt>
                <c:pt idx="1805">
                  <c:v>1.76</c:v>
                </c:pt>
                <c:pt idx="1806">
                  <c:v>1.76</c:v>
                </c:pt>
                <c:pt idx="1807">
                  <c:v>1.76</c:v>
                </c:pt>
                <c:pt idx="1808">
                  <c:v>1.76</c:v>
                </c:pt>
                <c:pt idx="1809">
                  <c:v>1.76</c:v>
                </c:pt>
                <c:pt idx="1810">
                  <c:v>1.76</c:v>
                </c:pt>
                <c:pt idx="1811">
                  <c:v>1.76</c:v>
                </c:pt>
                <c:pt idx="1812">
                  <c:v>1.76</c:v>
                </c:pt>
                <c:pt idx="1813">
                  <c:v>1.76</c:v>
                </c:pt>
                <c:pt idx="1814">
                  <c:v>1.76</c:v>
                </c:pt>
                <c:pt idx="1815">
                  <c:v>1.76</c:v>
                </c:pt>
                <c:pt idx="1816">
                  <c:v>1.76</c:v>
                </c:pt>
                <c:pt idx="1817">
                  <c:v>1.76</c:v>
                </c:pt>
                <c:pt idx="1818">
                  <c:v>1.76</c:v>
                </c:pt>
                <c:pt idx="1819">
                  <c:v>1.76</c:v>
                </c:pt>
                <c:pt idx="1820">
                  <c:v>1.76</c:v>
                </c:pt>
                <c:pt idx="1821">
                  <c:v>1.76</c:v>
                </c:pt>
                <c:pt idx="1822">
                  <c:v>1.76</c:v>
                </c:pt>
                <c:pt idx="1823">
                  <c:v>1.76</c:v>
                </c:pt>
                <c:pt idx="1824">
                  <c:v>1.76</c:v>
                </c:pt>
                <c:pt idx="1825">
                  <c:v>1.76</c:v>
                </c:pt>
                <c:pt idx="1826">
                  <c:v>1.76</c:v>
                </c:pt>
                <c:pt idx="1827">
                  <c:v>1.76</c:v>
                </c:pt>
                <c:pt idx="1828">
                  <c:v>1.76</c:v>
                </c:pt>
                <c:pt idx="1829">
                  <c:v>1.76</c:v>
                </c:pt>
                <c:pt idx="1830">
                  <c:v>1.76</c:v>
                </c:pt>
                <c:pt idx="1831">
                  <c:v>1.76</c:v>
                </c:pt>
                <c:pt idx="1832">
                  <c:v>1.76</c:v>
                </c:pt>
                <c:pt idx="1833">
                  <c:v>1.76</c:v>
                </c:pt>
                <c:pt idx="1834">
                  <c:v>1.76</c:v>
                </c:pt>
                <c:pt idx="1835">
                  <c:v>1.76</c:v>
                </c:pt>
                <c:pt idx="1836">
                  <c:v>1.76</c:v>
                </c:pt>
                <c:pt idx="1837">
                  <c:v>1.76</c:v>
                </c:pt>
                <c:pt idx="1838">
                  <c:v>1.76</c:v>
                </c:pt>
                <c:pt idx="1839">
                  <c:v>1.76</c:v>
                </c:pt>
                <c:pt idx="1840">
                  <c:v>1.76</c:v>
                </c:pt>
                <c:pt idx="1841">
                  <c:v>1.76</c:v>
                </c:pt>
                <c:pt idx="1842">
                  <c:v>1.76</c:v>
                </c:pt>
                <c:pt idx="1843">
                  <c:v>1.76</c:v>
                </c:pt>
                <c:pt idx="1844">
                  <c:v>1.76</c:v>
                </c:pt>
                <c:pt idx="1845">
                  <c:v>1.76</c:v>
                </c:pt>
                <c:pt idx="1846">
                  <c:v>1.76</c:v>
                </c:pt>
                <c:pt idx="1847">
                  <c:v>1.76</c:v>
                </c:pt>
                <c:pt idx="1848">
                  <c:v>1.76</c:v>
                </c:pt>
                <c:pt idx="1849">
                  <c:v>1.76</c:v>
                </c:pt>
                <c:pt idx="1850">
                  <c:v>1.76</c:v>
                </c:pt>
                <c:pt idx="1851">
                  <c:v>1.76</c:v>
                </c:pt>
                <c:pt idx="1852">
                  <c:v>1.76</c:v>
                </c:pt>
                <c:pt idx="1853">
                  <c:v>1.76</c:v>
                </c:pt>
                <c:pt idx="1854">
                  <c:v>1.76</c:v>
                </c:pt>
                <c:pt idx="1855">
                  <c:v>1.76</c:v>
                </c:pt>
                <c:pt idx="1856">
                  <c:v>1.76</c:v>
                </c:pt>
                <c:pt idx="1857">
                  <c:v>1.76</c:v>
                </c:pt>
                <c:pt idx="1858">
                  <c:v>1.76</c:v>
                </c:pt>
                <c:pt idx="1859">
                  <c:v>1.76</c:v>
                </c:pt>
                <c:pt idx="1860">
                  <c:v>1.76</c:v>
                </c:pt>
                <c:pt idx="1861">
                  <c:v>1.76</c:v>
                </c:pt>
                <c:pt idx="1862">
                  <c:v>1.76</c:v>
                </c:pt>
                <c:pt idx="1863">
                  <c:v>1.76</c:v>
                </c:pt>
                <c:pt idx="1864">
                  <c:v>1.76</c:v>
                </c:pt>
                <c:pt idx="1865">
                  <c:v>1.76</c:v>
                </c:pt>
                <c:pt idx="1866">
                  <c:v>1.76</c:v>
                </c:pt>
                <c:pt idx="1867">
                  <c:v>1.76</c:v>
                </c:pt>
                <c:pt idx="1868">
                  <c:v>1.76</c:v>
                </c:pt>
                <c:pt idx="1869">
                  <c:v>1.76</c:v>
                </c:pt>
                <c:pt idx="1870">
                  <c:v>1.76</c:v>
                </c:pt>
                <c:pt idx="1871">
                  <c:v>1.76</c:v>
                </c:pt>
                <c:pt idx="1872">
                  <c:v>1.76</c:v>
                </c:pt>
                <c:pt idx="1873">
                  <c:v>1.76</c:v>
                </c:pt>
                <c:pt idx="1874">
                  <c:v>1.76</c:v>
                </c:pt>
                <c:pt idx="1875">
                  <c:v>1.76</c:v>
                </c:pt>
                <c:pt idx="1876">
                  <c:v>1.76</c:v>
                </c:pt>
                <c:pt idx="1877">
                  <c:v>1.76</c:v>
                </c:pt>
                <c:pt idx="1878">
                  <c:v>1.76</c:v>
                </c:pt>
                <c:pt idx="1879">
                  <c:v>1.76</c:v>
                </c:pt>
                <c:pt idx="1880">
                  <c:v>1.76</c:v>
                </c:pt>
                <c:pt idx="1881">
                  <c:v>1.76</c:v>
                </c:pt>
                <c:pt idx="1882">
                  <c:v>1.76</c:v>
                </c:pt>
                <c:pt idx="1883">
                  <c:v>1.76</c:v>
                </c:pt>
                <c:pt idx="1884">
                  <c:v>1.76</c:v>
                </c:pt>
                <c:pt idx="1885">
                  <c:v>1.76</c:v>
                </c:pt>
                <c:pt idx="1886">
                  <c:v>1.76</c:v>
                </c:pt>
                <c:pt idx="1887">
                  <c:v>1.76</c:v>
                </c:pt>
                <c:pt idx="1888">
                  <c:v>1.76</c:v>
                </c:pt>
                <c:pt idx="1889">
                  <c:v>1.76</c:v>
                </c:pt>
                <c:pt idx="1890">
                  <c:v>1.76</c:v>
                </c:pt>
                <c:pt idx="1891">
                  <c:v>1.76</c:v>
                </c:pt>
                <c:pt idx="1892">
                  <c:v>1.76</c:v>
                </c:pt>
                <c:pt idx="1893">
                  <c:v>1.76</c:v>
                </c:pt>
                <c:pt idx="1894">
                  <c:v>1.76</c:v>
                </c:pt>
                <c:pt idx="1895">
                  <c:v>1.76</c:v>
                </c:pt>
                <c:pt idx="1896">
                  <c:v>1.76</c:v>
                </c:pt>
                <c:pt idx="1897">
                  <c:v>1.76</c:v>
                </c:pt>
                <c:pt idx="1898">
                  <c:v>1.76</c:v>
                </c:pt>
                <c:pt idx="1899">
                  <c:v>1.76</c:v>
                </c:pt>
                <c:pt idx="1900">
                  <c:v>1.76</c:v>
                </c:pt>
                <c:pt idx="1901">
                  <c:v>1.76</c:v>
                </c:pt>
                <c:pt idx="1902">
                  <c:v>1.76</c:v>
                </c:pt>
                <c:pt idx="1903">
                  <c:v>1.76</c:v>
                </c:pt>
                <c:pt idx="1904">
                  <c:v>1.76</c:v>
                </c:pt>
                <c:pt idx="1905">
                  <c:v>1.76</c:v>
                </c:pt>
                <c:pt idx="1906">
                  <c:v>1.76</c:v>
                </c:pt>
                <c:pt idx="1907">
                  <c:v>1.76</c:v>
                </c:pt>
                <c:pt idx="1908">
                  <c:v>1.76</c:v>
                </c:pt>
                <c:pt idx="1909">
                  <c:v>1.76</c:v>
                </c:pt>
                <c:pt idx="1910">
                  <c:v>1.76</c:v>
                </c:pt>
                <c:pt idx="1911">
                  <c:v>1.76</c:v>
                </c:pt>
                <c:pt idx="1912">
                  <c:v>1.76</c:v>
                </c:pt>
                <c:pt idx="1913">
                  <c:v>1.76</c:v>
                </c:pt>
                <c:pt idx="1914">
                  <c:v>1.76</c:v>
                </c:pt>
                <c:pt idx="1915">
                  <c:v>1.76</c:v>
                </c:pt>
                <c:pt idx="1916">
                  <c:v>1.76</c:v>
                </c:pt>
                <c:pt idx="1917">
                  <c:v>1.76</c:v>
                </c:pt>
                <c:pt idx="1918">
                  <c:v>1.76</c:v>
                </c:pt>
                <c:pt idx="1919">
                  <c:v>1.76</c:v>
                </c:pt>
                <c:pt idx="1920">
                  <c:v>1.76</c:v>
                </c:pt>
                <c:pt idx="1921">
                  <c:v>1.76</c:v>
                </c:pt>
                <c:pt idx="1922">
                  <c:v>1.76</c:v>
                </c:pt>
                <c:pt idx="1923">
                  <c:v>1.76</c:v>
                </c:pt>
                <c:pt idx="1924">
                  <c:v>1.76</c:v>
                </c:pt>
                <c:pt idx="1925">
                  <c:v>1.76</c:v>
                </c:pt>
                <c:pt idx="1926">
                  <c:v>1.76</c:v>
                </c:pt>
                <c:pt idx="1927">
                  <c:v>1.76</c:v>
                </c:pt>
                <c:pt idx="1928">
                  <c:v>1.76</c:v>
                </c:pt>
                <c:pt idx="1929">
                  <c:v>1.76</c:v>
                </c:pt>
                <c:pt idx="1930">
                  <c:v>1.76</c:v>
                </c:pt>
                <c:pt idx="1931">
                  <c:v>1.76</c:v>
                </c:pt>
                <c:pt idx="1932">
                  <c:v>1.76</c:v>
                </c:pt>
                <c:pt idx="1933">
                  <c:v>1.76</c:v>
                </c:pt>
                <c:pt idx="1934">
                  <c:v>1.76</c:v>
                </c:pt>
                <c:pt idx="1935">
                  <c:v>1.76</c:v>
                </c:pt>
                <c:pt idx="1936">
                  <c:v>1.76</c:v>
                </c:pt>
                <c:pt idx="1937">
                  <c:v>1.76</c:v>
                </c:pt>
                <c:pt idx="1938">
                  <c:v>1.76</c:v>
                </c:pt>
                <c:pt idx="1939">
                  <c:v>1.76</c:v>
                </c:pt>
                <c:pt idx="1940">
                  <c:v>1.76</c:v>
                </c:pt>
                <c:pt idx="1941">
                  <c:v>1.76</c:v>
                </c:pt>
                <c:pt idx="1942">
                  <c:v>1.76</c:v>
                </c:pt>
                <c:pt idx="1943">
                  <c:v>1.76</c:v>
                </c:pt>
                <c:pt idx="1944">
                  <c:v>1.76</c:v>
                </c:pt>
                <c:pt idx="1945">
                  <c:v>1.76</c:v>
                </c:pt>
                <c:pt idx="1946">
                  <c:v>1.76</c:v>
                </c:pt>
                <c:pt idx="1947">
                  <c:v>1.76</c:v>
                </c:pt>
                <c:pt idx="1948">
                  <c:v>1.76</c:v>
                </c:pt>
                <c:pt idx="1949">
                  <c:v>1.76</c:v>
                </c:pt>
                <c:pt idx="1950">
                  <c:v>1.76</c:v>
                </c:pt>
                <c:pt idx="1951">
                  <c:v>1.76</c:v>
                </c:pt>
                <c:pt idx="1952">
                  <c:v>1.76</c:v>
                </c:pt>
                <c:pt idx="1953">
                  <c:v>1.76</c:v>
                </c:pt>
                <c:pt idx="1954">
                  <c:v>1.76</c:v>
                </c:pt>
                <c:pt idx="1955">
                  <c:v>1.76</c:v>
                </c:pt>
                <c:pt idx="1956">
                  <c:v>1.76</c:v>
                </c:pt>
                <c:pt idx="1957">
                  <c:v>1.76</c:v>
                </c:pt>
                <c:pt idx="1958">
                  <c:v>1.76</c:v>
                </c:pt>
                <c:pt idx="1959">
                  <c:v>1.76</c:v>
                </c:pt>
                <c:pt idx="1960">
                  <c:v>1.76</c:v>
                </c:pt>
                <c:pt idx="1961">
                  <c:v>1.76</c:v>
                </c:pt>
                <c:pt idx="1962">
                  <c:v>1.76</c:v>
                </c:pt>
                <c:pt idx="1963">
                  <c:v>1.76</c:v>
                </c:pt>
                <c:pt idx="1964">
                  <c:v>1.76</c:v>
                </c:pt>
                <c:pt idx="1965">
                  <c:v>1.76</c:v>
                </c:pt>
                <c:pt idx="1966">
                  <c:v>1.76</c:v>
                </c:pt>
                <c:pt idx="1967">
                  <c:v>1.76</c:v>
                </c:pt>
                <c:pt idx="1968">
                  <c:v>1.76</c:v>
                </c:pt>
                <c:pt idx="1969">
                  <c:v>1.76</c:v>
                </c:pt>
                <c:pt idx="1970">
                  <c:v>1.76</c:v>
                </c:pt>
                <c:pt idx="1971">
                  <c:v>1.76</c:v>
                </c:pt>
                <c:pt idx="1972">
                  <c:v>1.76</c:v>
                </c:pt>
                <c:pt idx="1973">
                  <c:v>1.76</c:v>
                </c:pt>
                <c:pt idx="1974">
                  <c:v>1.76</c:v>
                </c:pt>
                <c:pt idx="1975">
                  <c:v>1.76</c:v>
                </c:pt>
                <c:pt idx="1976">
                  <c:v>1.76</c:v>
                </c:pt>
                <c:pt idx="1977">
                  <c:v>1.76</c:v>
                </c:pt>
                <c:pt idx="1978">
                  <c:v>1.76</c:v>
                </c:pt>
                <c:pt idx="1979">
                  <c:v>1.76</c:v>
                </c:pt>
                <c:pt idx="1980">
                  <c:v>1.76</c:v>
                </c:pt>
                <c:pt idx="1981">
                  <c:v>1.76</c:v>
                </c:pt>
                <c:pt idx="1982">
                  <c:v>1.76</c:v>
                </c:pt>
                <c:pt idx="1983">
                  <c:v>1.76</c:v>
                </c:pt>
                <c:pt idx="1984">
                  <c:v>1.76</c:v>
                </c:pt>
                <c:pt idx="1985">
                  <c:v>1.76</c:v>
                </c:pt>
                <c:pt idx="1986">
                  <c:v>1.76</c:v>
                </c:pt>
                <c:pt idx="1987">
                  <c:v>1.76</c:v>
                </c:pt>
                <c:pt idx="1988">
                  <c:v>1.76</c:v>
                </c:pt>
                <c:pt idx="1989">
                  <c:v>1.76</c:v>
                </c:pt>
                <c:pt idx="1990">
                  <c:v>1.76</c:v>
                </c:pt>
                <c:pt idx="1991">
                  <c:v>1.76</c:v>
                </c:pt>
                <c:pt idx="1992">
                  <c:v>1.76</c:v>
                </c:pt>
                <c:pt idx="1993">
                  <c:v>1.76</c:v>
                </c:pt>
                <c:pt idx="1994">
                  <c:v>1.76</c:v>
                </c:pt>
                <c:pt idx="1995">
                  <c:v>1.76</c:v>
                </c:pt>
                <c:pt idx="1996">
                  <c:v>1.76</c:v>
                </c:pt>
                <c:pt idx="1997">
                  <c:v>1.76</c:v>
                </c:pt>
                <c:pt idx="1998">
                  <c:v>1.76</c:v>
                </c:pt>
                <c:pt idx="1999">
                  <c:v>1.76</c:v>
                </c:pt>
                <c:pt idx="2000">
                  <c:v>1.76</c:v>
                </c:pt>
                <c:pt idx="2001">
                  <c:v>1.76</c:v>
                </c:pt>
                <c:pt idx="2002">
                  <c:v>1.76</c:v>
                </c:pt>
                <c:pt idx="2003">
                  <c:v>1.76</c:v>
                </c:pt>
                <c:pt idx="2004">
                  <c:v>1.76</c:v>
                </c:pt>
                <c:pt idx="2005">
                  <c:v>1.76</c:v>
                </c:pt>
                <c:pt idx="2006">
                  <c:v>1.76</c:v>
                </c:pt>
                <c:pt idx="2007">
                  <c:v>1.76</c:v>
                </c:pt>
                <c:pt idx="2008">
                  <c:v>1.76</c:v>
                </c:pt>
                <c:pt idx="2009">
                  <c:v>1.76</c:v>
                </c:pt>
                <c:pt idx="2010">
                  <c:v>1.76</c:v>
                </c:pt>
                <c:pt idx="2011">
                  <c:v>1.76</c:v>
                </c:pt>
                <c:pt idx="2012">
                  <c:v>1.76</c:v>
                </c:pt>
                <c:pt idx="2013">
                  <c:v>1.76</c:v>
                </c:pt>
                <c:pt idx="2014">
                  <c:v>1.76</c:v>
                </c:pt>
                <c:pt idx="2015">
                  <c:v>1.76</c:v>
                </c:pt>
                <c:pt idx="2016">
                  <c:v>1.76</c:v>
                </c:pt>
                <c:pt idx="2017">
                  <c:v>1.76</c:v>
                </c:pt>
                <c:pt idx="2018">
                  <c:v>1.76</c:v>
                </c:pt>
                <c:pt idx="2019">
                  <c:v>1.76</c:v>
                </c:pt>
                <c:pt idx="2020">
                  <c:v>1.76</c:v>
                </c:pt>
                <c:pt idx="2021">
                  <c:v>1.76</c:v>
                </c:pt>
                <c:pt idx="2022">
                  <c:v>1.76</c:v>
                </c:pt>
                <c:pt idx="2023">
                  <c:v>1.76</c:v>
                </c:pt>
                <c:pt idx="2024">
                  <c:v>1.76</c:v>
                </c:pt>
                <c:pt idx="2025">
                  <c:v>1.76</c:v>
                </c:pt>
                <c:pt idx="2026">
                  <c:v>1.76</c:v>
                </c:pt>
                <c:pt idx="2027">
                  <c:v>1.76</c:v>
                </c:pt>
                <c:pt idx="2028">
                  <c:v>1.76</c:v>
                </c:pt>
                <c:pt idx="2029">
                  <c:v>1.76</c:v>
                </c:pt>
                <c:pt idx="2030">
                  <c:v>1.76</c:v>
                </c:pt>
                <c:pt idx="2031">
                  <c:v>1.76</c:v>
                </c:pt>
                <c:pt idx="2032">
                  <c:v>1.76</c:v>
                </c:pt>
                <c:pt idx="2033">
                  <c:v>1.76</c:v>
                </c:pt>
                <c:pt idx="2034">
                  <c:v>1.76</c:v>
                </c:pt>
                <c:pt idx="2035">
                  <c:v>1.76</c:v>
                </c:pt>
                <c:pt idx="2036">
                  <c:v>1.76</c:v>
                </c:pt>
                <c:pt idx="2037">
                  <c:v>1.76</c:v>
                </c:pt>
                <c:pt idx="2038">
                  <c:v>1.76</c:v>
                </c:pt>
                <c:pt idx="2039">
                  <c:v>1.76</c:v>
                </c:pt>
                <c:pt idx="2040">
                  <c:v>1.76</c:v>
                </c:pt>
                <c:pt idx="2041">
                  <c:v>1.76</c:v>
                </c:pt>
                <c:pt idx="2042">
                  <c:v>1.76</c:v>
                </c:pt>
                <c:pt idx="2043">
                  <c:v>1.76</c:v>
                </c:pt>
                <c:pt idx="2044">
                  <c:v>1.76</c:v>
                </c:pt>
                <c:pt idx="2045">
                  <c:v>1.76</c:v>
                </c:pt>
                <c:pt idx="2046">
                  <c:v>1.76</c:v>
                </c:pt>
                <c:pt idx="2047">
                  <c:v>1.76</c:v>
                </c:pt>
                <c:pt idx="2048">
                  <c:v>1.76</c:v>
                </c:pt>
                <c:pt idx="2049">
                  <c:v>1.76</c:v>
                </c:pt>
                <c:pt idx="2050">
                  <c:v>1.76</c:v>
                </c:pt>
                <c:pt idx="2051">
                  <c:v>1.76</c:v>
                </c:pt>
                <c:pt idx="2052">
                  <c:v>1.76</c:v>
                </c:pt>
                <c:pt idx="2053">
                  <c:v>1.76</c:v>
                </c:pt>
                <c:pt idx="2054">
                  <c:v>1.76</c:v>
                </c:pt>
                <c:pt idx="2055">
                  <c:v>1.76</c:v>
                </c:pt>
                <c:pt idx="2056">
                  <c:v>1.76</c:v>
                </c:pt>
                <c:pt idx="2057">
                  <c:v>1.76</c:v>
                </c:pt>
                <c:pt idx="2058">
                  <c:v>1.76</c:v>
                </c:pt>
                <c:pt idx="2059">
                  <c:v>1.76</c:v>
                </c:pt>
                <c:pt idx="2060">
                  <c:v>1.76</c:v>
                </c:pt>
                <c:pt idx="2061">
                  <c:v>1.76</c:v>
                </c:pt>
                <c:pt idx="2062">
                  <c:v>1.76</c:v>
                </c:pt>
                <c:pt idx="2063">
                  <c:v>1.76</c:v>
                </c:pt>
                <c:pt idx="2064">
                  <c:v>1.76</c:v>
                </c:pt>
                <c:pt idx="2065">
                  <c:v>1.76</c:v>
                </c:pt>
                <c:pt idx="2066">
                  <c:v>1.76</c:v>
                </c:pt>
                <c:pt idx="2067">
                  <c:v>1.76</c:v>
                </c:pt>
                <c:pt idx="2068">
                  <c:v>1.76</c:v>
                </c:pt>
                <c:pt idx="2069">
                  <c:v>1.76</c:v>
                </c:pt>
                <c:pt idx="2070">
                  <c:v>1.76</c:v>
                </c:pt>
                <c:pt idx="2071">
                  <c:v>1.76</c:v>
                </c:pt>
                <c:pt idx="2072">
                  <c:v>1.76</c:v>
                </c:pt>
                <c:pt idx="2073">
                  <c:v>1.76</c:v>
                </c:pt>
                <c:pt idx="2074">
                  <c:v>1.76</c:v>
                </c:pt>
                <c:pt idx="2075">
                  <c:v>1.76</c:v>
                </c:pt>
                <c:pt idx="2076">
                  <c:v>1.76</c:v>
                </c:pt>
                <c:pt idx="2077">
                  <c:v>1.76</c:v>
                </c:pt>
                <c:pt idx="2078">
                  <c:v>1.76</c:v>
                </c:pt>
                <c:pt idx="2079">
                  <c:v>1.76</c:v>
                </c:pt>
                <c:pt idx="2080">
                  <c:v>1.76</c:v>
                </c:pt>
                <c:pt idx="2081">
                  <c:v>1.76</c:v>
                </c:pt>
                <c:pt idx="2082">
                  <c:v>1.76</c:v>
                </c:pt>
                <c:pt idx="2083">
                  <c:v>1.76</c:v>
                </c:pt>
                <c:pt idx="2084">
                  <c:v>1.76</c:v>
                </c:pt>
                <c:pt idx="2085">
                  <c:v>1.76</c:v>
                </c:pt>
                <c:pt idx="2086">
                  <c:v>1.76</c:v>
                </c:pt>
                <c:pt idx="2087">
                  <c:v>1.76</c:v>
                </c:pt>
                <c:pt idx="2088">
                  <c:v>1.76</c:v>
                </c:pt>
                <c:pt idx="2089">
                  <c:v>1.76</c:v>
                </c:pt>
                <c:pt idx="2090">
                  <c:v>1.76</c:v>
                </c:pt>
                <c:pt idx="2091">
                  <c:v>1.76</c:v>
                </c:pt>
                <c:pt idx="2092">
                  <c:v>1.76</c:v>
                </c:pt>
                <c:pt idx="2093">
                  <c:v>1.76</c:v>
                </c:pt>
                <c:pt idx="2094">
                  <c:v>1.76</c:v>
                </c:pt>
                <c:pt idx="2095">
                  <c:v>1.76</c:v>
                </c:pt>
                <c:pt idx="2096">
                  <c:v>1.76</c:v>
                </c:pt>
                <c:pt idx="2097">
                  <c:v>1.76</c:v>
                </c:pt>
                <c:pt idx="2098">
                  <c:v>1.76</c:v>
                </c:pt>
                <c:pt idx="2099">
                  <c:v>1.76</c:v>
                </c:pt>
                <c:pt idx="2100">
                  <c:v>1.76</c:v>
                </c:pt>
                <c:pt idx="2101">
                  <c:v>1.76</c:v>
                </c:pt>
                <c:pt idx="2102">
                  <c:v>1.76</c:v>
                </c:pt>
                <c:pt idx="2103">
                  <c:v>1.76</c:v>
                </c:pt>
                <c:pt idx="2104">
                  <c:v>1.76</c:v>
                </c:pt>
                <c:pt idx="2105">
                  <c:v>1.76</c:v>
                </c:pt>
                <c:pt idx="2106">
                  <c:v>1.76</c:v>
                </c:pt>
                <c:pt idx="2107">
                  <c:v>1.76</c:v>
                </c:pt>
                <c:pt idx="2108">
                  <c:v>1.76</c:v>
                </c:pt>
                <c:pt idx="2109">
                  <c:v>1.76</c:v>
                </c:pt>
                <c:pt idx="2110">
                  <c:v>1.76</c:v>
                </c:pt>
                <c:pt idx="2111">
                  <c:v>1.76</c:v>
                </c:pt>
                <c:pt idx="2112">
                  <c:v>1.76</c:v>
                </c:pt>
                <c:pt idx="2113">
                  <c:v>1.76</c:v>
                </c:pt>
                <c:pt idx="2114">
                  <c:v>1.76</c:v>
                </c:pt>
                <c:pt idx="2115">
                  <c:v>1.76</c:v>
                </c:pt>
                <c:pt idx="2116">
                  <c:v>1.76</c:v>
                </c:pt>
                <c:pt idx="2117">
                  <c:v>1.76</c:v>
                </c:pt>
                <c:pt idx="2118">
                  <c:v>1.76</c:v>
                </c:pt>
                <c:pt idx="2119">
                  <c:v>1.76</c:v>
                </c:pt>
                <c:pt idx="2120">
                  <c:v>1.76</c:v>
                </c:pt>
                <c:pt idx="2121">
                  <c:v>1.76</c:v>
                </c:pt>
                <c:pt idx="2122">
                  <c:v>1.76</c:v>
                </c:pt>
                <c:pt idx="2123">
                  <c:v>1.76</c:v>
                </c:pt>
                <c:pt idx="2124">
                  <c:v>1.76</c:v>
                </c:pt>
                <c:pt idx="2125">
                  <c:v>1.76</c:v>
                </c:pt>
                <c:pt idx="2126">
                  <c:v>1.76</c:v>
                </c:pt>
                <c:pt idx="2127">
                  <c:v>1.76</c:v>
                </c:pt>
                <c:pt idx="2128">
                  <c:v>1.76</c:v>
                </c:pt>
                <c:pt idx="2129">
                  <c:v>1.76</c:v>
                </c:pt>
                <c:pt idx="2130">
                  <c:v>1.76</c:v>
                </c:pt>
                <c:pt idx="2131">
                  <c:v>1.76</c:v>
                </c:pt>
                <c:pt idx="2132">
                  <c:v>1.76</c:v>
                </c:pt>
                <c:pt idx="2133">
                  <c:v>1.76</c:v>
                </c:pt>
                <c:pt idx="2134">
                  <c:v>1.76</c:v>
                </c:pt>
                <c:pt idx="2135">
                  <c:v>1.76</c:v>
                </c:pt>
                <c:pt idx="2136">
                  <c:v>1.76</c:v>
                </c:pt>
                <c:pt idx="2137">
                  <c:v>1.76</c:v>
                </c:pt>
                <c:pt idx="2138">
                  <c:v>1.76</c:v>
                </c:pt>
                <c:pt idx="2139">
                  <c:v>1.76</c:v>
                </c:pt>
                <c:pt idx="2140">
                  <c:v>1.76</c:v>
                </c:pt>
                <c:pt idx="2141">
                  <c:v>1.76</c:v>
                </c:pt>
                <c:pt idx="2142">
                  <c:v>1.76</c:v>
                </c:pt>
                <c:pt idx="2143">
                  <c:v>1.76</c:v>
                </c:pt>
                <c:pt idx="2144">
                  <c:v>1.76</c:v>
                </c:pt>
                <c:pt idx="2145">
                  <c:v>1.76</c:v>
                </c:pt>
                <c:pt idx="2146">
                  <c:v>1.76</c:v>
                </c:pt>
                <c:pt idx="2147">
                  <c:v>1.76</c:v>
                </c:pt>
                <c:pt idx="2148">
                  <c:v>1.76</c:v>
                </c:pt>
                <c:pt idx="2149">
                  <c:v>1.76</c:v>
                </c:pt>
                <c:pt idx="2150">
                  <c:v>1.76</c:v>
                </c:pt>
                <c:pt idx="2151">
                  <c:v>1.76</c:v>
                </c:pt>
                <c:pt idx="2152">
                  <c:v>1.76</c:v>
                </c:pt>
                <c:pt idx="2153">
                  <c:v>1.76</c:v>
                </c:pt>
                <c:pt idx="2154">
                  <c:v>1.76</c:v>
                </c:pt>
                <c:pt idx="2155">
                  <c:v>1.76</c:v>
                </c:pt>
                <c:pt idx="2156">
                  <c:v>1.76</c:v>
                </c:pt>
                <c:pt idx="2157">
                  <c:v>1.76</c:v>
                </c:pt>
                <c:pt idx="2158">
                  <c:v>1.76</c:v>
                </c:pt>
                <c:pt idx="2159">
                  <c:v>1.76</c:v>
                </c:pt>
                <c:pt idx="2160">
                  <c:v>1.76</c:v>
                </c:pt>
                <c:pt idx="2161">
                  <c:v>1.76</c:v>
                </c:pt>
                <c:pt idx="2162">
                  <c:v>1.76</c:v>
                </c:pt>
                <c:pt idx="2163">
                  <c:v>1.76</c:v>
                </c:pt>
                <c:pt idx="2164">
                  <c:v>1.76</c:v>
                </c:pt>
                <c:pt idx="2165">
                  <c:v>1.76</c:v>
                </c:pt>
                <c:pt idx="2166">
                  <c:v>1.76</c:v>
                </c:pt>
                <c:pt idx="2167">
                  <c:v>1.76</c:v>
                </c:pt>
                <c:pt idx="2168">
                  <c:v>1.76</c:v>
                </c:pt>
                <c:pt idx="2169">
                  <c:v>1.76</c:v>
                </c:pt>
                <c:pt idx="2170">
                  <c:v>1.76</c:v>
                </c:pt>
                <c:pt idx="2171">
                  <c:v>1.76</c:v>
                </c:pt>
                <c:pt idx="2172">
                  <c:v>1.76</c:v>
                </c:pt>
                <c:pt idx="2173">
                  <c:v>1.76</c:v>
                </c:pt>
                <c:pt idx="2174">
                  <c:v>1.76</c:v>
                </c:pt>
                <c:pt idx="2175">
                  <c:v>1.76</c:v>
                </c:pt>
                <c:pt idx="2176">
                  <c:v>1.76</c:v>
                </c:pt>
                <c:pt idx="2177">
                  <c:v>1.76</c:v>
                </c:pt>
                <c:pt idx="2178">
                  <c:v>1.76</c:v>
                </c:pt>
                <c:pt idx="2179">
                  <c:v>1.76</c:v>
                </c:pt>
                <c:pt idx="2180">
                  <c:v>1.76</c:v>
                </c:pt>
                <c:pt idx="2181">
                  <c:v>1.76</c:v>
                </c:pt>
                <c:pt idx="2182">
                  <c:v>1.76</c:v>
                </c:pt>
                <c:pt idx="2183">
                  <c:v>1.76</c:v>
                </c:pt>
                <c:pt idx="2184">
                  <c:v>1.76</c:v>
                </c:pt>
                <c:pt idx="2185">
                  <c:v>1.76</c:v>
                </c:pt>
                <c:pt idx="2186">
                  <c:v>1.76</c:v>
                </c:pt>
                <c:pt idx="2187">
                  <c:v>1.76</c:v>
                </c:pt>
                <c:pt idx="2188">
                  <c:v>1.76</c:v>
                </c:pt>
                <c:pt idx="2189">
                  <c:v>1.76</c:v>
                </c:pt>
                <c:pt idx="2190">
                  <c:v>1.76</c:v>
                </c:pt>
                <c:pt idx="2191">
                  <c:v>1.76</c:v>
                </c:pt>
                <c:pt idx="2192">
                  <c:v>1.76</c:v>
                </c:pt>
                <c:pt idx="2193">
                  <c:v>1.76</c:v>
                </c:pt>
                <c:pt idx="2194">
                  <c:v>1.76</c:v>
                </c:pt>
                <c:pt idx="2195">
                  <c:v>1.76</c:v>
                </c:pt>
                <c:pt idx="2196">
                  <c:v>1.76</c:v>
                </c:pt>
                <c:pt idx="2197">
                  <c:v>1.76</c:v>
                </c:pt>
                <c:pt idx="2198">
                  <c:v>1.76</c:v>
                </c:pt>
                <c:pt idx="2199">
                  <c:v>1.76</c:v>
                </c:pt>
                <c:pt idx="2200">
                  <c:v>1.76</c:v>
                </c:pt>
                <c:pt idx="2201">
                  <c:v>1.76</c:v>
                </c:pt>
                <c:pt idx="2202">
                  <c:v>1.76</c:v>
                </c:pt>
                <c:pt idx="2203">
                  <c:v>1.76</c:v>
                </c:pt>
                <c:pt idx="2204">
                  <c:v>1.76</c:v>
                </c:pt>
                <c:pt idx="2205">
                  <c:v>1.76</c:v>
                </c:pt>
                <c:pt idx="2206">
                  <c:v>1.76</c:v>
                </c:pt>
                <c:pt idx="2207">
                  <c:v>1.76</c:v>
                </c:pt>
                <c:pt idx="2208">
                  <c:v>1.76</c:v>
                </c:pt>
                <c:pt idx="2209">
                  <c:v>1.76</c:v>
                </c:pt>
                <c:pt idx="2210">
                  <c:v>1.76</c:v>
                </c:pt>
                <c:pt idx="2211">
                  <c:v>1.76</c:v>
                </c:pt>
                <c:pt idx="2212">
                  <c:v>1.76</c:v>
                </c:pt>
                <c:pt idx="2213">
                  <c:v>1.76</c:v>
                </c:pt>
                <c:pt idx="2214">
                  <c:v>1.76</c:v>
                </c:pt>
                <c:pt idx="2215">
                  <c:v>1.76</c:v>
                </c:pt>
                <c:pt idx="2216">
                  <c:v>1.76</c:v>
                </c:pt>
                <c:pt idx="2217">
                  <c:v>1.76</c:v>
                </c:pt>
                <c:pt idx="2218">
                  <c:v>1.76</c:v>
                </c:pt>
                <c:pt idx="2219">
                  <c:v>1.76</c:v>
                </c:pt>
                <c:pt idx="2220">
                  <c:v>1.76</c:v>
                </c:pt>
                <c:pt idx="2221">
                  <c:v>1.76</c:v>
                </c:pt>
                <c:pt idx="2222">
                  <c:v>1.76</c:v>
                </c:pt>
                <c:pt idx="2223">
                  <c:v>1.76</c:v>
                </c:pt>
                <c:pt idx="2224">
                  <c:v>1.76</c:v>
                </c:pt>
                <c:pt idx="2225">
                  <c:v>1.76</c:v>
                </c:pt>
                <c:pt idx="2226">
                  <c:v>1.76</c:v>
                </c:pt>
                <c:pt idx="2227">
                  <c:v>1.76</c:v>
                </c:pt>
                <c:pt idx="2228">
                  <c:v>1.76</c:v>
                </c:pt>
                <c:pt idx="2229">
                  <c:v>1.76</c:v>
                </c:pt>
                <c:pt idx="2230">
                  <c:v>1.76</c:v>
                </c:pt>
                <c:pt idx="2231">
                  <c:v>1.76</c:v>
                </c:pt>
                <c:pt idx="2232">
                  <c:v>1.76</c:v>
                </c:pt>
                <c:pt idx="2233">
                  <c:v>1.76</c:v>
                </c:pt>
                <c:pt idx="2234">
                  <c:v>1.76</c:v>
                </c:pt>
                <c:pt idx="2235">
                  <c:v>1.76</c:v>
                </c:pt>
                <c:pt idx="2236">
                  <c:v>1.76</c:v>
                </c:pt>
                <c:pt idx="2237">
                  <c:v>1.76</c:v>
                </c:pt>
                <c:pt idx="2238">
                  <c:v>1.76</c:v>
                </c:pt>
                <c:pt idx="2239">
                  <c:v>1.76</c:v>
                </c:pt>
                <c:pt idx="2240">
                  <c:v>1.76</c:v>
                </c:pt>
                <c:pt idx="2241">
                  <c:v>1.76</c:v>
                </c:pt>
                <c:pt idx="2242">
                  <c:v>1.76</c:v>
                </c:pt>
                <c:pt idx="2243">
                  <c:v>1.76</c:v>
                </c:pt>
                <c:pt idx="2244">
                  <c:v>1.76</c:v>
                </c:pt>
                <c:pt idx="2245">
                  <c:v>1.76</c:v>
                </c:pt>
                <c:pt idx="2246">
                  <c:v>1.76</c:v>
                </c:pt>
                <c:pt idx="2247">
                  <c:v>1.76</c:v>
                </c:pt>
                <c:pt idx="2248">
                  <c:v>1.76</c:v>
                </c:pt>
                <c:pt idx="2249">
                  <c:v>1.76</c:v>
                </c:pt>
                <c:pt idx="2250">
                  <c:v>1.76</c:v>
                </c:pt>
                <c:pt idx="2251">
                  <c:v>1.76</c:v>
                </c:pt>
                <c:pt idx="2252">
                  <c:v>1.76</c:v>
                </c:pt>
                <c:pt idx="2253">
                  <c:v>1.76</c:v>
                </c:pt>
                <c:pt idx="2254">
                  <c:v>1.76</c:v>
                </c:pt>
                <c:pt idx="2255">
                  <c:v>1.76</c:v>
                </c:pt>
                <c:pt idx="2256">
                  <c:v>1.76</c:v>
                </c:pt>
                <c:pt idx="2257">
                  <c:v>1.76</c:v>
                </c:pt>
                <c:pt idx="2258">
                  <c:v>1.76</c:v>
                </c:pt>
                <c:pt idx="2259">
                  <c:v>1.76</c:v>
                </c:pt>
                <c:pt idx="2260">
                  <c:v>1.76</c:v>
                </c:pt>
                <c:pt idx="2261">
                  <c:v>1.76</c:v>
                </c:pt>
                <c:pt idx="2262">
                  <c:v>1.76</c:v>
                </c:pt>
                <c:pt idx="2263">
                  <c:v>1.76</c:v>
                </c:pt>
                <c:pt idx="2264">
                  <c:v>1.76</c:v>
                </c:pt>
                <c:pt idx="2265">
                  <c:v>1.76</c:v>
                </c:pt>
                <c:pt idx="2266">
                  <c:v>1.76</c:v>
                </c:pt>
                <c:pt idx="2267">
                  <c:v>1.76</c:v>
                </c:pt>
                <c:pt idx="2268">
                  <c:v>1.76</c:v>
                </c:pt>
                <c:pt idx="2269">
                  <c:v>1.76</c:v>
                </c:pt>
                <c:pt idx="2270">
                  <c:v>1.76</c:v>
                </c:pt>
                <c:pt idx="2271">
                  <c:v>1.76</c:v>
                </c:pt>
                <c:pt idx="2272">
                  <c:v>1.76</c:v>
                </c:pt>
                <c:pt idx="2273">
                  <c:v>1.76</c:v>
                </c:pt>
                <c:pt idx="2274">
                  <c:v>1.76</c:v>
                </c:pt>
                <c:pt idx="2275">
                  <c:v>1.76</c:v>
                </c:pt>
                <c:pt idx="2276">
                  <c:v>1.76</c:v>
                </c:pt>
                <c:pt idx="2277">
                  <c:v>1.76</c:v>
                </c:pt>
                <c:pt idx="2278">
                  <c:v>1.76</c:v>
                </c:pt>
                <c:pt idx="2279">
                  <c:v>1.76</c:v>
                </c:pt>
                <c:pt idx="2280">
                  <c:v>1.76</c:v>
                </c:pt>
                <c:pt idx="2281">
                  <c:v>1.76</c:v>
                </c:pt>
                <c:pt idx="2282">
                  <c:v>1.76</c:v>
                </c:pt>
                <c:pt idx="2283">
                  <c:v>1.76</c:v>
                </c:pt>
                <c:pt idx="2284">
                  <c:v>1.76</c:v>
                </c:pt>
                <c:pt idx="2285">
                  <c:v>1.76</c:v>
                </c:pt>
                <c:pt idx="2286">
                  <c:v>1.76</c:v>
                </c:pt>
                <c:pt idx="2287">
                  <c:v>1.76</c:v>
                </c:pt>
                <c:pt idx="2288">
                  <c:v>1.76</c:v>
                </c:pt>
                <c:pt idx="2289">
                  <c:v>1.76</c:v>
                </c:pt>
                <c:pt idx="2290">
                  <c:v>1.76</c:v>
                </c:pt>
                <c:pt idx="2291">
                  <c:v>1.76</c:v>
                </c:pt>
                <c:pt idx="2292">
                  <c:v>1.76</c:v>
                </c:pt>
                <c:pt idx="2293">
                  <c:v>1.76</c:v>
                </c:pt>
                <c:pt idx="2294">
                  <c:v>1.76</c:v>
                </c:pt>
                <c:pt idx="2295">
                  <c:v>1.76</c:v>
                </c:pt>
                <c:pt idx="2296">
                  <c:v>1.76</c:v>
                </c:pt>
                <c:pt idx="2297">
                  <c:v>1.76</c:v>
                </c:pt>
                <c:pt idx="2298">
                  <c:v>1.76</c:v>
                </c:pt>
                <c:pt idx="2299">
                  <c:v>1.76</c:v>
                </c:pt>
                <c:pt idx="2300">
                  <c:v>1.76</c:v>
                </c:pt>
                <c:pt idx="2301">
                  <c:v>1.76</c:v>
                </c:pt>
                <c:pt idx="2302">
                  <c:v>1.76</c:v>
                </c:pt>
                <c:pt idx="2303">
                  <c:v>1.76</c:v>
                </c:pt>
                <c:pt idx="2304">
                  <c:v>1.76</c:v>
                </c:pt>
                <c:pt idx="2305">
                  <c:v>1.76</c:v>
                </c:pt>
                <c:pt idx="2306">
                  <c:v>1.76</c:v>
                </c:pt>
                <c:pt idx="2307">
                  <c:v>1.76</c:v>
                </c:pt>
                <c:pt idx="2308">
                  <c:v>1.76</c:v>
                </c:pt>
                <c:pt idx="2309">
                  <c:v>1.76</c:v>
                </c:pt>
                <c:pt idx="2310">
                  <c:v>1.76</c:v>
                </c:pt>
                <c:pt idx="2311">
                  <c:v>1.76</c:v>
                </c:pt>
                <c:pt idx="2312">
                  <c:v>1.76</c:v>
                </c:pt>
                <c:pt idx="2313">
                  <c:v>1.76</c:v>
                </c:pt>
                <c:pt idx="2314">
                  <c:v>1.76</c:v>
                </c:pt>
                <c:pt idx="2315">
                  <c:v>1.76</c:v>
                </c:pt>
                <c:pt idx="2316">
                  <c:v>1.76</c:v>
                </c:pt>
                <c:pt idx="2317">
                  <c:v>1.76</c:v>
                </c:pt>
                <c:pt idx="2318">
                  <c:v>1.76</c:v>
                </c:pt>
                <c:pt idx="2319">
                  <c:v>1.76</c:v>
                </c:pt>
                <c:pt idx="2320">
                  <c:v>1.76</c:v>
                </c:pt>
                <c:pt idx="2321">
                  <c:v>1.76</c:v>
                </c:pt>
                <c:pt idx="2322">
                  <c:v>1.76</c:v>
                </c:pt>
                <c:pt idx="2323">
                  <c:v>1.76</c:v>
                </c:pt>
                <c:pt idx="2324">
                  <c:v>1.76</c:v>
                </c:pt>
                <c:pt idx="2325">
                  <c:v>1.76</c:v>
                </c:pt>
                <c:pt idx="2326">
                  <c:v>1.76</c:v>
                </c:pt>
                <c:pt idx="2327">
                  <c:v>1.76</c:v>
                </c:pt>
                <c:pt idx="2328">
                  <c:v>1.76</c:v>
                </c:pt>
                <c:pt idx="2329">
                  <c:v>1.76</c:v>
                </c:pt>
                <c:pt idx="2330">
                  <c:v>1.76</c:v>
                </c:pt>
                <c:pt idx="2331">
                  <c:v>1.76</c:v>
                </c:pt>
                <c:pt idx="2332">
                  <c:v>1.76</c:v>
                </c:pt>
                <c:pt idx="2333">
                  <c:v>1.76</c:v>
                </c:pt>
                <c:pt idx="2334">
                  <c:v>1.76</c:v>
                </c:pt>
                <c:pt idx="2335">
                  <c:v>1.76</c:v>
                </c:pt>
                <c:pt idx="2336">
                  <c:v>1.76</c:v>
                </c:pt>
                <c:pt idx="2337">
                  <c:v>1.76</c:v>
                </c:pt>
                <c:pt idx="2338">
                  <c:v>1.76</c:v>
                </c:pt>
                <c:pt idx="2339">
                  <c:v>1.76</c:v>
                </c:pt>
                <c:pt idx="2340">
                  <c:v>1.76</c:v>
                </c:pt>
                <c:pt idx="2341">
                  <c:v>1.76</c:v>
                </c:pt>
                <c:pt idx="2342">
                  <c:v>1.76</c:v>
                </c:pt>
                <c:pt idx="2343">
                  <c:v>1.76</c:v>
                </c:pt>
                <c:pt idx="2344">
                  <c:v>1.76</c:v>
                </c:pt>
                <c:pt idx="2345">
                  <c:v>1.76</c:v>
                </c:pt>
                <c:pt idx="2346">
                  <c:v>1.76</c:v>
                </c:pt>
                <c:pt idx="2347">
                  <c:v>1.76</c:v>
                </c:pt>
                <c:pt idx="2348">
                  <c:v>1.76</c:v>
                </c:pt>
                <c:pt idx="2349">
                  <c:v>1.76</c:v>
                </c:pt>
                <c:pt idx="2350">
                  <c:v>1.76</c:v>
                </c:pt>
                <c:pt idx="2351">
                  <c:v>1.76</c:v>
                </c:pt>
                <c:pt idx="2352">
                  <c:v>1.76</c:v>
                </c:pt>
                <c:pt idx="2353">
                  <c:v>1.76</c:v>
                </c:pt>
                <c:pt idx="2354">
                  <c:v>1.76</c:v>
                </c:pt>
                <c:pt idx="2355">
                  <c:v>1.76</c:v>
                </c:pt>
                <c:pt idx="2356">
                  <c:v>1.76</c:v>
                </c:pt>
                <c:pt idx="2357">
                  <c:v>1.76</c:v>
                </c:pt>
                <c:pt idx="2358">
                  <c:v>1.76</c:v>
                </c:pt>
                <c:pt idx="2359">
                  <c:v>1.76</c:v>
                </c:pt>
                <c:pt idx="2360">
                  <c:v>1.76</c:v>
                </c:pt>
                <c:pt idx="2361">
                  <c:v>1.76</c:v>
                </c:pt>
                <c:pt idx="2362">
                  <c:v>1.76</c:v>
                </c:pt>
                <c:pt idx="2363">
                  <c:v>1.76</c:v>
                </c:pt>
                <c:pt idx="2364">
                  <c:v>1.76</c:v>
                </c:pt>
                <c:pt idx="2365">
                  <c:v>1.76</c:v>
                </c:pt>
                <c:pt idx="2366">
                  <c:v>1.76</c:v>
                </c:pt>
                <c:pt idx="2367">
                  <c:v>1.76</c:v>
                </c:pt>
                <c:pt idx="2368">
                  <c:v>1.76</c:v>
                </c:pt>
                <c:pt idx="2369">
                  <c:v>1.76</c:v>
                </c:pt>
                <c:pt idx="2370">
                  <c:v>1.76</c:v>
                </c:pt>
                <c:pt idx="2371">
                  <c:v>1.76</c:v>
                </c:pt>
                <c:pt idx="2372">
                  <c:v>1.76</c:v>
                </c:pt>
                <c:pt idx="2373">
                  <c:v>1.76</c:v>
                </c:pt>
                <c:pt idx="2374">
                  <c:v>1.76</c:v>
                </c:pt>
                <c:pt idx="2375">
                  <c:v>1.76</c:v>
                </c:pt>
                <c:pt idx="2376">
                  <c:v>1.76</c:v>
                </c:pt>
                <c:pt idx="2377">
                  <c:v>1.76</c:v>
                </c:pt>
                <c:pt idx="2378">
                  <c:v>1.76</c:v>
                </c:pt>
                <c:pt idx="2379">
                  <c:v>1.76</c:v>
                </c:pt>
                <c:pt idx="2380">
                  <c:v>1.76</c:v>
                </c:pt>
                <c:pt idx="2381">
                  <c:v>1.76</c:v>
                </c:pt>
                <c:pt idx="2382">
                  <c:v>1.76</c:v>
                </c:pt>
                <c:pt idx="2383">
                  <c:v>1.76</c:v>
                </c:pt>
                <c:pt idx="2384">
                  <c:v>1.76</c:v>
                </c:pt>
                <c:pt idx="2385">
                  <c:v>1.76</c:v>
                </c:pt>
                <c:pt idx="2386">
                  <c:v>1.76</c:v>
                </c:pt>
                <c:pt idx="2387">
                  <c:v>1.76</c:v>
                </c:pt>
                <c:pt idx="2388">
                  <c:v>1.76</c:v>
                </c:pt>
                <c:pt idx="2389">
                  <c:v>1.76</c:v>
                </c:pt>
                <c:pt idx="2390">
                  <c:v>1.76</c:v>
                </c:pt>
                <c:pt idx="2391">
                  <c:v>1.76</c:v>
                </c:pt>
                <c:pt idx="2392">
                  <c:v>1.76</c:v>
                </c:pt>
                <c:pt idx="2393">
                  <c:v>1.76</c:v>
                </c:pt>
                <c:pt idx="2394">
                  <c:v>1.76</c:v>
                </c:pt>
                <c:pt idx="2395">
                  <c:v>1.76</c:v>
                </c:pt>
                <c:pt idx="2396">
                  <c:v>1.76</c:v>
                </c:pt>
                <c:pt idx="2397">
                  <c:v>1.76</c:v>
                </c:pt>
                <c:pt idx="2398">
                  <c:v>1.76</c:v>
                </c:pt>
                <c:pt idx="2399">
                  <c:v>1.76</c:v>
                </c:pt>
                <c:pt idx="2400">
                  <c:v>1.76</c:v>
                </c:pt>
                <c:pt idx="2401">
                  <c:v>1.76</c:v>
                </c:pt>
                <c:pt idx="2402">
                  <c:v>1.76</c:v>
                </c:pt>
                <c:pt idx="2403">
                  <c:v>1.76</c:v>
                </c:pt>
                <c:pt idx="2404">
                  <c:v>1.76</c:v>
                </c:pt>
                <c:pt idx="2405">
                  <c:v>1.76</c:v>
                </c:pt>
                <c:pt idx="2406">
                  <c:v>1.76</c:v>
                </c:pt>
                <c:pt idx="2407">
                  <c:v>1.76</c:v>
                </c:pt>
                <c:pt idx="2408">
                  <c:v>1.76</c:v>
                </c:pt>
                <c:pt idx="2409">
                  <c:v>1.76</c:v>
                </c:pt>
                <c:pt idx="2410">
                  <c:v>1.76</c:v>
                </c:pt>
                <c:pt idx="2411">
                  <c:v>1.76</c:v>
                </c:pt>
                <c:pt idx="2412">
                  <c:v>1.76</c:v>
                </c:pt>
                <c:pt idx="2413">
                  <c:v>1.76</c:v>
                </c:pt>
                <c:pt idx="2414">
                  <c:v>1.76</c:v>
                </c:pt>
                <c:pt idx="2415">
                  <c:v>1.76</c:v>
                </c:pt>
                <c:pt idx="2416">
                  <c:v>1.76</c:v>
                </c:pt>
                <c:pt idx="2417">
                  <c:v>1.76</c:v>
                </c:pt>
                <c:pt idx="2418">
                  <c:v>1.76</c:v>
                </c:pt>
                <c:pt idx="2419">
                  <c:v>1.76</c:v>
                </c:pt>
                <c:pt idx="2420">
                  <c:v>1.76</c:v>
                </c:pt>
                <c:pt idx="2421">
                  <c:v>1.76</c:v>
                </c:pt>
                <c:pt idx="2422">
                  <c:v>1.76</c:v>
                </c:pt>
                <c:pt idx="2423">
                  <c:v>1.76</c:v>
                </c:pt>
                <c:pt idx="2424">
                  <c:v>1.76</c:v>
                </c:pt>
                <c:pt idx="2425">
                  <c:v>1.76</c:v>
                </c:pt>
                <c:pt idx="2426">
                  <c:v>1.76</c:v>
                </c:pt>
                <c:pt idx="2427">
                  <c:v>1.76</c:v>
                </c:pt>
                <c:pt idx="2428">
                  <c:v>1.76</c:v>
                </c:pt>
                <c:pt idx="2429">
                  <c:v>1.76</c:v>
                </c:pt>
                <c:pt idx="2430">
                  <c:v>1.76</c:v>
                </c:pt>
                <c:pt idx="2431">
                  <c:v>1.76</c:v>
                </c:pt>
                <c:pt idx="2432">
                  <c:v>1.76</c:v>
                </c:pt>
                <c:pt idx="2433">
                  <c:v>1.76</c:v>
                </c:pt>
                <c:pt idx="2434">
                  <c:v>1.76</c:v>
                </c:pt>
                <c:pt idx="2435">
                  <c:v>1.76</c:v>
                </c:pt>
                <c:pt idx="2436">
                  <c:v>1.76</c:v>
                </c:pt>
                <c:pt idx="2437">
                  <c:v>1.76</c:v>
                </c:pt>
                <c:pt idx="2438">
                  <c:v>1.76</c:v>
                </c:pt>
                <c:pt idx="2439">
                  <c:v>1.76</c:v>
                </c:pt>
                <c:pt idx="2440">
                  <c:v>1.76</c:v>
                </c:pt>
                <c:pt idx="2441">
                  <c:v>1.76</c:v>
                </c:pt>
                <c:pt idx="2442">
                  <c:v>1.76</c:v>
                </c:pt>
                <c:pt idx="2443">
                  <c:v>1.76</c:v>
                </c:pt>
                <c:pt idx="2444">
                  <c:v>1.76</c:v>
                </c:pt>
                <c:pt idx="2445">
                  <c:v>1.76</c:v>
                </c:pt>
                <c:pt idx="2446">
                  <c:v>1.76</c:v>
                </c:pt>
                <c:pt idx="2447">
                  <c:v>1.76</c:v>
                </c:pt>
                <c:pt idx="2448">
                  <c:v>1.76</c:v>
                </c:pt>
                <c:pt idx="2449">
                  <c:v>1.76</c:v>
                </c:pt>
                <c:pt idx="2450">
                  <c:v>1.76</c:v>
                </c:pt>
                <c:pt idx="2451">
                  <c:v>1.76</c:v>
                </c:pt>
                <c:pt idx="2452">
                  <c:v>1.76</c:v>
                </c:pt>
                <c:pt idx="2453">
                  <c:v>1.76</c:v>
                </c:pt>
                <c:pt idx="2454">
                  <c:v>1.76</c:v>
                </c:pt>
                <c:pt idx="2455">
                  <c:v>1.76</c:v>
                </c:pt>
                <c:pt idx="2456">
                  <c:v>1.76</c:v>
                </c:pt>
                <c:pt idx="2457">
                  <c:v>1.76</c:v>
                </c:pt>
                <c:pt idx="2458">
                  <c:v>1.76</c:v>
                </c:pt>
                <c:pt idx="2459">
                  <c:v>1.76</c:v>
                </c:pt>
                <c:pt idx="2460">
                  <c:v>1.76</c:v>
                </c:pt>
                <c:pt idx="2461">
                  <c:v>1.76</c:v>
                </c:pt>
                <c:pt idx="2462">
                  <c:v>1.76</c:v>
                </c:pt>
                <c:pt idx="2463">
                  <c:v>1.76</c:v>
                </c:pt>
                <c:pt idx="2464">
                  <c:v>1.76</c:v>
                </c:pt>
                <c:pt idx="2465">
                  <c:v>1.76</c:v>
                </c:pt>
                <c:pt idx="2466">
                  <c:v>1.76</c:v>
                </c:pt>
                <c:pt idx="2467">
                  <c:v>1.76</c:v>
                </c:pt>
                <c:pt idx="2468">
                  <c:v>1.76</c:v>
                </c:pt>
                <c:pt idx="2469">
                  <c:v>1.76</c:v>
                </c:pt>
                <c:pt idx="2470">
                  <c:v>1.76</c:v>
                </c:pt>
                <c:pt idx="2471">
                  <c:v>1.76</c:v>
                </c:pt>
                <c:pt idx="2472">
                  <c:v>1.76</c:v>
                </c:pt>
                <c:pt idx="2473">
                  <c:v>1.76</c:v>
                </c:pt>
                <c:pt idx="2474">
                  <c:v>1.76</c:v>
                </c:pt>
                <c:pt idx="2475">
                  <c:v>1.76</c:v>
                </c:pt>
                <c:pt idx="2476">
                  <c:v>1.76</c:v>
                </c:pt>
                <c:pt idx="2477">
                  <c:v>1.76</c:v>
                </c:pt>
                <c:pt idx="2478">
                  <c:v>1.76</c:v>
                </c:pt>
                <c:pt idx="2479">
                  <c:v>1.76</c:v>
                </c:pt>
                <c:pt idx="2480">
                  <c:v>1.76</c:v>
                </c:pt>
                <c:pt idx="2481">
                  <c:v>1.76</c:v>
                </c:pt>
                <c:pt idx="2482">
                  <c:v>1.76</c:v>
                </c:pt>
                <c:pt idx="2483">
                  <c:v>1.76</c:v>
                </c:pt>
                <c:pt idx="2484">
                  <c:v>1.76</c:v>
                </c:pt>
                <c:pt idx="2485">
                  <c:v>1.76</c:v>
                </c:pt>
                <c:pt idx="2486">
                  <c:v>1.76</c:v>
                </c:pt>
                <c:pt idx="2487">
                  <c:v>1.76</c:v>
                </c:pt>
                <c:pt idx="2488">
                  <c:v>1.76</c:v>
                </c:pt>
                <c:pt idx="2489">
                  <c:v>1.76</c:v>
                </c:pt>
                <c:pt idx="2490">
                  <c:v>1.76</c:v>
                </c:pt>
                <c:pt idx="2491">
                  <c:v>1.76</c:v>
                </c:pt>
                <c:pt idx="2492">
                  <c:v>1.76</c:v>
                </c:pt>
                <c:pt idx="2493">
                  <c:v>1.76</c:v>
                </c:pt>
                <c:pt idx="2494">
                  <c:v>1.76</c:v>
                </c:pt>
                <c:pt idx="2495">
                  <c:v>1.76</c:v>
                </c:pt>
                <c:pt idx="2496">
                  <c:v>1.76</c:v>
                </c:pt>
                <c:pt idx="2497">
                  <c:v>1.76</c:v>
                </c:pt>
                <c:pt idx="2498">
                  <c:v>1.76</c:v>
                </c:pt>
                <c:pt idx="2499">
                  <c:v>1.76</c:v>
                </c:pt>
                <c:pt idx="2500">
                  <c:v>1.76</c:v>
                </c:pt>
                <c:pt idx="2501">
                  <c:v>1.76</c:v>
                </c:pt>
                <c:pt idx="2502">
                  <c:v>1.76</c:v>
                </c:pt>
                <c:pt idx="2503">
                  <c:v>1.76</c:v>
                </c:pt>
                <c:pt idx="2504">
                  <c:v>1.76</c:v>
                </c:pt>
                <c:pt idx="2505">
                  <c:v>1.76</c:v>
                </c:pt>
                <c:pt idx="2506">
                  <c:v>1.76</c:v>
                </c:pt>
                <c:pt idx="2507">
                  <c:v>1.76</c:v>
                </c:pt>
                <c:pt idx="2508">
                  <c:v>1.76</c:v>
                </c:pt>
                <c:pt idx="2509">
                  <c:v>1.76</c:v>
                </c:pt>
                <c:pt idx="2510">
                  <c:v>1.76</c:v>
                </c:pt>
                <c:pt idx="2511">
                  <c:v>1.76</c:v>
                </c:pt>
                <c:pt idx="2512">
                  <c:v>1.76</c:v>
                </c:pt>
                <c:pt idx="2513">
                  <c:v>1.76</c:v>
                </c:pt>
                <c:pt idx="2514">
                  <c:v>1.76</c:v>
                </c:pt>
                <c:pt idx="2515">
                  <c:v>1.76</c:v>
                </c:pt>
                <c:pt idx="2516">
                  <c:v>1.76</c:v>
                </c:pt>
                <c:pt idx="2517">
                  <c:v>1.76</c:v>
                </c:pt>
                <c:pt idx="2518">
                  <c:v>1.76</c:v>
                </c:pt>
                <c:pt idx="2519">
                  <c:v>1.76</c:v>
                </c:pt>
                <c:pt idx="2520">
                  <c:v>1.76</c:v>
                </c:pt>
                <c:pt idx="2521">
                  <c:v>1.76</c:v>
                </c:pt>
                <c:pt idx="2522">
                  <c:v>1.76</c:v>
                </c:pt>
                <c:pt idx="2523">
                  <c:v>1.76</c:v>
                </c:pt>
                <c:pt idx="2524">
                  <c:v>1.76</c:v>
                </c:pt>
                <c:pt idx="2525">
                  <c:v>1.76</c:v>
                </c:pt>
                <c:pt idx="2526">
                  <c:v>1.76</c:v>
                </c:pt>
                <c:pt idx="2527">
                  <c:v>1.76</c:v>
                </c:pt>
                <c:pt idx="2528">
                  <c:v>1.76</c:v>
                </c:pt>
                <c:pt idx="2529">
                  <c:v>1.76</c:v>
                </c:pt>
                <c:pt idx="2530">
                  <c:v>1.76</c:v>
                </c:pt>
                <c:pt idx="2531">
                  <c:v>1.76</c:v>
                </c:pt>
                <c:pt idx="2532">
                  <c:v>1.76</c:v>
                </c:pt>
                <c:pt idx="2533">
                  <c:v>1.76</c:v>
                </c:pt>
                <c:pt idx="2534">
                  <c:v>1.76</c:v>
                </c:pt>
                <c:pt idx="2535">
                  <c:v>1.76</c:v>
                </c:pt>
                <c:pt idx="2536">
                  <c:v>1.76</c:v>
                </c:pt>
                <c:pt idx="2537">
                  <c:v>1.76</c:v>
                </c:pt>
                <c:pt idx="2538">
                  <c:v>1.76</c:v>
                </c:pt>
                <c:pt idx="2539">
                  <c:v>1.76</c:v>
                </c:pt>
                <c:pt idx="2540">
                  <c:v>1.76</c:v>
                </c:pt>
                <c:pt idx="2541">
                  <c:v>1.76</c:v>
                </c:pt>
                <c:pt idx="2542">
                  <c:v>1.76</c:v>
                </c:pt>
                <c:pt idx="2543">
                  <c:v>1.76</c:v>
                </c:pt>
                <c:pt idx="2544">
                  <c:v>1.76</c:v>
                </c:pt>
                <c:pt idx="2545">
                  <c:v>1.76</c:v>
                </c:pt>
                <c:pt idx="2546">
                  <c:v>1.76</c:v>
                </c:pt>
                <c:pt idx="2547">
                  <c:v>1.76</c:v>
                </c:pt>
                <c:pt idx="2548">
                  <c:v>1.76</c:v>
                </c:pt>
                <c:pt idx="2549">
                  <c:v>1.76</c:v>
                </c:pt>
                <c:pt idx="2550">
                  <c:v>1.76</c:v>
                </c:pt>
                <c:pt idx="2551">
                  <c:v>1.76</c:v>
                </c:pt>
                <c:pt idx="2552">
                  <c:v>1.76</c:v>
                </c:pt>
                <c:pt idx="2553">
                  <c:v>1.76</c:v>
                </c:pt>
                <c:pt idx="2554">
                  <c:v>1.76</c:v>
                </c:pt>
                <c:pt idx="2555">
                  <c:v>1.76</c:v>
                </c:pt>
                <c:pt idx="2556">
                  <c:v>1.76</c:v>
                </c:pt>
                <c:pt idx="2557">
                  <c:v>1.76</c:v>
                </c:pt>
                <c:pt idx="2558">
                  <c:v>1.76</c:v>
                </c:pt>
                <c:pt idx="2559">
                  <c:v>1.76</c:v>
                </c:pt>
                <c:pt idx="2560">
                  <c:v>1.76</c:v>
                </c:pt>
                <c:pt idx="2561">
                  <c:v>1.76</c:v>
                </c:pt>
                <c:pt idx="2562">
                  <c:v>1.76</c:v>
                </c:pt>
                <c:pt idx="2563">
                  <c:v>1.76</c:v>
                </c:pt>
                <c:pt idx="2564">
                  <c:v>1.76</c:v>
                </c:pt>
                <c:pt idx="2565">
                  <c:v>1.76</c:v>
                </c:pt>
                <c:pt idx="2566">
                  <c:v>1.76</c:v>
                </c:pt>
                <c:pt idx="2567">
                  <c:v>1.76</c:v>
                </c:pt>
                <c:pt idx="2568">
                  <c:v>1.76</c:v>
                </c:pt>
                <c:pt idx="2569">
                  <c:v>1.76</c:v>
                </c:pt>
                <c:pt idx="2570">
                  <c:v>1.76</c:v>
                </c:pt>
                <c:pt idx="2571">
                  <c:v>1.76</c:v>
                </c:pt>
                <c:pt idx="2572">
                  <c:v>1.76</c:v>
                </c:pt>
                <c:pt idx="2573">
                  <c:v>1.76</c:v>
                </c:pt>
                <c:pt idx="2574">
                  <c:v>1.76</c:v>
                </c:pt>
                <c:pt idx="2575">
                  <c:v>1.76</c:v>
                </c:pt>
                <c:pt idx="2576">
                  <c:v>1.76</c:v>
                </c:pt>
                <c:pt idx="2577">
                  <c:v>1.76</c:v>
                </c:pt>
                <c:pt idx="2578">
                  <c:v>1.76</c:v>
                </c:pt>
                <c:pt idx="2579">
                  <c:v>1.76</c:v>
                </c:pt>
                <c:pt idx="2580">
                  <c:v>1.76</c:v>
                </c:pt>
                <c:pt idx="2581">
                  <c:v>1.76</c:v>
                </c:pt>
                <c:pt idx="2582">
                  <c:v>1.76</c:v>
                </c:pt>
                <c:pt idx="2583">
                  <c:v>1.76</c:v>
                </c:pt>
                <c:pt idx="2584">
                  <c:v>1.76</c:v>
                </c:pt>
                <c:pt idx="2585">
                  <c:v>1.76</c:v>
                </c:pt>
                <c:pt idx="2586">
                  <c:v>1.76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1"/>
        </c:scaling>
        <c:delete val="0"/>
        <c:axPos val="b"/>
        <c:title>
          <c:tx>
            <c:rich>
              <a:bodyPr/>
              <a:lstStyle/>
              <a:p>
                <a:pPr>
                  <a:defRPr sz="1150" b="0" i="0" u="none" strike="noStrike">
                    <a:solidFill>
                      <a:srgbClr val="9AA8C7"/>
                    </a:solidFill>
                    <a:latin typeface="Calibri"/>
                  </a:defRPr>
                </a:pPr>
                <a:r>
                  <a:rPr sz="1150" b="0" i="0" u="none" strike="noStrike">
                    <a:solidFill>
                      <a:srgbClr val="9AA8C7"/>
                    </a:solidFill>
                    <a:latin typeface="Calibri"/>
                  </a:rPr>
                  <a:t>log10 orbital period (days)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valAx>
      <c:valAx>
        <c:axId val="2094734552"/>
        <c:scaling>
          <c:orientation val="minMax"/>
          <c:max val="4.2"/>
          <c:min val="0"/>
        </c:scaling>
        <c:delete val="1"/>
        <c:axPos val="l"/>
        <c:majorGridlines>
          <c:spPr>
            <a:ln w="9525" cap="flat">
              <a:solidFill>
                <a:srgbClr val="232C58"/>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midCat"/>
      </c:valAx>
      <c:spPr>
        <a:solidFill>
          <a:srgbClr val="121A3E"/>
        </a:solidFill>
        <a:ln w="12700" cap="flat">
          <a:solidFill>
            <a:srgbClr val="2E3A6B"/>
          </a:solidFill>
        </a:ln>
        <a:effectLst/>
      </c:spPr>
    </c:plotArea>
    <c:legend>
      <c:legendPos val="t"/>
      <c:overlay val="0"/>
      <c:txPr>
        <a:bodyPr/>
        <a:lstStyle/>
        <a:p>
          <a:pPr>
            <a:defRPr sz="1100">
              <a:solidFill>
                <a:srgbClr val="9AA8C7"/>
              </a:solidFill>
              <a:latin typeface="Calibri"/>
              <a:cs typeface="Calibri"/>
            </a:defRPr>
          </a:pPr>
          <a:endParaRPr lang="en-US"/>
        </a:p>
      </c:txPr>
    </c:legend>
    <c:plotVisOnly val="1"/>
    <c:dispBlanksAs val="span"/>
    <c:showDLblsOverMax val="1"/>
  </c:chart>
  <c:spPr>
    <a:solidFill>
      <a:srgbClr val="121A3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E9B949"/>
              </a:solidFill>
              <a:ln w="9525" cap="flat">
                <a:solidFill>
                  <a:srgbClr val="121A3E"/>
                </a:solidFill>
                <a:prstDash val="solid"/>
                <a:round/>
              </a:ln>
              <a:effectLst/>
            </c:spPr>
          </c:dPt>
          <c:dPt>
            <c:idx val="1"/>
            <c:bubble3D val="0"/>
            <c:spPr>
              <a:solidFill>
                <a:srgbClr val="5E7BC4"/>
              </a:solidFill>
              <a:ln w="9525" cap="flat">
                <a:solidFill>
                  <a:srgbClr val="121A3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Above the gap</c:v>
                </c:pt>
                <c:pt idx="1">
                  <c:v>Below the gap</c:v>
                </c:pt>
              </c:strCache>
            </c:strRef>
          </c:cat>
          <c:val>
            <c:numRef>
              <c:f>Sheet1!$B$2:$B$3</c:f>
              <c:numCache>
                <c:ptCount val="2"/>
                <c:pt idx="0">
                  <c:v>1570</c:v>
                </c:pt>
                <c:pt idx="1">
                  <c:v>1017</c:v>
                </c:pt>
              </c:numCache>
            </c:numRef>
          </c:val>
        </c:ser>
        <c:firstSliceAng val="0"/>
        <c:holeSize val="58"/>
      </c:doughnutChart>
      <c:spPr>
        <a:solidFill>
          <a:srgbClr val="121A3E"/>
        </a:solidFill>
        <a:ln w="12700" cap="flat">
          <a:solidFill>
            <a:srgbClr val="2E3A6B"/>
          </a:solidFill>
        </a:ln>
        <a:effectLst/>
      </c:spPr>
    </c:plotArea>
    <c:legend>
      <c:legendPos val="b"/>
      <c:overlay val="0"/>
      <c:txPr>
        <a:bodyPr/>
        <a:lstStyle/>
        <a:p>
          <a:pPr>
            <a:defRPr sz="1050">
              <a:solidFill>
                <a:srgbClr val="9AA8C7"/>
              </a:solidFill>
              <a:latin typeface="Calibri"/>
              <a:cs typeface="Calibri"/>
            </a:defRPr>
          </a:pPr>
          <a:endParaRPr lang="en-US"/>
        </a:p>
      </c:txPr>
    </c:legend>
    <c:plotVisOnly val="1"/>
    <c:dispBlanksAs val="span"/>
  </c:chart>
  <c:spPr>
    <a:solidFill>
      <a:srgbClr val="121A3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AIC</c:v>
                </c:pt>
              </c:strCache>
            </c:strRef>
          </c:tx>
          <c:spPr>
            <a:solidFill>
              <a:srgbClr val="E9B949"/>
            </a:solidFill>
            <a:effectLst/>
          </c:spPr>
          <c:invertIfNegative val="0"/>
          <c:dLbls>
            <c:numFmt formatCode="#,##0" sourceLinked="0"/>
            <c:txPr>
              <a:bodyPr/>
              <a:lstStyle/>
              <a:p>
                <a:pPr>
                  <a:defRPr b="0" i="0" strike="noStrike" sz="1000" u="none">
                    <a:solidFill>
                      <a:srgbClr val="F2F5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component</c:v>
                  </c:pt>
                  <c:pt idx="1">
                    <c:v>2 components</c:v>
                  </c:pt>
                  <c:pt idx="2">
                    <c:v>3 components</c:v>
                  </c:pt>
                </c:lvl>
              </c:multiLvlStrCache>
            </c:multiLvlStrRef>
          </c:cat>
          <c:val>
            <c:numRef>
              <c:f>Sheet1!$B$2:$B$4</c:f>
              <c:numCache>
                <c:formatCode>General</c:formatCode>
                <c:ptCount val="3"/>
                <c:pt idx="0">
                  <c:v>-1724.37</c:v>
                </c:pt>
                <c:pt idx="1">
                  <c:v>-1965.93</c:v>
                </c:pt>
                <c:pt idx="2">
                  <c:v>-1985.55</c:v>
                </c:pt>
              </c:numCache>
            </c:numRef>
          </c:val>
        </c:ser>
        <c:ser>
          <c:idx val="1"/>
          <c:order val="1"/>
          <c:tx>
            <c:strRef>
              <c:f>Sheet1!$C$1</c:f>
              <c:strCache>
                <c:ptCount val="1"/>
                <c:pt idx="0">
                  <c:v>BIC</c:v>
                </c:pt>
              </c:strCache>
            </c:strRef>
          </c:tx>
          <c:spPr>
            <a:solidFill>
              <a:srgbClr val="7FA8D9"/>
            </a:solidFill>
            <a:effectLst/>
          </c:spPr>
          <c:invertIfNegative val="0"/>
          <c:dLbls>
            <c:numFmt formatCode="#,##0" sourceLinked="0"/>
            <c:txPr>
              <a:bodyPr/>
              <a:lstStyle/>
              <a:p>
                <a:pPr>
                  <a:defRPr b="0" i="0" strike="noStrike" sz="1000" u="none">
                    <a:solidFill>
                      <a:srgbClr val="F2F5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component</c:v>
                  </c:pt>
                  <c:pt idx="1">
                    <c:v>2 components</c:v>
                  </c:pt>
                  <c:pt idx="2">
                    <c:v>3 components</c:v>
                  </c:pt>
                </c:lvl>
              </c:multiLvlStrCache>
            </c:multiLvlStrRef>
          </c:cat>
          <c:val>
            <c:numRef>
              <c:f>Sheet1!$C$2:$C$4</c:f>
              <c:numCache>
                <c:formatCode>General</c:formatCode>
                <c:ptCount val="3"/>
                <c:pt idx="0">
                  <c:v>-1712.65</c:v>
                </c:pt>
                <c:pt idx="1">
                  <c:v>-1936.63</c:v>
                </c:pt>
                <c:pt idx="2">
                  <c:v>-1938.68</c:v>
                </c:pt>
              </c:numCache>
            </c:numRef>
          </c:val>
        </c:ser>
        <c:dLbls>
          <c:numFmt formatCode="#,##0" sourceLinked="0"/>
          <c:txPr>
            <a:bodyPr/>
            <a:lstStyle/>
            <a:p>
              <a:pPr>
                <a:defRPr b="0" i="0" strike="noStrike" sz="1000" u="none">
                  <a:solidFill>
                    <a:srgbClr val="F2F5F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legend>
      <c:legendPos val="t"/>
      <c:overlay val="0"/>
      <c:txPr>
        <a:bodyPr/>
        <a:lstStyle/>
        <a:p>
          <a:pPr>
            <a:defRPr sz="1100">
              <a:solidFill>
                <a:srgbClr val="9AA8C7"/>
              </a:solidFill>
              <a:latin typeface="Calibri"/>
              <a:cs typeface="Calibri"/>
            </a:defRPr>
          </a:pPr>
          <a:endParaRPr lang="en-US"/>
        </a:p>
      </c:txPr>
    </c:legend>
    <c:plotVisOnly val="1"/>
    <c:dispBlanksAs val="span"/>
  </c:chart>
  <c:spPr>
    <a:solidFill>
      <a:srgbClr val="121A3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Planets per bin</c:v>
                </c:pt>
              </c:strCache>
            </c:strRef>
          </c:tx>
          <c:spPr>
            <a:solidFill>
              <a:srgbClr val="3140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Sheet1!$A$2:$A$29</c:f>
              <c:multiLvlStrCache>
                <c:ptCount val="28"/>
                <c:lvl>
                  <c:pt idx="0">
                    <c:v>0.6</c:v>
                  </c:pt>
                  <c:pt idx="1">
                    <c:v>0.7</c:v>
                  </c:pt>
                  <c:pt idx="2">
                    <c:v>0.8</c:v>
                  </c:pt>
                  <c:pt idx="3">
                    <c:v>0.9</c:v>
                  </c:pt>
                  <c:pt idx="4">
                    <c:v>1.1</c:v>
                  </c:pt>
                  <c:pt idx="5">
                    <c:v>1.2</c:v>
                  </c:pt>
                  <c:pt idx="6">
                    <c:v>1.3</c:v>
                  </c:pt>
                  <c:pt idx="7">
                    <c:v>1.4</c:v>
                  </c:pt>
                  <c:pt idx="8">
                    <c:v>1.6</c:v>
                  </c:pt>
                  <c:pt idx="9">
                    <c:v>1.7</c:v>
                  </c:pt>
                  <c:pt idx="10">
                    <c:v>1.8</c:v>
                  </c:pt>
                  <c:pt idx="11">
                    <c:v>1.9</c:v>
                  </c:pt>
                  <c:pt idx="12">
                    <c:v>2.1</c:v>
                  </c:pt>
                  <c:pt idx="13">
                    <c:v>2.2</c:v>
                  </c:pt>
                  <c:pt idx="14">
                    <c:v>2.3</c:v>
                  </c:pt>
                  <c:pt idx="15">
                    <c:v>2.4</c:v>
                  </c:pt>
                  <c:pt idx="16">
                    <c:v>2.6</c:v>
                  </c:pt>
                  <c:pt idx="17">
                    <c:v>2.7</c:v>
                  </c:pt>
                  <c:pt idx="18">
                    <c:v>2.8</c:v>
                  </c:pt>
                  <c:pt idx="19">
                    <c:v>2.9</c:v>
                  </c:pt>
                  <c:pt idx="20">
                    <c:v>3.1</c:v>
                  </c:pt>
                  <c:pt idx="21">
                    <c:v>3.2</c:v>
                  </c:pt>
                  <c:pt idx="22">
                    <c:v>3.3</c:v>
                  </c:pt>
                  <c:pt idx="23">
                    <c:v>3.4</c:v>
                  </c:pt>
                  <c:pt idx="24">
                    <c:v>3.6</c:v>
                  </c:pt>
                  <c:pt idx="25">
                    <c:v>3.7</c:v>
                  </c:pt>
                  <c:pt idx="26">
                    <c:v>3.8</c:v>
                  </c:pt>
                  <c:pt idx="27">
                    <c:v>3.9</c:v>
                  </c:pt>
                </c:lvl>
              </c:multiLvlStrCache>
            </c:multiLvlStrRef>
          </c:cat>
          <c:val>
            <c:numRef>
              <c:f>Sheet1!$B$2:$B$29</c:f>
              <c:numCache>
                <c:formatCode>General</c:formatCode>
                <c:ptCount val="28"/>
                <c:pt idx="0">
                  <c:v>14</c:v>
                </c:pt>
                <c:pt idx="1">
                  <c:v>23</c:v>
                </c:pt>
                <c:pt idx="2">
                  <c:v>66</c:v>
                </c:pt>
                <c:pt idx="3">
                  <c:v>68</c:v>
                </c:pt>
                <c:pt idx="4">
                  <c:v>96</c:v>
                </c:pt>
                <c:pt idx="5">
                  <c:v>130</c:v>
                </c:pt>
                <c:pt idx="6">
                  <c:v>155</c:v>
                </c:pt>
                <c:pt idx="7">
                  <c:v>151</c:v>
                </c:pt>
                <c:pt idx="8">
                  <c:v>160</c:v>
                </c:pt>
                <c:pt idx="9">
                  <c:v>136</c:v>
                </c:pt>
                <c:pt idx="10">
                  <c:v>107</c:v>
                </c:pt>
                <c:pt idx="11">
                  <c:v>119</c:v>
                </c:pt>
                <c:pt idx="12">
                  <c:v>145</c:v>
                </c:pt>
                <c:pt idx="13">
                  <c:v>133</c:v>
                </c:pt>
                <c:pt idx="14">
                  <c:v>166</c:v>
                </c:pt>
                <c:pt idx="15">
                  <c:v>145</c:v>
                </c:pt>
                <c:pt idx="16">
                  <c:v>150</c:v>
                </c:pt>
                <c:pt idx="17">
                  <c:v>131</c:v>
                </c:pt>
                <c:pt idx="18">
                  <c:v>101</c:v>
                </c:pt>
                <c:pt idx="19">
                  <c:v>80</c:v>
                </c:pt>
                <c:pt idx="20">
                  <c:v>71</c:v>
                </c:pt>
                <c:pt idx="21">
                  <c:v>59</c:v>
                </c:pt>
                <c:pt idx="22">
                  <c:v>37</c:v>
                </c:pt>
                <c:pt idx="23">
                  <c:v>36</c:v>
                </c:pt>
                <c:pt idx="24">
                  <c:v>37</c:v>
                </c:pt>
                <c:pt idx="25">
                  <c:v>36</c:v>
                </c:pt>
                <c:pt idx="26">
                  <c:v>16</c:v>
                </c:pt>
                <c:pt idx="27">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8"/>
        <c:overlap val="0"/>
        <c:axId val="2094734554"/>
        <c:axId val="2094734552"/>
        <c:axId val="2094734556"/>
      </c:barChart>
      <c:lineChart>
        <c:varyColors val="0"/>
        <c:ser>
          <c:idx val="1"/>
          <c:order val="1"/>
          <c:tx>
            <c:strRef>
              <c:f>Sheet1!$C$1</c:f>
              <c:strCache>
                <c:ptCount val="1"/>
                <c:pt idx="0">
                  <c:v>Kernel density estimate</c:v>
                </c:pt>
              </c:strCache>
            </c:strRef>
          </c:tx>
          <c:spPr>
            <a:solidFill>
              <a:srgbClr val="E9B949"/>
            </a:solidFill>
            <a:ln w="44450" cap="flat">
              <a:solidFill>
                <a:srgbClr val="E9B94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9B949"/>
              </a:solidFill>
              <a:ln w="9525" cap="flat">
                <a:solidFill>
                  <a:srgbClr val="E9B949"/>
                </a:solidFill>
                <a:prstDash val="solid"/>
                <a:round/>
              </a:ln>
              <a:effectLst/>
            </c:spPr>
          </c:marker>
          <c:cat>
            <c:multiLvlStrRef>
              <c:f>Sheet1!$A$2:$A$29</c:f>
              <c:multiLvlStrCache>
                <c:ptCount val="28"/>
                <c:lvl>
                  <c:pt idx="0">
                    <c:v>0.6</c:v>
                  </c:pt>
                  <c:pt idx="1">
                    <c:v>0.7</c:v>
                  </c:pt>
                  <c:pt idx="2">
                    <c:v>0.8</c:v>
                  </c:pt>
                  <c:pt idx="3">
                    <c:v>0.9</c:v>
                  </c:pt>
                  <c:pt idx="4">
                    <c:v>1.1</c:v>
                  </c:pt>
                  <c:pt idx="5">
                    <c:v>1.2</c:v>
                  </c:pt>
                  <c:pt idx="6">
                    <c:v>1.3</c:v>
                  </c:pt>
                  <c:pt idx="7">
                    <c:v>1.4</c:v>
                  </c:pt>
                  <c:pt idx="8">
                    <c:v>1.6</c:v>
                  </c:pt>
                  <c:pt idx="9">
                    <c:v>1.7</c:v>
                  </c:pt>
                  <c:pt idx="10">
                    <c:v>1.8</c:v>
                  </c:pt>
                  <c:pt idx="11">
                    <c:v>1.9</c:v>
                  </c:pt>
                  <c:pt idx="12">
                    <c:v>2.1</c:v>
                  </c:pt>
                  <c:pt idx="13">
                    <c:v>2.2</c:v>
                  </c:pt>
                  <c:pt idx="14">
                    <c:v>2.3</c:v>
                  </c:pt>
                  <c:pt idx="15">
                    <c:v>2.4</c:v>
                  </c:pt>
                  <c:pt idx="16">
                    <c:v>2.6</c:v>
                  </c:pt>
                  <c:pt idx="17">
                    <c:v>2.7</c:v>
                  </c:pt>
                  <c:pt idx="18">
                    <c:v>2.8</c:v>
                  </c:pt>
                  <c:pt idx="19">
                    <c:v>2.9</c:v>
                  </c:pt>
                  <c:pt idx="20">
                    <c:v>3.1</c:v>
                  </c:pt>
                  <c:pt idx="21">
                    <c:v>3.2</c:v>
                  </c:pt>
                  <c:pt idx="22">
                    <c:v>3.3</c:v>
                  </c:pt>
                  <c:pt idx="23">
                    <c:v>3.4</c:v>
                  </c:pt>
                  <c:pt idx="24">
                    <c:v>3.6</c:v>
                  </c:pt>
                  <c:pt idx="25">
                    <c:v>3.7</c:v>
                  </c:pt>
                  <c:pt idx="26">
                    <c:v>3.8</c:v>
                  </c:pt>
                  <c:pt idx="27">
                    <c:v>3.9</c:v>
                  </c:pt>
                </c:lvl>
              </c:multiLvlStrCache>
            </c:multiLvlStrRef>
          </c:cat>
          <c:val>
            <c:numRef>
              <c:f>Sheet1!$C$2:$C$29</c:f>
              <c:numCache>
                <c:formatCode>General</c:formatCode>
                <c:ptCount val="28"/>
                <c:pt idx="0">
                  <c:v>3.4</c:v>
                </c:pt>
                <c:pt idx="1">
                  <c:v>9.5</c:v>
                </c:pt>
                <c:pt idx="2">
                  <c:v>23.2</c:v>
                </c:pt>
                <c:pt idx="3">
                  <c:v>33.9</c:v>
                </c:pt>
                <c:pt idx="4">
                  <c:v>49.9</c:v>
                </c:pt>
                <c:pt idx="5">
                  <c:v>74.5</c:v>
                </c:pt>
                <c:pt idx="6">
                  <c:v>93.4</c:v>
                </c:pt>
                <c:pt idx="7">
                  <c:v>104</c:v>
                </c:pt>
                <c:pt idx="8">
                  <c:v>108.8</c:v>
                </c:pt>
                <c:pt idx="9">
                  <c:v>107.2</c:v>
                </c:pt>
                <c:pt idx="10">
                  <c:v>107.2</c:v>
                </c:pt>
                <c:pt idx="11">
                  <c:v>116.4</c:v>
                </c:pt>
                <c:pt idx="12">
                  <c:v>131.9</c:v>
                </c:pt>
                <c:pt idx="13">
                  <c:v>148</c:v>
                </c:pt>
                <c:pt idx="14">
                  <c:v>160.6</c:v>
                </c:pt>
                <c:pt idx="15">
                  <c:v>166</c:v>
                </c:pt>
                <c:pt idx="16">
                  <c:v>162.8</c:v>
                </c:pt>
                <c:pt idx="17">
                  <c:v>151.8</c:v>
                </c:pt>
                <c:pt idx="18">
                  <c:v>136</c:v>
                </c:pt>
                <c:pt idx="19">
                  <c:v>118.5</c:v>
                </c:pt>
                <c:pt idx="20">
                  <c:v>101.8</c:v>
                </c:pt>
                <c:pt idx="21">
                  <c:v>87.1</c:v>
                </c:pt>
                <c:pt idx="22">
                  <c:v>74.8</c:v>
                </c:pt>
                <c:pt idx="23">
                  <c:v>64.3</c:v>
                </c:pt>
                <c:pt idx="24">
                  <c:v>54.6</c:v>
                </c:pt>
                <c:pt idx="25">
                  <c:v>45.1</c:v>
                </c:pt>
                <c:pt idx="26">
                  <c:v>35.6</c:v>
                </c:pt>
                <c:pt idx="27">
                  <c:v>26.4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50" b="0" i="0" u="none" strike="noStrike">
                    <a:solidFill>
                      <a:srgbClr val="9AA8C7"/>
                    </a:solidFill>
                    <a:latin typeface="Calibri"/>
                  </a:defRPr>
                </a:pPr>
                <a:r>
                  <a:rPr sz="1150" b="0" i="0" u="none" strike="noStrike">
                    <a:solidFill>
                      <a:srgbClr val="9AA8C7"/>
                    </a:solidFill>
                    <a:latin typeface="Calibri"/>
                  </a:rPr>
                  <a:t>Planet radius (Earth radii)</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tickLblSkip val="3"/>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legend>
      <c:legendPos val="t"/>
      <c:overlay val="0"/>
      <c:txPr>
        <a:bodyPr/>
        <a:lstStyle/>
        <a:p>
          <a:pPr>
            <a:defRPr sz="1100">
              <a:solidFill>
                <a:srgbClr val="9AA8C7"/>
              </a:solidFill>
              <a:latin typeface="Calibri"/>
              <a:cs typeface="Calibri"/>
            </a:defRPr>
          </a:pPr>
          <a:endParaRPr lang="en-US"/>
        </a:p>
      </c:txPr>
    </c:legend>
    <c:plotVisOnly val="1"/>
    <c:dispBlanksAs val="span"/>
  </c:chart>
  <c:spPr>
    <a:solidFill>
      <a:srgbClr val="121A3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Gap location</c:v>
                </c:pt>
              </c:strCache>
            </c:strRef>
          </c:tx>
          <c:spPr>
            <a:solidFill>
              <a:srgbClr val="E9B949"/>
            </a:solidFill>
            <a:effectLst/>
          </c:spPr>
          <c:invertIfNegative val="0"/>
          <c:dLbls>
            <c:numFmt formatCode="0.000" sourceLinked="0"/>
            <c:txPr>
              <a:bodyPr/>
              <a:lstStyle/>
              <a:p>
                <a:pPr>
                  <a:defRPr b="0" i="0" strike="noStrike" sz="1100" u="none">
                    <a:solidFill>
                      <a:srgbClr val="F2F5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Main sample (2587)</c:v>
                  </c:pt>
                  <c:pt idx="1">
                    <c:v>Transit only (2562)</c:v>
                  </c:pt>
                  <c:pt idx="2">
                    <c:v>Period &lt; 100 d (2502)</c:v>
                  </c:pt>
                  <c:pt idx="3">
                    <c:v>Rel. error &lt; 10% (1612)</c:v>
                  </c:pt>
                </c:lvl>
              </c:multiLvlStrCache>
            </c:multiLvlStrRef>
          </c:cat>
          <c:val>
            <c:numRef>
              <c:f>Sheet1!$B$2:$B$5</c:f>
              <c:numCache>
                <c:formatCode>General</c:formatCode>
                <c:ptCount val="4"/>
                <c:pt idx="0">
                  <c:v>1.761</c:v>
                </c:pt>
                <c:pt idx="1">
                  <c:v>1.75</c:v>
                </c:pt>
                <c:pt idx="2">
                  <c:v>1.757</c:v>
                </c:pt>
                <c:pt idx="3">
                  <c:v>1.737</c:v>
                </c:pt>
              </c:numCache>
            </c:numRef>
          </c:val>
        </c:ser>
        <c:dLbls>
          <c:numFmt formatCode="0.000" sourceLinked="0"/>
          <c:txPr>
            <a:bodyPr/>
            <a:lstStyle/>
            <a:p>
              <a:pPr>
                <a:defRPr b="0" i="0" strike="noStrike" sz="1100" u="none">
                  <a:solidFill>
                    <a:srgbClr val="F2F5FF"/>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plotVisOnly val="1"/>
    <c:dispBlanksAs val="span"/>
  </c:chart>
  <c:spPr>
    <a:solidFill>
      <a:srgbClr val="121A3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Power</c:v>
                </c:pt>
              </c:strCache>
            </c:strRef>
          </c:tx>
          <c:spPr>
            <a:solidFill>
              <a:srgbClr val="E9B949"/>
            </a:solidFill>
            <a:effectLst/>
          </c:spPr>
          <c:invertIfNegative val="0"/>
          <c:dLbls>
            <c:numFmt formatCode="0&quot;%&quot;" sourceLinked="0"/>
            <c:txPr>
              <a:bodyPr/>
              <a:lstStyle/>
              <a:p>
                <a:pPr>
                  <a:defRPr b="0" i="0" strike="noStrike" sz="1200" u="none">
                    <a:solidFill>
                      <a:srgbClr val="F2F5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Wide separation (0.08 dex)</c:v>
                  </c:pt>
                  <c:pt idx="1">
                    <c:v>Moderate (0.10 dex)</c:v>
                  </c:pt>
                  <c:pt idx="2">
                    <c:v>Blended (0.12 dex)</c:v>
                  </c:pt>
                  <c:pt idx="3">
                    <c:v>This sample's components</c:v>
                  </c:pt>
                </c:lvl>
              </c:multiLvlStrCache>
            </c:multiLvlStrRef>
          </c:cat>
          <c:val>
            <c:numRef>
              <c:f>Sheet1!$B$2:$B$5</c:f>
              <c:numCache>
                <c:formatCode>General</c:formatCode>
                <c:ptCount val="4"/>
                <c:pt idx="0">
                  <c:v>100</c:v>
                </c:pt>
                <c:pt idx="1">
                  <c:v>15</c:v>
                </c:pt>
                <c:pt idx="2">
                  <c:v>0</c:v>
                </c:pt>
                <c:pt idx="3">
                  <c:v>0</c:v>
                </c:pt>
              </c:numCache>
            </c:numRef>
          </c:val>
        </c:ser>
        <c:dLbls>
          <c:numFmt formatCode="0&quot;%&quot;" sourceLinked="0"/>
          <c:txPr>
            <a:bodyPr/>
            <a:lstStyle/>
            <a:p>
              <a:pPr>
                <a:defRPr b="0" i="0" strike="noStrike" sz="1200" u="none">
                  <a:solidFill>
                    <a:srgbClr val="F2F5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plotVisOnly val="1"/>
    <c:dispBlanksAs val="span"/>
  </c:chart>
  <c:spPr>
    <a:solidFill>
      <a:srgbClr val="121A3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ROC-AUC</c:v>
                </c:pt>
              </c:strCache>
            </c:strRef>
          </c:tx>
          <c:spPr>
            <a:solidFill>
              <a:srgbClr val="4A5686"/>
            </a:solidFill>
            <a:effectLst/>
          </c:spPr>
          <c:invertIfNegative val="0"/>
          <c:dLbls>
            <c:numFmt formatCode="0.000" sourceLinked="0"/>
            <c:txPr>
              <a:bodyPr/>
              <a:lstStyle/>
              <a:p>
                <a:pPr>
                  <a:defRPr b="0" i="0" strike="noStrike" sz="1200" u="none">
                    <a:solidFill>
                      <a:srgbClr val="F2F5FF"/>
                    </a:solidFill>
                    <a:latin typeface="Calibri"/>
                  </a:defRPr>
                </a:pPr>
              </a:p>
            </c:txPr>
            <c:showLegendKey val="0"/>
            <c:showVal val="1"/>
            <c:showCatName val="0"/>
            <c:showSerName val="0"/>
            <c:showPercent val="0"/>
            <c:showBubbleSize val="0"/>
            <c:showLeaderLines val="0"/>
          </c:dLbls>
          <c:dPt>
            <c:idx val="0"/>
            <c:invertIfNegative val="0"/>
            <c:bubble3D val="0"/>
            <c:spPr>
              <a:solidFill>
                <a:srgbClr val="4A5686"/>
              </a:solidFill>
              <a:effectLst/>
            </c:spPr>
          </c:dPt>
          <c:dPt>
            <c:idx val="1"/>
            <c:invertIfNegative val="0"/>
            <c:bubble3D val="0"/>
            <c:spPr>
              <a:solidFill>
                <a:srgbClr val="E9B949"/>
              </a:solidFill>
              <a:effectLst/>
            </c:spPr>
          </c:dPt>
          <c:dPt>
            <c:idx val="2"/>
            <c:invertIfNegative val="0"/>
            <c:bubble3D val="0"/>
            <c:spPr>
              <a:solidFill>
                <a:srgbClr val="7FA8D9"/>
              </a:solidFill>
              <a:effectLst/>
            </c:spPr>
          </c:dPt>
          <c:cat>
            <c:multiLvlStrRef>
              <c:f>Sheet1!$A$2:$A$4</c:f>
              <c:multiLvlStrCache>
                <c:ptCount val="3"/>
                <c:lvl>
                  <c:pt idx="0">
                    <c:v>Random guessing</c:v>
                  </c:pt>
                  <c:pt idx="1">
                    <c:v>Logistic regression</c:v>
                  </c:pt>
                  <c:pt idx="2">
                    <c:v>Random forest</c:v>
                  </c:pt>
                </c:lvl>
              </c:multiLvlStrCache>
            </c:multiLvlStrRef>
          </c:cat>
          <c:val>
            <c:numRef>
              <c:f>Sheet1!$B$2:$B$4</c:f>
              <c:numCache>
                <c:formatCode>General</c:formatCode>
                <c:ptCount val="3"/>
                <c:pt idx="0">
                  <c:v>0.5</c:v>
                </c:pt>
                <c:pt idx="1">
                  <c:v>0.77</c:v>
                </c:pt>
                <c:pt idx="2">
                  <c:v>0.79</c:v>
                </c:pt>
              </c:numCache>
            </c:numRef>
          </c:val>
        </c:ser>
        <c:dLbls>
          <c:numFmt formatCode="0.000" sourceLinked="0"/>
          <c:txPr>
            <a:bodyPr/>
            <a:lstStyle/>
            <a:p>
              <a:pPr>
                <a:defRPr b="0" i="0" strike="noStrike" sz="1200" u="none">
                  <a:solidFill>
                    <a:srgbClr val="F2F5FF"/>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catAx>
      <c:valAx>
        <c:axId val="2094734552"/>
        <c:scaling>
          <c:orientation val="minMax"/>
          <c:max val="0.9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plotVisOnly val="1"/>
    <c:dispBlanksAs val="span"/>
  </c:chart>
  <c:spPr>
    <a:solidFill>
      <a:srgbClr val="121A3E"/>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Impurity (% of its own max)</c:v>
                </c:pt>
              </c:strCache>
            </c:strRef>
          </c:tx>
          <c:spPr>
            <a:solidFill>
              <a:srgbClr val="4A568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Orbital period</c:v>
                  </c:pt>
                  <c:pt idx="1">
                    <c:v>Insolation</c:v>
                  </c:pt>
                  <c:pt idx="2">
                    <c:v>System distance</c:v>
                  </c:pt>
                  <c:pt idx="3">
                    <c:v>Stellar temp.</c:v>
                  </c:pt>
                  <c:pt idx="4">
                    <c:v>Stellar radius</c:v>
                  </c:pt>
                  <c:pt idx="5">
                    <c:v>Metallicity</c:v>
                  </c:pt>
                  <c:pt idx="6">
                    <c:v>Stellar mass</c:v>
                  </c:pt>
                  <c:pt idx="7">
                    <c:v>Planets in system</c:v>
                  </c:pt>
                </c:lvl>
              </c:multiLvlStrCache>
            </c:multiLvlStrRef>
          </c:cat>
          <c:val>
            <c:numRef>
              <c:f>Sheet1!$B$2:$B$9</c:f>
              <c:numCache>
                <c:formatCode>General</c:formatCode>
                <c:ptCount val="8"/>
                <c:pt idx="0">
                  <c:v>100</c:v>
                </c:pt>
                <c:pt idx="1">
                  <c:v>80</c:v>
                </c:pt>
                <c:pt idx="2">
                  <c:v>65</c:v>
                </c:pt>
                <c:pt idx="3">
                  <c:v>49</c:v>
                </c:pt>
                <c:pt idx="4">
                  <c:v>48</c:v>
                </c:pt>
                <c:pt idx="5">
                  <c:v>45</c:v>
                </c:pt>
                <c:pt idx="6">
                  <c:v>44</c:v>
                </c:pt>
                <c:pt idx="7">
                  <c:v>16</c:v>
                </c:pt>
              </c:numCache>
            </c:numRef>
          </c:val>
        </c:ser>
        <c:ser>
          <c:idx val="1"/>
          <c:order val="1"/>
          <c:tx>
            <c:strRef>
              <c:f>Sheet1!$C$1</c:f>
              <c:strCache>
                <c:ptCount val="1"/>
                <c:pt idx="0">
                  <c:v>Permutation (% of its own max)</c:v>
                </c:pt>
              </c:strCache>
            </c:strRef>
          </c:tx>
          <c:spPr>
            <a:solidFill>
              <a:srgbClr val="E9B94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Orbital period</c:v>
                  </c:pt>
                  <c:pt idx="1">
                    <c:v>Insolation</c:v>
                  </c:pt>
                  <c:pt idx="2">
                    <c:v>System distance</c:v>
                  </c:pt>
                  <c:pt idx="3">
                    <c:v>Stellar temp.</c:v>
                  </c:pt>
                  <c:pt idx="4">
                    <c:v>Stellar radius</c:v>
                  </c:pt>
                  <c:pt idx="5">
                    <c:v>Metallicity</c:v>
                  </c:pt>
                  <c:pt idx="6">
                    <c:v>Stellar mass</c:v>
                  </c:pt>
                  <c:pt idx="7">
                    <c:v>Planets in system</c:v>
                  </c:pt>
                </c:lvl>
              </c:multiLvlStrCache>
            </c:multiLvlStrRef>
          </c:cat>
          <c:val>
            <c:numRef>
              <c:f>Sheet1!$C$2:$C$9</c:f>
              <c:numCache>
                <c:formatCode>General</c:formatCode>
                <c:ptCount val="8"/>
                <c:pt idx="0">
                  <c:v>57</c:v>
                </c:pt>
                <c:pt idx="1">
                  <c:v>100</c:v>
                </c:pt>
                <c:pt idx="2">
                  <c:v>47</c:v>
                </c:pt>
                <c:pt idx="3">
                  <c:v>2</c:v>
                </c:pt>
                <c:pt idx="4">
                  <c:v>14</c:v>
                </c:pt>
                <c:pt idx="5">
                  <c:v>20</c:v>
                </c:pt>
                <c:pt idx="6">
                  <c:v>17</c:v>
                </c:pt>
                <c:pt idx="7">
                  <c:v>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legend>
      <c:legendPos val="t"/>
      <c:overlay val="0"/>
      <c:txPr>
        <a:bodyPr/>
        <a:lstStyle/>
        <a:p>
          <a:pPr>
            <a:defRPr sz="1050">
              <a:solidFill>
                <a:srgbClr val="9AA8C7"/>
              </a:solidFill>
              <a:latin typeface="Calibri"/>
              <a:cs typeface="Calibri"/>
            </a:defRPr>
          </a:pPr>
          <a:endParaRPr lang="en-US"/>
        </a:p>
      </c:txPr>
    </c:legend>
    <c:plotVisOnly val="1"/>
    <c:dispBlanksAs val="span"/>
  </c:chart>
  <c:spPr>
    <a:solidFill>
      <a:srgbClr val="121A3E"/>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Short period (≤10 d)</c:v>
                </c:pt>
              </c:strCache>
            </c:strRef>
          </c:tx>
          <c:spPr>
            <a:solidFill>
              <a:srgbClr val="7FA8D9"/>
            </a:solidFill>
            <a:ln w="38100" cap="flat">
              <a:solidFill>
                <a:srgbClr val="7FA8D9"/>
              </a:solidFill>
              <a:prstDash val="solid"/>
              <a:round/>
            </a:ln>
            <a:effectLst/>
          </c:spPr>
          <c:marker>
            <c:symbol val="none"/>
            <c:size val="6"/>
            <c:spPr>
              <a:solidFill>
                <a:srgbClr val="7FA8D9"/>
              </a:solidFill>
              <a:ln w="9525" cap="flat">
                <a:solidFill>
                  <a:srgbClr val="7FA8D9"/>
                </a:solidFill>
                <a:prstDash val="solid"/>
                <a:round/>
              </a:ln>
              <a:effectLst/>
            </c:spPr>
          </c:marker>
          <c:xVal>
            <c:numRef>
              <c:f>Sheet1!$A$2:$A$111</c:f>
              <c:numCache>
                <c:formatCode>General</c:formatCode>
                <c:ptCount val="110"/>
                <c:pt idx="0">
                  <c:v>0.38</c:v>
                </c:pt>
                <c:pt idx="1">
                  <c:v>0.3844</c:v>
                </c:pt>
                <c:pt idx="2">
                  <c:v>0.3888</c:v>
                </c:pt>
                <c:pt idx="3">
                  <c:v>0.3932</c:v>
                </c:pt>
                <c:pt idx="4">
                  <c:v>0.3976</c:v>
                </c:pt>
                <c:pt idx="5">
                  <c:v>0.402</c:v>
                </c:pt>
                <c:pt idx="6">
                  <c:v>0.4064</c:v>
                </c:pt>
                <c:pt idx="7">
                  <c:v>0.4108</c:v>
                </c:pt>
                <c:pt idx="8">
                  <c:v>0.4152</c:v>
                </c:pt>
                <c:pt idx="9">
                  <c:v>0.4196</c:v>
                </c:pt>
                <c:pt idx="10">
                  <c:v>0.424</c:v>
                </c:pt>
                <c:pt idx="11">
                  <c:v>0.4284</c:v>
                </c:pt>
                <c:pt idx="12">
                  <c:v>0.4328</c:v>
                </c:pt>
                <c:pt idx="13">
                  <c:v>0.4372</c:v>
                </c:pt>
                <c:pt idx="14">
                  <c:v>0.4417</c:v>
                </c:pt>
                <c:pt idx="15">
                  <c:v>0.4461</c:v>
                </c:pt>
                <c:pt idx="16">
                  <c:v>0.4505</c:v>
                </c:pt>
                <c:pt idx="17">
                  <c:v>0.4549</c:v>
                </c:pt>
                <c:pt idx="18">
                  <c:v>0.4593</c:v>
                </c:pt>
                <c:pt idx="19">
                  <c:v>0.4637</c:v>
                </c:pt>
                <c:pt idx="20">
                  <c:v>0.4681</c:v>
                </c:pt>
                <c:pt idx="21">
                  <c:v>0.4725</c:v>
                </c:pt>
                <c:pt idx="22">
                  <c:v>0.4769</c:v>
                </c:pt>
                <c:pt idx="23">
                  <c:v>0.4813</c:v>
                </c:pt>
                <c:pt idx="24">
                  <c:v>0.4857</c:v>
                </c:pt>
                <c:pt idx="25">
                  <c:v>0.4901</c:v>
                </c:pt>
                <c:pt idx="26">
                  <c:v>0.4945</c:v>
                </c:pt>
                <c:pt idx="27">
                  <c:v>0.4989</c:v>
                </c:pt>
                <c:pt idx="28">
                  <c:v>0.5033</c:v>
                </c:pt>
                <c:pt idx="29">
                  <c:v>0.5077</c:v>
                </c:pt>
                <c:pt idx="30">
                  <c:v>0.5121</c:v>
                </c:pt>
                <c:pt idx="31">
                  <c:v>0.5165</c:v>
                </c:pt>
                <c:pt idx="32">
                  <c:v>0.5209</c:v>
                </c:pt>
                <c:pt idx="33">
                  <c:v>0.5253</c:v>
                </c:pt>
                <c:pt idx="34">
                  <c:v>0.5297</c:v>
                </c:pt>
                <c:pt idx="35">
                  <c:v>0.5341</c:v>
                </c:pt>
                <c:pt idx="36">
                  <c:v>0.5385</c:v>
                </c:pt>
                <c:pt idx="37">
                  <c:v>0.5429</c:v>
                </c:pt>
                <c:pt idx="38">
                  <c:v>0.5473</c:v>
                </c:pt>
                <c:pt idx="39">
                  <c:v>0.5517</c:v>
                </c:pt>
                <c:pt idx="40">
                  <c:v>0.5561</c:v>
                </c:pt>
                <c:pt idx="41">
                  <c:v>0.5606</c:v>
                </c:pt>
                <c:pt idx="42">
                  <c:v>0.565</c:v>
                </c:pt>
                <c:pt idx="43">
                  <c:v>0.5694</c:v>
                </c:pt>
                <c:pt idx="44">
                  <c:v>0.5738</c:v>
                </c:pt>
                <c:pt idx="45">
                  <c:v>0.5782</c:v>
                </c:pt>
                <c:pt idx="46">
                  <c:v>0.5826</c:v>
                </c:pt>
                <c:pt idx="47">
                  <c:v>0.587</c:v>
                </c:pt>
                <c:pt idx="48">
                  <c:v>0.5914</c:v>
                </c:pt>
                <c:pt idx="49">
                  <c:v>0.5958</c:v>
                </c:pt>
                <c:pt idx="50">
                  <c:v>0.6002</c:v>
                </c:pt>
                <c:pt idx="51">
                  <c:v>0.6046</c:v>
                </c:pt>
                <c:pt idx="52">
                  <c:v>0.609</c:v>
                </c:pt>
                <c:pt idx="53">
                  <c:v>0.6134</c:v>
                </c:pt>
                <c:pt idx="54">
                  <c:v>0.6178</c:v>
                </c:pt>
                <c:pt idx="55">
                  <c:v>0.6222</c:v>
                </c:pt>
                <c:pt idx="56">
                  <c:v>0.6266</c:v>
                </c:pt>
                <c:pt idx="57">
                  <c:v>0.631</c:v>
                </c:pt>
                <c:pt idx="58">
                  <c:v>0.6354</c:v>
                </c:pt>
                <c:pt idx="59">
                  <c:v>0.6398</c:v>
                </c:pt>
                <c:pt idx="60">
                  <c:v>0.6442</c:v>
                </c:pt>
                <c:pt idx="61">
                  <c:v>0.6486</c:v>
                </c:pt>
                <c:pt idx="62">
                  <c:v>0.653</c:v>
                </c:pt>
                <c:pt idx="63">
                  <c:v>0.6574</c:v>
                </c:pt>
                <c:pt idx="64">
                  <c:v>0.6618</c:v>
                </c:pt>
                <c:pt idx="65">
                  <c:v>0.6662</c:v>
                </c:pt>
                <c:pt idx="66">
                  <c:v>0.6706</c:v>
                </c:pt>
                <c:pt idx="67">
                  <c:v>0.675</c:v>
                </c:pt>
                <c:pt idx="68">
                  <c:v>0.6794</c:v>
                </c:pt>
                <c:pt idx="69">
                  <c:v>0.6839</c:v>
                </c:pt>
                <c:pt idx="70">
                  <c:v>0.6883</c:v>
                </c:pt>
                <c:pt idx="71">
                  <c:v>0.6927</c:v>
                </c:pt>
                <c:pt idx="72">
                  <c:v>0.6971</c:v>
                </c:pt>
                <c:pt idx="73">
                  <c:v>0.7015</c:v>
                </c:pt>
                <c:pt idx="74">
                  <c:v>0.7059</c:v>
                </c:pt>
                <c:pt idx="75">
                  <c:v>0.7103</c:v>
                </c:pt>
                <c:pt idx="76">
                  <c:v>0.7147</c:v>
                </c:pt>
                <c:pt idx="77">
                  <c:v>0.7191</c:v>
                </c:pt>
                <c:pt idx="78">
                  <c:v>0.7235</c:v>
                </c:pt>
                <c:pt idx="79">
                  <c:v>0.7279</c:v>
                </c:pt>
                <c:pt idx="80">
                  <c:v>0.7323</c:v>
                </c:pt>
                <c:pt idx="81">
                  <c:v>0.7367</c:v>
                </c:pt>
                <c:pt idx="82">
                  <c:v>0.7411</c:v>
                </c:pt>
                <c:pt idx="83">
                  <c:v>0.7455</c:v>
                </c:pt>
                <c:pt idx="84">
                  <c:v>0.7499</c:v>
                </c:pt>
                <c:pt idx="85">
                  <c:v>0.7543</c:v>
                </c:pt>
                <c:pt idx="86">
                  <c:v>0.7587</c:v>
                </c:pt>
                <c:pt idx="87">
                  <c:v>0.7631</c:v>
                </c:pt>
                <c:pt idx="88">
                  <c:v>0.7675</c:v>
                </c:pt>
                <c:pt idx="89">
                  <c:v>0.7719</c:v>
                </c:pt>
                <c:pt idx="90">
                  <c:v>0.7763</c:v>
                </c:pt>
                <c:pt idx="91">
                  <c:v>0.7807</c:v>
                </c:pt>
                <c:pt idx="92">
                  <c:v>0.7851</c:v>
                </c:pt>
                <c:pt idx="93">
                  <c:v>0.7895</c:v>
                </c:pt>
                <c:pt idx="94">
                  <c:v>0.7939</c:v>
                </c:pt>
                <c:pt idx="95">
                  <c:v>0.7983</c:v>
                </c:pt>
                <c:pt idx="96">
                  <c:v>0.8028</c:v>
                </c:pt>
                <c:pt idx="97">
                  <c:v>0.8072</c:v>
                </c:pt>
                <c:pt idx="98">
                  <c:v>0.8116</c:v>
                </c:pt>
                <c:pt idx="99">
                  <c:v>0.816</c:v>
                </c:pt>
                <c:pt idx="100">
                  <c:v>0.8204</c:v>
                </c:pt>
                <c:pt idx="101">
                  <c:v>0.8248</c:v>
                </c:pt>
                <c:pt idx="102">
                  <c:v>0.8292</c:v>
                </c:pt>
                <c:pt idx="103">
                  <c:v>0.8336</c:v>
                </c:pt>
                <c:pt idx="104">
                  <c:v>0.838</c:v>
                </c:pt>
                <c:pt idx="105">
                  <c:v>0.8424</c:v>
                </c:pt>
                <c:pt idx="106">
                  <c:v>0.8468</c:v>
                </c:pt>
                <c:pt idx="107">
                  <c:v>0.8512</c:v>
                </c:pt>
                <c:pt idx="108">
                  <c:v>0.8556</c:v>
                </c:pt>
                <c:pt idx="109">
                  <c:v>0.86</c:v>
                </c:pt>
              </c:numCache>
            </c:numRef>
          </c:xVal>
          <c:yVal>
            <c:numRef>
              <c:f>Sheet1!$B$2:$B$111</c:f>
              <c:numCache>
                <c:formatCode>General</c:formatCode>
                <c:ptCount val="110"/>
                <c:pt idx="0">
                  <c:v>0</c:v>
                </c:pt>
                <c:pt idx="1">
                  <c:v>0</c:v>
                </c:pt>
                <c:pt idx="2">
                  <c:v>0</c:v>
                </c:pt>
                <c:pt idx="3">
                  <c:v>0</c:v>
                </c:pt>
                <c:pt idx="4">
                  <c:v>0.002</c:v>
                </c:pt>
                <c:pt idx="5">
                  <c:v>0.008</c:v>
                </c:pt>
                <c:pt idx="6">
                  <c:v>0.031</c:v>
                </c:pt>
                <c:pt idx="7">
                  <c:v>0.103</c:v>
                </c:pt>
                <c:pt idx="8">
                  <c:v>0.303</c:v>
                </c:pt>
                <c:pt idx="9">
                  <c:v>0.796</c:v>
                </c:pt>
                <c:pt idx="10">
                  <c:v>1.864</c:v>
                </c:pt>
                <c:pt idx="11">
                  <c:v>3.891</c:v>
                </c:pt>
                <c:pt idx="12">
                  <c:v>7.25</c:v>
                </c:pt>
                <c:pt idx="13">
                  <c:v>12.061</c:v>
                </c:pt>
                <c:pt idx="14">
                  <c:v>17.931</c:v>
                </c:pt>
                <c:pt idx="15">
                  <c:v>23.832</c:v>
                </c:pt>
                <c:pt idx="16">
                  <c:v>28.334</c:v>
                </c:pt>
                <c:pt idx="17">
                  <c:v>30.145</c:v>
                </c:pt>
                <c:pt idx="18">
                  <c:v>28.712</c:v>
                </c:pt>
                <c:pt idx="19">
                  <c:v>24.49</c:v>
                </c:pt>
                <c:pt idx="20">
                  <c:v>18.711</c:v>
                </c:pt>
                <c:pt idx="21">
                  <c:v>12.809</c:v>
                </c:pt>
                <c:pt idx="22">
                  <c:v>7.858</c:v>
                </c:pt>
                <c:pt idx="23">
                  <c:v>4.32</c:v>
                </c:pt>
                <c:pt idx="24">
                  <c:v>2.129</c:v>
                </c:pt>
                <c:pt idx="25">
                  <c:v>0.94</c:v>
                </c:pt>
                <c:pt idx="26">
                  <c:v>0.372</c:v>
                </c:pt>
                <c:pt idx="27">
                  <c:v>0.132</c:v>
                </c:pt>
                <c:pt idx="28">
                  <c:v>0.042</c:v>
                </c:pt>
                <c:pt idx="29">
                  <c:v>0.012</c:v>
                </c:pt>
                <c:pt idx="30">
                  <c:v>0.003</c:v>
                </c:pt>
                <c:pt idx="31">
                  <c:v>0.001</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numCache>
            </c:numRef>
          </c:yVal>
          <c:smooth val="0"/>
        </c:ser>
        <c:ser>
          <c:idx val="1"/>
          <c:order val="1"/>
          <c:tx>
            <c:strRef>
              <c:f>Sheet1!$C$1</c:f>
              <c:strCache>
                <c:ptCount val="1"/>
                <c:pt idx="0">
                  <c:v>Long period (&gt;10 d)</c:v>
                </c:pt>
              </c:strCache>
            </c:strRef>
          </c:tx>
          <c:spPr>
            <a:solidFill>
              <a:srgbClr val="E9B949"/>
            </a:solidFill>
            <a:ln w="38100" cap="flat">
              <a:solidFill>
                <a:srgbClr val="E9B949"/>
              </a:solidFill>
              <a:prstDash val="solid"/>
              <a:round/>
            </a:ln>
            <a:effectLst/>
          </c:spPr>
          <c:marker>
            <c:symbol val="none"/>
            <c:size val="6"/>
            <c:spPr>
              <a:solidFill>
                <a:srgbClr val="E9B949"/>
              </a:solidFill>
              <a:ln w="9525" cap="flat">
                <a:solidFill>
                  <a:srgbClr val="E9B949"/>
                </a:solidFill>
                <a:prstDash val="solid"/>
                <a:round/>
              </a:ln>
              <a:effectLst/>
            </c:spPr>
          </c:marker>
          <c:xVal>
            <c:numRef>
              <c:f>Sheet1!$A$2:$A$111</c:f>
              <c:numCache>
                <c:formatCode>General</c:formatCode>
                <c:ptCount val="110"/>
                <c:pt idx="0">
                  <c:v>0.38</c:v>
                </c:pt>
                <c:pt idx="1">
                  <c:v>0.3844</c:v>
                </c:pt>
                <c:pt idx="2">
                  <c:v>0.3888</c:v>
                </c:pt>
                <c:pt idx="3">
                  <c:v>0.3932</c:v>
                </c:pt>
                <c:pt idx="4">
                  <c:v>0.3976</c:v>
                </c:pt>
                <c:pt idx="5">
                  <c:v>0.402</c:v>
                </c:pt>
                <c:pt idx="6">
                  <c:v>0.4064</c:v>
                </c:pt>
                <c:pt idx="7">
                  <c:v>0.4108</c:v>
                </c:pt>
                <c:pt idx="8">
                  <c:v>0.4152</c:v>
                </c:pt>
                <c:pt idx="9">
                  <c:v>0.4196</c:v>
                </c:pt>
                <c:pt idx="10">
                  <c:v>0.424</c:v>
                </c:pt>
                <c:pt idx="11">
                  <c:v>0.4284</c:v>
                </c:pt>
                <c:pt idx="12">
                  <c:v>0.4328</c:v>
                </c:pt>
                <c:pt idx="13">
                  <c:v>0.4372</c:v>
                </c:pt>
                <c:pt idx="14">
                  <c:v>0.4417</c:v>
                </c:pt>
                <c:pt idx="15">
                  <c:v>0.4461</c:v>
                </c:pt>
                <c:pt idx="16">
                  <c:v>0.4505</c:v>
                </c:pt>
                <c:pt idx="17">
                  <c:v>0.4549</c:v>
                </c:pt>
                <c:pt idx="18">
                  <c:v>0.4593</c:v>
                </c:pt>
                <c:pt idx="19">
                  <c:v>0.4637</c:v>
                </c:pt>
                <c:pt idx="20">
                  <c:v>0.4681</c:v>
                </c:pt>
                <c:pt idx="21">
                  <c:v>0.4725</c:v>
                </c:pt>
                <c:pt idx="22">
                  <c:v>0.4769</c:v>
                </c:pt>
                <c:pt idx="23">
                  <c:v>0.4813</c:v>
                </c:pt>
                <c:pt idx="24">
                  <c:v>0.4857</c:v>
                </c:pt>
                <c:pt idx="25">
                  <c:v>0.4901</c:v>
                </c:pt>
                <c:pt idx="26">
                  <c:v>0.4945</c:v>
                </c:pt>
                <c:pt idx="27">
                  <c:v>0.4989</c:v>
                </c:pt>
                <c:pt idx="28">
                  <c:v>0.5033</c:v>
                </c:pt>
                <c:pt idx="29">
                  <c:v>0.5077</c:v>
                </c:pt>
                <c:pt idx="30">
                  <c:v>0.5121</c:v>
                </c:pt>
                <c:pt idx="31">
                  <c:v>0.5165</c:v>
                </c:pt>
                <c:pt idx="32">
                  <c:v>0.5209</c:v>
                </c:pt>
                <c:pt idx="33">
                  <c:v>0.5253</c:v>
                </c:pt>
                <c:pt idx="34">
                  <c:v>0.5297</c:v>
                </c:pt>
                <c:pt idx="35">
                  <c:v>0.5341</c:v>
                </c:pt>
                <c:pt idx="36">
                  <c:v>0.5385</c:v>
                </c:pt>
                <c:pt idx="37">
                  <c:v>0.5429</c:v>
                </c:pt>
                <c:pt idx="38">
                  <c:v>0.5473</c:v>
                </c:pt>
                <c:pt idx="39">
                  <c:v>0.5517</c:v>
                </c:pt>
                <c:pt idx="40">
                  <c:v>0.5561</c:v>
                </c:pt>
                <c:pt idx="41">
                  <c:v>0.5606</c:v>
                </c:pt>
                <c:pt idx="42">
                  <c:v>0.565</c:v>
                </c:pt>
                <c:pt idx="43">
                  <c:v>0.5694</c:v>
                </c:pt>
                <c:pt idx="44">
                  <c:v>0.5738</c:v>
                </c:pt>
                <c:pt idx="45">
                  <c:v>0.5782</c:v>
                </c:pt>
                <c:pt idx="46">
                  <c:v>0.5826</c:v>
                </c:pt>
                <c:pt idx="47">
                  <c:v>0.587</c:v>
                </c:pt>
                <c:pt idx="48">
                  <c:v>0.5914</c:v>
                </c:pt>
                <c:pt idx="49">
                  <c:v>0.5958</c:v>
                </c:pt>
                <c:pt idx="50">
                  <c:v>0.6002</c:v>
                </c:pt>
                <c:pt idx="51">
                  <c:v>0.6046</c:v>
                </c:pt>
                <c:pt idx="52">
                  <c:v>0.609</c:v>
                </c:pt>
                <c:pt idx="53">
                  <c:v>0.6134</c:v>
                </c:pt>
                <c:pt idx="54">
                  <c:v>0.6178</c:v>
                </c:pt>
                <c:pt idx="55">
                  <c:v>0.6222</c:v>
                </c:pt>
                <c:pt idx="56">
                  <c:v>0.6266</c:v>
                </c:pt>
                <c:pt idx="57">
                  <c:v>0.631</c:v>
                </c:pt>
                <c:pt idx="58">
                  <c:v>0.6354</c:v>
                </c:pt>
                <c:pt idx="59">
                  <c:v>0.6398</c:v>
                </c:pt>
                <c:pt idx="60">
                  <c:v>0.6442</c:v>
                </c:pt>
                <c:pt idx="61">
                  <c:v>0.6486</c:v>
                </c:pt>
                <c:pt idx="62">
                  <c:v>0.653</c:v>
                </c:pt>
                <c:pt idx="63">
                  <c:v>0.6574</c:v>
                </c:pt>
                <c:pt idx="64">
                  <c:v>0.6618</c:v>
                </c:pt>
                <c:pt idx="65">
                  <c:v>0.6662</c:v>
                </c:pt>
                <c:pt idx="66">
                  <c:v>0.6706</c:v>
                </c:pt>
                <c:pt idx="67">
                  <c:v>0.675</c:v>
                </c:pt>
                <c:pt idx="68">
                  <c:v>0.6794</c:v>
                </c:pt>
                <c:pt idx="69">
                  <c:v>0.6839</c:v>
                </c:pt>
                <c:pt idx="70">
                  <c:v>0.6883</c:v>
                </c:pt>
                <c:pt idx="71">
                  <c:v>0.6927</c:v>
                </c:pt>
                <c:pt idx="72">
                  <c:v>0.6971</c:v>
                </c:pt>
                <c:pt idx="73">
                  <c:v>0.7015</c:v>
                </c:pt>
                <c:pt idx="74">
                  <c:v>0.7059</c:v>
                </c:pt>
                <c:pt idx="75">
                  <c:v>0.7103</c:v>
                </c:pt>
                <c:pt idx="76">
                  <c:v>0.7147</c:v>
                </c:pt>
                <c:pt idx="77">
                  <c:v>0.7191</c:v>
                </c:pt>
                <c:pt idx="78">
                  <c:v>0.7235</c:v>
                </c:pt>
                <c:pt idx="79">
                  <c:v>0.7279</c:v>
                </c:pt>
                <c:pt idx="80">
                  <c:v>0.7323</c:v>
                </c:pt>
                <c:pt idx="81">
                  <c:v>0.7367</c:v>
                </c:pt>
                <c:pt idx="82">
                  <c:v>0.7411</c:v>
                </c:pt>
                <c:pt idx="83">
                  <c:v>0.7455</c:v>
                </c:pt>
                <c:pt idx="84">
                  <c:v>0.7499</c:v>
                </c:pt>
                <c:pt idx="85">
                  <c:v>0.7543</c:v>
                </c:pt>
                <c:pt idx="86">
                  <c:v>0.7587</c:v>
                </c:pt>
                <c:pt idx="87">
                  <c:v>0.7631</c:v>
                </c:pt>
                <c:pt idx="88">
                  <c:v>0.7675</c:v>
                </c:pt>
                <c:pt idx="89">
                  <c:v>0.7719</c:v>
                </c:pt>
                <c:pt idx="90">
                  <c:v>0.7763</c:v>
                </c:pt>
                <c:pt idx="91">
                  <c:v>0.7807</c:v>
                </c:pt>
                <c:pt idx="92">
                  <c:v>0.7851</c:v>
                </c:pt>
                <c:pt idx="93">
                  <c:v>0.7895</c:v>
                </c:pt>
                <c:pt idx="94">
                  <c:v>0.7939</c:v>
                </c:pt>
                <c:pt idx="95">
                  <c:v>0.7983</c:v>
                </c:pt>
                <c:pt idx="96">
                  <c:v>0.8028</c:v>
                </c:pt>
                <c:pt idx="97">
                  <c:v>0.8072</c:v>
                </c:pt>
                <c:pt idx="98">
                  <c:v>0.8116</c:v>
                </c:pt>
                <c:pt idx="99">
                  <c:v>0.816</c:v>
                </c:pt>
                <c:pt idx="100">
                  <c:v>0.8204</c:v>
                </c:pt>
                <c:pt idx="101">
                  <c:v>0.8248</c:v>
                </c:pt>
                <c:pt idx="102">
                  <c:v>0.8292</c:v>
                </c:pt>
                <c:pt idx="103">
                  <c:v>0.8336</c:v>
                </c:pt>
                <c:pt idx="104">
                  <c:v>0.838</c:v>
                </c:pt>
                <c:pt idx="105">
                  <c:v>0.8424</c:v>
                </c:pt>
                <c:pt idx="106">
                  <c:v>0.8468</c:v>
                </c:pt>
                <c:pt idx="107">
                  <c:v>0.8512</c:v>
                </c:pt>
                <c:pt idx="108">
                  <c:v>0.8556</c:v>
                </c:pt>
                <c:pt idx="109">
                  <c:v>0.86</c:v>
                </c:pt>
              </c:numCache>
            </c:numRef>
          </c:xVal>
          <c:yVal>
            <c:numRef>
              <c:f>Sheet1!$C$2:$C$111</c:f>
              <c:numCache>
                <c:formatCode>General</c:formatCode>
                <c:ptCount val="11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0.001</c:v>
                </c:pt>
                <c:pt idx="81">
                  <c:v>0.004</c:v>
                </c:pt>
                <c:pt idx="82">
                  <c:v>0.016</c:v>
                </c:pt>
                <c:pt idx="83">
                  <c:v>0.055</c:v>
                </c:pt>
                <c:pt idx="84">
                  <c:v>0.177</c:v>
                </c:pt>
                <c:pt idx="85">
                  <c:v>0.506</c:v>
                </c:pt>
                <c:pt idx="86">
                  <c:v>1.296</c:v>
                </c:pt>
                <c:pt idx="87">
                  <c:v>2.965</c:v>
                </c:pt>
                <c:pt idx="88">
                  <c:v>6.042</c:v>
                </c:pt>
                <c:pt idx="89">
                  <c:v>10.935</c:v>
                </c:pt>
                <c:pt idx="90">
                  <c:v>17.521</c:v>
                </c:pt>
                <c:pt idx="91">
                  <c:v>24.768</c:v>
                </c:pt>
                <c:pt idx="92">
                  <c:v>30.786</c:v>
                </c:pt>
                <c:pt idx="93">
                  <c:v>33.517</c:v>
                </c:pt>
                <c:pt idx="94">
                  <c:v>31.833</c:v>
                </c:pt>
                <c:pt idx="95">
                  <c:v>26.261</c:v>
                </c:pt>
                <c:pt idx="96">
                  <c:v>18.731</c:v>
                </c:pt>
                <c:pt idx="97">
                  <c:v>11.493</c:v>
                </c:pt>
                <c:pt idx="98">
                  <c:v>6.034</c:v>
                </c:pt>
                <c:pt idx="99">
                  <c:v>2.695</c:v>
                </c:pt>
                <c:pt idx="100">
                  <c:v>1.018</c:v>
                </c:pt>
                <c:pt idx="101">
                  <c:v>0.323</c:v>
                </c:pt>
                <c:pt idx="102">
                  <c:v>0.085</c:v>
                </c:pt>
                <c:pt idx="103">
                  <c:v>0.019</c:v>
                </c:pt>
                <c:pt idx="104">
                  <c:v>0.003</c:v>
                </c:pt>
                <c:pt idx="105">
                  <c:v>0</c:v>
                </c:pt>
                <c:pt idx="106">
                  <c:v>0</c:v>
                </c:pt>
                <c:pt idx="107">
                  <c:v>0</c:v>
                </c:pt>
                <c:pt idx="108">
                  <c:v>0</c:v>
                </c:pt>
                <c:pt idx="109">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150" b="0" i="0" u="none" strike="noStrike">
                    <a:solidFill>
                      <a:srgbClr val="9AA8C7"/>
                    </a:solidFill>
                    <a:latin typeface="Calibri"/>
                  </a:defRPr>
                </a:pPr>
                <a:r>
                  <a:rPr sz="1150" b="0" i="0" u="none" strike="noStrike">
                    <a:solidFill>
                      <a:srgbClr val="9AA8C7"/>
                    </a:solidFill>
                    <a:latin typeface="Calibri"/>
                  </a:rPr>
                  <a:t>Proportion of planets above the gap</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valAx>
      <c:valAx>
        <c:axId val="2094734552"/>
        <c:scaling>
          <c:orientation val="minMax"/>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4"/>
        <c:crosses val="autoZero"/>
        <c:crossBetween val="midCat"/>
      </c:valAx>
      <c:spPr>
        <a:solidFill>
          <a:srgbClr val="121A3E"/>
        </a:solidFill>
        <a:ln w="12700" cap="flat">
          <a:solidFill>
            <a:srgbClr val="2E3A6B"/>
          </a:solidFill>
        </a:ln>
        <a:effectLst/>
      </c:spPr>
    </c:plotArea>
    <c:legend>
      <c:legendPos val="t"/>
      <c:overlay val="0"/>
      <c:txPr>
        <a:bodyPr/>
        <a:lstStyle/>
        <a:p>
          <a:pPr>
            <a:defRPr sz="1100">
              <a:solidFill>
                <a:srgbClr val="9AA8C7"/>
              </a:solidFill>
              <a:latin typeface="Calibri"/>
              <a:cs typeface="Calibri"/>
            </a:defRPr>
          </a:pPr>
          <a:endParaRPr lang="en-US"/>
        </a:p>
      </c:txPr>
    </c:legend>
    <c:plotVisOnly val="1"/>
    <c:dispBlanksAs val="span"/>
    <c:showDLblsOverMax val="1"/>
  </c:chart>
  <c:spPr>
    <a:solidFill>
      <a:srgbClr val="121A3E"/>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Median radius</c:v>
                </c:pt>
              </c:strCache>
            </c:strRef>
          </c:tx>
          <c:spPr>
            <a:solidFill>
              <a:srgbClr val="4A5686"/>
            </a:solidFill>
            <a:ln w="41275" cap="flat">
              <a:solidFill>
                <a:srgbClr val="4A5686"/>
              </a:solidFill>
              <a:prstDash val="solid"/>
              <a:round/>
            </a:ln>
            <a:effectLst/>
          </c:spPr>
          <c:invertIfNegative val="0"/>
          <c:dLbls>
            <c:numFmt formatCode="0.00" sourceLinked="0"/>
            <c:txPr>
              <a:bodyPr/>
              <a:lstStyle/>
              <a:p>
                <a:pPr>
                  <a:defRPr b="0" i="0" strike="noStrike" sz="1050" u="none">
                    <a:solidFill>
                      <a:srgbClr val="C6D0EC"/>
                    </a:solidFill>
                    <a:latin typeface="Calibri"/>
                  </a:defRPr>
                </a:pPr>
              </a:p>
            </c:txPr>
            <c:dLblPos val="t"/>
            <c:showLegendKey val="0"/>
            <c:showVal val="1"/>
            <c:showCatName val="0"/>
            <c:showSerName val="0"/>
            <c:showPercent val="0"/>
            <c:showBubbleSize val="0"/>
            <c:showLeaderLines val="0"/>
          </c:dLbls>
          <c:marker>
            <c:symbol val="circle"/>
            <c:size val="7"/>
            <c:spPr>
              <a:solidFill>
                <a:srgbClr val="4A5686"/>
              </a:solidFill>
              <a:ln w="9525" cap="flat">
                <a:solidFill>
                  <a:srgbClr val="4A5686"/>
                </a:solidFill>
                <a:prstDash val="solid"/>
                <a:round/>
              </a:ln>
              <a:effectLst/>
            </c:spPr>
          </c:marker>
          <c:cat>
            <c:multiLvlStrRef>
              <c:f>Sheet1!$A$2:$A$6</c:f>
              <c:multiLvlStrCache>
                <c:ptCount val="5"/>
                <c:lvl>
                  <c:pt idx="0">
                    <c:v>&lt;3 d</c:v>
                  </c:pt>
                  <c:pt idx="1">
                    <c:v>3-10 d</c:v>
                  </c:pt>
                  <c:pt idx="2">
                    <c:v>10-30 d</c:v>
                  </c:pt>
                  <c:pt idx="3">
                    <c:v>30-100 d</c:v>
                  </c:pt>
                  <c:pt idx="4">
                    <c:v>&gt;100 d</c:v>
                  </c:pt>
                </c:lvl>
              </c:multiLvlStrCache>
            </c:multiLvlStrRef>
          </c:cat>
          <c:val>
            <c:numRef>
              <c:f>Sheet1!$B$2:$B$6</c:f>
              <c:numCache>
                <c:formatCode>General</c:formatCode>
                <c:ptCount val="5"/>
                <c:pt idx="0">
                  <c:v>1.42</c:v>
                </c:pt>
                <c:pt idx="1">
                  <c:v>1.9</c:v>
                </c:pt>
                <c:pt idx="2">
                  <c:v>2.27</c:v>
                </c:pt>
                <c:pt idx="3">
                  <c:v>2.47</c:v>
                </c:pt>
                <c:pt idx="4">
                  <c:v>2.72</c:v>
                </c:pt>
              </c:numCache>
            </c:numRef>
          </c:val>
          <c:smooth val="0"/>
        </c:ser>
        <c:ser>
          <c:idx val="1"/>
          <c:order val="1"/>
          <c:tx>
            <c:strRef>
              <c:f>Sheet1!$C$1</c:f>
              <c:strCache>
                <c:ptCount val="1"/>
                <c:pt idx="0">
                  <c:v>25th percentile</c:v>
                </c:pt>
              </c:strCache>
            </c:strRef>
          </c:tx>
          <c:spPr>
            <a:solidFill>
              <a:srgbClr val="7FA8D9"/>
            </a:solidFill>
            <a:ln w="41275" cap="flat">
              <a:solidFill>
                <a:srgbClr val="7FA8D9"/>
              </a:solidFill>
              <a:prstDash val="solid"/>
              <a:round/>
            </a:ln>
            <a:effectLst/>
          </c:spPr>
          <c:invertIfNegative val="0"/>
          <c:dLbls>
            <c:numFmt formatCode="0.00" sourceLinked="0"/>
            <c:txPr>
              <a:bodyPr/>
              <a:lstStyle/>
              <a:p>
                <a:pPr>
                  <a:defRPr b="0" i="0" strike="noStrike" sz="1050" u="none">
                    <a:solidFill>
                      <a:srgbClr val="C6D0EC"/>
                    </a:solidFill>
                    <a:latin typeface="Calibri"/>
                  </a:defRPr>
                </a:pPr>
              </a:p>
            </c:txPr>
            <c:dLblPos val="t"/>
            <c:showLegendKey val="0"/>
            <c:showVal val="1"/>
            <c:showCatName val="0"/>
            <c:showSerName val="0"/>
            <c:showPercent val="0"/>
            <c:showBubbleSize val="0"/>
            <c:showLeaderLines val="0"/>
          </c:dLbls>
          <c:marker>
            <c:symbol val="circle"/>
            <c:size val="7"/>
            <c:spPr>
              <a:solidFill>
                <a:srgbClr val="7FA8D9"/>
              </a:solidFill>
              <a:ln w="9525" cap="flat">
                <a:solidFill>
                  <a:srgbClr val="7FA8D9"/>
                </a:solidFill>
                <a:prstDash val="solid"/>
                <a:round/>
              </a:ln>
              <a:effectLst/>
            </c:spPr>
          </c:marker>
          <c:cat>
            <c:multiLvlStrRef>
              <c:f>Sheet1!$A$2:$A$6</c:f>
              <c:multiLvlStrCache>
                <c:ptCount val="5"/>
                <c:lvl>
                  <c:pt idx="0">
                    <c:v>&lt;3 d</c:v>
                  </c:pt>
                  <c:pt idx="1">
                    <c:v>3-10 d</c:v>
                  </c:pt>
                  <c:pt idx="2">
                    <c:v>10-30 d</c:v>
                  </c:pt>
                  <c:pt idx="3">
                    <c:v>30-100 d</c:v>
                  </c:pt>
                  <c:pt idx="4">
                    <c:v>&gt;100 d</c:v>
                  </c:pt>
                </c:lvl>
              </c:multiLvlStrCache>
            </c:multiLvlStrRef>
          </c:cat>
          <c:val>
            <c:numRef>
              <c:f>Sheet1!$C$2:$C$6</c:f>
              <c:numCache>
                <c:formatCode>General</c:formatCode>
                <c:ptCount val="5"/>
                <c:pt idx="0">
                  <c:v>1.17</c:v>
                </c:pt>
                <c:pt idx="1">
                  <c:v>1.38</c:v>
                </c:pt>
                <c:pt idx="2">
                  <c:v>1.8</c:v>
                </c:pt>
                <c:pt idx="3">
                  <c:v>2.09</c:v>
                </c:pt>
                <c:pt idx="4">
                  <c:v>2.24</c:v>
                </c:pt>
              </c:numCache>
            </c:numRef>
          </c:val>
          <c:smooth val="0"/>
        </c:ser>
        <c:ser>
          <c:idx val="2"/>
          <c:order val="2"/>
          <c:tx>
            <c:strRef>
              <c:f>Sheet1!$D$1</c:f>
              <c:strCache>
                <c:ptCount val="1"/>
                <c:pt idx="0">
                  <c:v>5th percentile — the detection floor</c:v>
                </c:pt>
              </c:strCache>
            </c:strRef>
          </c:tx>
          <c:spPr>
            <a:solidFill>
              <a:srgbClr val="E9B949"/>
            </a:solidFill>
            <a:ln w="41275" cap="flat">
              <a:solidFill>
                <a:srgbClr val="E9B949"/>
              </a:solidFill>
              <a:prstDash val="solid"/>
              <a:round/>
            </a:ln>
            <a:effectLst/>
          </c:spPr>
          <c:invertIfNegative val="0"/>
          <c:dLbls>
            <c:numFmt formatCode="0.00" sourceLinked="0"/>
            <c:txPr>
              <a:bodyPr/>
              <a:lstStyle/>
              <a:p>
                <a:pPr>
                  <a:defRPr b="0" i="0" strike="noStrike" sz="1050" u="none">
                    <a:solidFill>
                      <a:srgbClr val="C6D0EC"/>
                    </a:solidFill>
                    <a:latin typeface="Calibri"/>
                  </a:defRPr>
                </a:pPr>
              </a:p>
            </c:txPr>
            <c:dLblPos val="t"/>
            <c:showLegendKey val="0"/>
            <c:showVal val="1"/>
            <c:showCatName val="0"/>
            <c:showSerName val="0"/>
            <c:showPercent val="0"/>
            <c:showBubbleSize val="0"/>
            <c:showLeaderLines val="0"/>
          </c:dLbls>
          <c:marker>
            <c:symbol val="circle"/>
            <c:size val="7"/>
            <c:spPr>
              <a:solidFill>
                <a:srgbClr val="E9B949"/>
              </a:solidFill>
              <a:ln w="9525" cap="flat">
                <a:solidFill>
                  <a:srgbClr val="E9B949"/>
                </a:solidFill>
                <a:prstDash val="solid"/>
                <a:round/>
              </a:ln>
              <a:effectLst/>
            </c:spPr>
          </c:marker>
          <c:cat>
            <c:multiLvlStrRef>
              <c:f>Sheet1!$A$2:$A$6</c:f>
              <c:multiLvlStrCache>
                <c:ptCount val="5"/>
                <c:lvl>
                  <c:pt idx="0">
                    <c:v>&lt;3 d</c:v>
                  </c:pt>
                  <c:pt idx="1">
                    <c:v>3-10 d</c:v>
                  </c:pt>
                  <c:pt idx="2">
                    <c:v>10-30 d</c:v>
                  </c:pt>
                  <c:pt idx="3">
                    <c:v>30-100 d</c:v>
                  </c:pt>
                  <c:pt idx="4">
                    <c:v>&gt;100 d</c:v>
                  </c:pt>
                </c:lvl>
              </c:multiLvlStrCache>
            </c:multiLvlStrRef>
          </c:cat>
          <c:val>
            <c:numRef>
              <c:f>Sheet1!$D$2:$D$6</c:f>
              <c:numCache>
                <c:formatCode>General</c:formatCode>
                <c:ptCount val="5"/>
                <c:pt idx="0">
                  <c:v>0.79</c:v>
                </c:pt>
                <c:pt idx="1">
                  <c:v>0.89</c:v>
                </c:pt>
                <c:pt idx="2">
                  <c:v>1.13</c:v>
                </c:pt>
                <c:pt idx="3">
                  <c:v>1.31</c:v>
                </c:pt>
                <c:pt idx="4">
                  <c:v>1.48</c:v>
                </c:pt>
              </c:numCache>
            </c:numRef>
          </c:val>
          <c:smooth val="0"/>
        </c:ser>
        <c:dLbls>
          <c:numFmt formatCode="0.00" sourceLinked="0"/>
          <c:txPr>
            <a:bodyPr/>
            <a:lstStyle/>
            <a:p>
              <a:pPr>
                <a:defRPr b="0" i="0" strike="noStrike" sz="1050" u="none">
                  <a:solidFill>
                    <a:srgbClr val="C6D0EC"/>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9AA8C7"/>
                    </a:solidFill>
                    <a:latin typeface="Calibri"/>
                  </a:defRPr>
                </a:pPr>
                <a:r>
                  <a:rPr sz="1100" b="0" i="0" u="none" strike="noStrike">
                    <a:solidFill>
                      <a:srgbClr val="9AA8C7"/>
                    </a:solidFill>
                    <a:latin typeface="Calibri"/>
                  </a:rPr>
                  <a:t>Orbital period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8C7"/>
                </a:solidFill>
                <a:latin typeface="Calibri"/>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9525" cap="flat">
              <a:solidFill>
                <a:srgbClr val="232C5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8C7"/>
                </a:solidFill>
                <a:latin typeface="Calibri"/>
              </a:defRPr>
            </a:pPr>
            <a:endParaRPr lang="en-US"/>
          </a:p>
        </c:txPr>
        <c:crossAx val="2094734554"/>
        <c:crosses val="autoZero"/>
        <c:crossBetween val="between"/>
      </c:valAx>
      <c:spPr>
        <a:solidFill>
          <a:srgbClr val="121A3E"/>
        </a:solidFill>
        <a:ln w="12700" cap="flat">
          <a:solidFill>
            <a:srgbClr val="2E3A6B"/>
          </a:solidFill>
        </a:ln>
        <a:effectLst/>
      </c:spPr>
    </c:plotArea>
    <c:legend>
      <c:legendPos val="t"/>
      <c:overlay val="0"/>
      <c:txPr>
        <a:bodyPr/>
        <a:lstStyle/>
        <a:p>
          <a:pPr>
            <a:defRPr sz="1050">
              <a:solidFill>
                <a:srgbClr val="9AA8C7"/>
              </a:solidFill>
              <a:latin typeface="Calibri"/>
              <a:cs typeface="Calibri"/>
            </a:defRPr>
          </a:pPr>
          <a:endParaRPr lang="en-US"/>
        </a:p>
      </c:txPr>
    </c:legend>
    <c:plotVisOnly val="1"/>
    <c:dispBlanksAs val="span"/>
  </c:chart>
  <c:spPr>
    <a:solidFill>
      <a:srgbClr val="121A3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radius gap: a shortage of planets at a particular size. This talk asks how strong the statistical evidence for it is in publicly available archive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only: planet sizes are not uniformly distributed, and the dip between super-Earths and sub-Neptunes is the subject of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competing physical theories make one identical, testable prediction about orbital period. That shared prediction is what can be checked statistically without having to distinguish the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Refer back to these four questions when moving between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filtering decisions in this section are what determine whether the feature can be detected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composite-catalogue caveat: columns for one planet can come from different papers. The reduction from 6,319 to 2,587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methodological decision. The archive derives some radii from a mass-radius relation instead of measuring them; a deterministic relation cannot reproduce fine structure, so leaving those in would have smoothed away the feature under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cuts, each pre-specified. The two largest are the measured-radius rule (1,166 planets) and the 20% precision threshold (925). Every step is printed in notebook 01, so the sample size is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planet: x is orbital period on a log scale, y is radius, and the gold line marks the gap at 1.76. Note the lower edge of the cloud rising to the right - that returns at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where the three methods stop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Gaussian mixture models with one, two and three components, compared by AIC and BIC. Two components wins clearly - but the next slide qualifies what that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comparison selects between candidate densities; it does not establish the shape of the winner. Evaluated on a fine grid the fitted mixture has no interior minimum at all, so evidence for a gap has to come from the non-parametric estimate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figure. Bars are the raw planet counts, the curve is the kernel density estimate over them. The minimum sits at 1.76 Earth radii, inside the 1.5 to 2.0 range reported in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different filtering choices, four nearly identical answers. The position of the feature is solid; note the bars are deliberately on a full scale so their similarity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depth, stated plainly: about 2% below the adjacent peak, against a far more pronounced deficit in the California-Kepler Survey. This sets up the modality tests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same null hypothesis, opposite verdicts. Leave a beat here before resolving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resolution: the two tests are not contradicting each other about the data, they are measuring different quantities. Depth versus the existence of a second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assume the dip test is underpowered, simulate it: at this sample size it recovers a pronounced gap in every realisation and a valley this shallow in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Silverman's test requires a smoothed bootstrap drawn from the null density at the critical bandwidth. Resampling the observed values directly manufactures spurious modes and makes the test far too conservative. The corrected implementation is validated against data of known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of gear: from describing the distribution to explaining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deliberately denied any radius-derived feature, so a result above chance cannot be circular.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0.79 is a moderate result, and worth stating as moderate. Above chance, well short of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instinct is to read the ranking straight off the chart, but collinearity makes the ordering unstable - the two importance measures disagree about which predictor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statistical frameworks, same answer. The non-overlapping posteriors are the clearest single visual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through these quickly. The point is that the headline number survived every attempt to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counter-argument to the headline result. Separating mass loss from detection bias needs a completeness-corrected homogeneous sample, which a composite archive cannot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distinction between what is established and what is not, and on the concrete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not shown unless a specific number is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1"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23-1.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24-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26-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deck/bg_her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914400" y="2212848"/>
            <a:ext cx="10332720" cy="868680"/>
          </a:xfrm>
          <a:prstGeom prst="rect">
            <a:avLst/>
          </a:prstGeom>
          <a:noFill/>
          <a:ln/>
        </p:spPr>
        <p:txBody>
          <a:bodyPr wrap="square" lIns="0" tIns="0" rIns="0" bIns="0" rtlCol="0" anchor="ctr"/>
          <a:lstStyle/>
          <a:p>
            <a:pPr indent="0" marL="0">
              <a:buNone/>
            </a:pPr>
            <a:r>
              <a:rPr lang="en-US" sz="5200" b="1" spc="150" kern="0" dirty="0">
                <a:solidFill>
                  <a:srgbClr val="F2F5FF"/>
                </a:solidFill>
                <a:latin typeface="Cambria" pitchFamily="34" charset="0"/>
                <a:ea typeface="Cambria" pitchFamily="34" charset="-122"/>
                <a:cs typeface="Cambria" pitchFamily="34" charset="-120"/>
              </a:rPr>
              <a:t>THE MISSING MIDDLE</a:t>
            </a:r>
            <a:endParaRPr lang="en-US" sz="5200" dirty="0"/>
          </a:p>
        </p:txBody>
      </p:sp>
      <p:sp>
        <p:nvSpPr>
          <p:cNvPr id="4" name="Text 1"/>
          <p:cNvSpPr txBox="1"/>
          <p:nvPr/>
        </p:nvSpPr>
        <p:spPr>
          <a:xfrm>
            <a:off x="914400" y="3127248"/>
            <a:ext cx="10332720" cy="457200"/>
          </a:xfrm>
          <a:prstGeom prst="rect">
            <a:avLst/>
          </a:prstGeom>
          <a:noFill/>
          <a:ln/>
        </p:spPr>
        <p:txBody>
          <a:bodyPr wrap="square" lIns="0" tIns="0" rIns="0" bIns="0" rtlCol="0" anchor="ctr"/>
          <a:lstStyle/>
          <a:p>
            <a:pPr indent="0" marL="0">
              <a:buNone/>
            </a:pPr>
            <a:r>
              <a:rPr lang="en-US" sz="1900" dirty="0">
                <a:solidFill>
                  <a:srgbClr val="7FA8D9"/>
                </a:solidFill>
                <a:latin typeface="Calibri" pitchFamily="34" charset="0"/>
                <a:ea typeface="Calibri" pitchFamily="34" charset="-122"/>
                <a:cs typeface="Calibri" pitchFamily="34" charset="-120"/>
              </a:rPr>
              <a:t>A Statistical Investigation of the Exoplanet Radius Gap</a:t>
            </a:r>
            <a:endParaRPr lang="en-US" sz="1900" dirty="0"/>
          </a:p>
        </p:txBody>
      </p:sp>
      <p:sp>
        <p:nvSpPr>
          <p:cNvPr id="5" name="Text 2"/>
          <p:cNvSpPr txBox="1"/>
          <p:nvPr/>
        </p:nvSpPr>
        <p:spPr>
          <a:xfrm>
            <a:off x="914400" y="4041648"/>
            <a:ext cx="5486400" cy="320040"/>
          </a:xfrm>
          <a:prstGeom prst="rect">
            <a:avLst/>
          </a:prstGeom>
          <a:noFill/>
          <a:ln/>
        </p:spPr>
        <p:txBody>
          <a:bodyPr wrap="square" lIns="0" tIns="0" rIns="0" bIns="0" rtlCol="0" anchor="ctr"/>
          <a:lstStyle/>
          <a:p>
            <a:pPr indent="0" marL="0">
              <a:buNone/>
            </a:pPr>
            <a:r>
              <a:rPr lang="en-US" sz="1500" dirty="0">
                <a:solidFill>
                  <a:srgbClr val="F2F5FF"/>
                </a:solidFill>
                <a:latin typeface="Calibri" pitchFamily="34" charset="0"/>
                <a:ea typeface="Calibri" pitchFamily="34" charset="-122"/>
                <a:cs typeface="Calibri" pitchFamily="34" charset="-120"/>
              </a:rPr>
              <a:t>Jovana Mickovikj</a:t>
            </a:r>
            <a:endParaRPr lang="en-US" sz="1500" dirty="0"/>
          </a:p>
        </p:txBody>
      </p:sp>
      <p:sp>
        <p:nvSpPr>
          <p:cNvPr id="6" name="Text 3"/>
          <p:cNvSpPr txBox="1"/>
          <p:nvPr/>
        </p:nvSpPr>
        <p:spPr>
          <a:xfrm>
            <a:off x="914400" y="4425696"/>
            <a:ext cx="7772400" cy="320040"/>
          </a:xfrm>
          <a:prstGeom prst="rect">
            <a:avLst/>
          </a:prstGeom>
          <a:noFill/>
          <a:ln/>
        </p:spPr>
        <p:txBody>
          <a:bodyPr wrap="square" lIns="0" tIns="0" rIns="0" bIns="0" rtlCol="0" anchor="ctr"/>
          <a:lstStyle/>
          <a:p>
            <a:pPr indent="0" marL="0">
              <a:buNone/>
            </a:pPr>
            <a:r>
              <a:rPr lang="en-US" sz="1250" dirty="0">
                <a:solidFill>
                  <a:srgbClr val="9AA8C7"/>
                </a:solidFill>
                <a:latin typeface="Calibri" pitchFamily="34" charset="0"/>
                <a:ea typeface="Calibri" pitchFamily="34" charset="-122"/>
                <a:cs typeface="Calibri" pitchFamily="34" charset="-120"/>
              </a:rPr>
              <a:t>2,587 planets · NASA Exoplanet Archive · PSCompPars, July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THE PHENOMENON</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Planets do not come in every size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a:t>
            </a:r>
            <a:endParaRPr lang="en-US" sz="1000" dirty="0"/>
          </a:p>
        </p:txBody>
      </p:sp>
      <p:sp>
        <p:nvSpPr>
          <p:cNvPr id="7" name="Text 4"/>
          <p:cNvSpPr txBox="1"/>
          <p:nvPr/>
        </p:nvSpPr>
        <p:spPr>
          <a:xfrm>
            <a:off x="548640" y="1627632"/>
            <a:ext cx="5852160" cy="1371600"/>
          </a:xfrm>
          <a:prstGeom prst="rect">
            <a:avLst/>
          </a:prstGeom>
          <a:noFill/>
          <a:ln/>
        </p:spPr>
        <p:txBody>
          <a:bodyPr wrap="square" lIns="0" tIns="0" rIns="0" bIns="0" rtlCol="0" anchor="ctr"/>
          <a:lstStyle/>
          <a:p>
            <a:pPr indent="0" marL="0">
              <a:lnSpc>
                <a:spcPct val="125000"/>
              </a:lnSpc>
              <a:buNone/>
            </a:pPr>
            <a:r>
              <a:rPr lang="en-US" sz="1500" dirty="0">
                <a:solidFill>
                  <a:srgbClr val="D7DFF5"/>
                </a:solidFill>
                <a:latin typeface="Calibri" pitchFamily="34" charset="0"/>
                <a:ea typeface="Calibri" pitchFamily="34" charset="-122"/>
                <a:cs typeface="Calibri" pitchFamily="34" charset="-120"/>
              </a:rPr>
              <a:t>Across thousands of known exoplanets, one size range is conspicuously underpopulated: radii between roughly 1.5 and 2.0 Earth radii. Small planets appear to cluster into two families with a shortage in between.</a:t>
            </a:r>
            <a:endParaRPr lang="en-US" sz="1500" dirty="0"/>
          </a:p>
        </p:txBody>
      </p:sp>
      <p:sp>
        <p:nvSpPr>
          <p:cNvPr id="8" name="Shape 5"/>
          <p:cNvSpPr/>
          <p:nvPr/>
        </p:nvSpPr>
        <p:spPr>
          <a:xfrm>
            <a:off x="548640" y="3136392"/>
            <a:ext cx="5852160" cy="2240280"/>
          </a:xfrm>
          <a:prstGeom prst="roundRect">
            <a:avLst>
              <a:gd name="adj" fmla="val 3673"/>
            </a:avLst>
          </a:prstGeom>
          <a:solidFill>
            <a:srgbClr val="161E45">
              <a:alpha val="78000"/>
            </a:srgbClr>
          </a:solidFill>
          <a:ln w="9525">
            <a:solidFill>
              <a:srgbClr val="2E3A6B"/>
            </a:solidFill>
            <a:prstDash val="solid"/>
          </a:ln>
        </p:spPr>
      </p:sp>
      <p:sp>
        <p:nvSpPr>
          <p:cNvPr id="9" name="Text 6"/>
          <p:cNvSpPr txBox="1"/>
          <p:nvPr/>
        </p:nvSpPr>
        <p:spPr>
          <a:xfrm>
            <a:off x="868680" y="3364992"/>
            <a:ext cx="5212080" cy="320040"/>
          </a:xfrm>
          <a:prstGeom prst="rect">
            <a:avLst/>
          </a:prstGeom>
          <a:noFill/>
          <a:ln/>
        </p:spPr>
        <p:txBody>
          <a:bodyPr wrap="square" lIns="0" tIns="0" rIns="0" bIns="0" rtlCol="0" anchor="ctr"/>
          <a:lstStyle/>
          <a:p>
            <a:pPr indent="0" marL="0">
              <a:buNone/>
            </a:pPr>
            <a:r>
              <a:rPr lang="en-US" sz="1700" b="1" dirty="0">
                <a:solidFill>
                  <a:srgbClr val="E9B949"/>
                </a:solidFill>
                <a:latin typeface="Cambria" pitchFamily="34" charset="0"/>
                <a:ea typeface="Cambria" pitchFamily="34" charset="-122"/>
                <a:cs typeface="Cambria" pitchFamily="34" charset="-120"/>
              </a:rPr>
              <a:t>Two families</a:t>
            </a:r>
            <a:endParaRPr lang="en-US" sz="1700" dirty="0"/>
          </a:p>
        </p:txBody>
      </p:sp>
      <p:sp>
        <p:nvSpPr>
          <p:cNvPr id="10" name="Text 7"/>
          <p:cNvSpPr txBox="1"/>
          <p:nvPr/>
        </p:nvSpPr>
        <p:spPr>
          <a:xfrm>
            <a:off x="868680" y="3776472"/>
            <a:ext cx="5212080" cy="146304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400" dirty="0">
                <a:solidFill>
                  <a:srgbClr val="D7DFF5"/>
                </a:solidFill>
                <a:latin typeface="Calibri" pitchFamily="34" charset="0"/>
                <a:ea typeface="Calibri" pitchFamily="34" charset="-122"/>
                <a:cs typeface="Calibri" pitchFamily="34" charset="-120"/>
              </a:rPr>
              <a:t>Super-Earths — rocky, stripped of atmosphere, below the gap</a:t>
            </a:r>
            <a:endParaRPr lang="en-US" sz="1400" dirty="0"/>
          </a:p>
          <a:p>
            <a:pPr marL="342900" indent="-342900">
              <a:lnSpc>
                <a:spcPct val="115000"/>
              </a:lnSpc>
              <a:spcAft>
                <a:spcPts val="900"/>
              </a:spcAft>
              <a:buSzPct val="100000"/>
              <a:buChar char="•"/>
            </a:pPr>
            <a:r>
              <a:rPr lang="en-US" sz="1400" dirty="0">
                <a:solidFill>
                  <a:srgbClr val="D7DFF5"/>
                </a:solidFill>
                <a:latin typeface="Calibri" pitchFamily="34" charset="0"/>
                <a:ea typeface="Calibri" pitchFamily="34" charset="-122"/>
                <a:cs typeface="Calibri" pitchFamily="34" charset="-120"/>
              </a:rPr>
              <a:t>Sub-Neptunes — retaining a thick hydrogen-helium envelope, above it</a:t>
            </a:r>
            <a:endParaRPr lang="en-US" sz="1400" dirty="0"/>
          </a:p>
          <a:p>
            <a:pPr marL="342900" indent="-342900">
              <a:lnSpc>
                <a:spcPct val="115000"/>
              </a:lnSpc>
              <a:spcAft>
                <a:spcPts val="900"/>
              </a:spcAft>
              <a:buSzPct val="100000"/>
              <a:buChar char="•"/>
            </a:pPr>
            <a:r>
              <a:rPr lang="en-US" sz="1400" dirty="0">
                <a:solidFill>
                  <a:srgbClr val="D7DFF5"/>
                </a:solidFill>
                <a:latin typeface="Calibri" pitchFamily="34" charset="0"/>
                <a:ea typeface="Calibri" pitchFamily="34" charset="-122"/>
                <a:cs typeface="Calibri" pitchFamily="34" charset="-120"/>
              </a:rPr>
              <a:t>The gap is the boundary between keeping and losing that envelope</a:t>
            </a:r>
            <a:endParaRPr lang="en-US" sz="1400" dirty="0"/>
          </a:p>
        </p:txBody>
      </p:sp>
      <p:sp>
        <p:nvSpPr>
          <p:cNvPr id="11" name="Shape 8"/>
          <p:cNvSpPr/>
          <p:nvPr/>
        </p:nvSpPr>
        <p:spPr>
          <a:xfrm>
            <a:off x="7452360" y="2039112"/>
            <a:ext cx="1371600" cy="1371600"/>
          </a:xfrm>
          <a:prstGeom prst="ellipse">
            <a:avLst/>
          </a:prstGeom>
          <a:solidFill>
            <a:srgbClr val="1B2550">
              <a:alpha val="88000"/>
            </a:srgbClr>
          </a:solidFill>
          <a:ln w="15875">
            <a:solidFill>
              <a:srgbClr val="E9B949"/>
            </a:solidFill>
            <a:prstDash val="solid"/>
          </a:ln>
        </p:spPr>
      </p:sp>
      <p:sp>
        <p:nvSpPr>
          <p:cNvPr id="12" name="Text 9"/>
          <p:cNvSpPr txBox="1"/>
          <p:nvPr/>
        </p:nvSpPr>
        <p:spPr>
          <a:xfrm>
            <a:off x="7452360" y="2395728"/>
            <a:ext cx="1371600" cy="576072"/>
          </a:xfrm>
          <a:prstGeom prst="rect">
            <a:avLst/>
          </a:prstGeom>
          <a:noFill/>
          <a:ln/>
        </p:spPr>
        <p:txBody>
          <a:bodyPr wrap="square" lIns="0" tIns="0" rIns="0" bIns="0" rtlCol="0" anchor="ctr"/>
          <a:lstStyle/>
          <a:p>
            <a:pPr algn="ctr" indent="0" marL="0">
              <a:buNone/>
            </a:pPr>
            <a:r>
              <a:rPr lang="en-US" sz="2300" b="1" dirty="0">
                <a:solidFill>
                  <a:srgbClr val="E9B949"/>
                </a:solidFill>
                <a:latin typeface="Cambria" pitchFamily="34" charset="0"/>
                <a:ea typeface="Cambria" pitchFamily="34" charset="-122"/>
                <a:cs typeface="Cambria" pitchFamily="34" charset="-120"/>
              </a:rPr>
              <a:t>1.5</a:t>
            </a:r>
            <a:endParaRPr lang="en-US" sz="2300" dirty="0"/>
          </a:p>
        </p:txBody>
      </p:sp>
      <p:sp>
        <p:nvSpPr>
          <p:cNvPr id="13" name="Text 10"/>
          <p:cNvSpPr txBox="1"/>
          <p:nvPr/>
        </p:nvSpPr>
        <p:spPr>
          <a:xfrm>
            <a:off x="7040880" y="3483864"/>
            <a:ext cx="2194560" cy="502920"/>
          </a:xfrm>
          <a:prstGeom prst="rect">
            <a:avLst/>
          </a:prstGeom>
          <a:noFill/>
          <a:ln/>
        </p:spPr>
        <p:txBody>
          <a:bodyPr wrap="square" lIns="0" tIns="0" rIns="0" bIns="0" rtlCol="0" anchor="ctr"/>
          <a:lstStyle/>
          <a:p>
            <a:pPr algn="ctr" indent="0" marL="0">
              <a:buNone/>
            </a:pPr>
            <a:r>
              <a:rPr lang="en-US" sz="1100" dirty="0">
                <a:solidFill>
                  <a:srgbClr val="9AA8C7"/>
                </a:solidFill>
                <a:latin typeface="Calibri" pitchFamily="34" charset="0"/>
                <a:ea typeface="Calibri" pitchFamily="34" charset="-122"/>
                <a:cs typeface="Calibri" pitchFamily="34" charset="-120"/>
              </a:rPr>
              <a:t>R⊕ — lower edge</a:t>
            </a:r>
            <a:endParaRPr lang="en-US" sz="1100" dirty="0"/>
          </a:p>
        </p:txBody>
      </p:sp>
      <p:sp>
        <p:nvSpPr>
          <p:cNvPr id="14" name="Shape 11"/>
          <p:cNvSpPr/>
          <p:nvPr/>
        </p:nvSpPr>
        <p:spPr>
          <a:xfrm>
            <a:off x="9464040" y="2039112"/>
            <a:ext cx="1371600" cy="1371600"/>
          </a:xfrm>
          <a:prstGeom prst="ellipse">
            <a:avLst/>
          </a:prstGeom>
          <a:solidFill>
            <a:srgbClr val="1B2550">
              <a:alpha val="88000"/>
            </a:srgbClr>
          </a:solidFill>
          <a:ln w="15875">
            <a:solidFill>
              <a:srgbClr val="E9B949"/>
            </a:solidFill>
            <a:prstDash val="solid"/>
          </a:ln>
        </p:spPr>
      </p:sp>
      <p:sp>
        <p:nvSpPr>
          <p:cNvPr id="15" name="Text 12"/>
          <p:cNvSpPr txBox="1"/>
          <p:nvPr/>
        </p:nvSpPr>
        <p:spPr>
          <a:xfrm>
            <a:off x="9464040" y="2395728"/>
            <a:ext cx="1371600" cy="576072"/>
          </a:xfrm>
          <a:prstGeom prst="rect">
            <a:avLst/>
          </a:prstGeom>
          <a:noFill/>
          <a:ln/>
        </p:spPr>
        <p:txBody>
          <a:bodyPr wrap="square" lIns="0" tIns="0" rIns="0" bIns="0" rtlCol="0" anchor="ctr"/>
          <a:lstStyle/>
          <a:p>
            <a:pPr algn="ctr" indent="0" marL="0">
              <a:buNone/>
            </a:pPr>
            <a:r>
              <a:rPr lang="en-US" sz="2300" b="1" dirty="0">
                <a:solidFill>
                  <a:srgbClr val="E9B949"/>
                </a:solidFill>
                <a:latin typeface="Cambria" pitchFamily="34" charset="0"/>
                <a:ea typeface="Cambria" pitchFamily="34" charset="-122"/>
                <a:cs typeface="Cambria" pitchFamily="34" charset="-120"/>
              </a:rPr>
              <a:t>2.0</a:t>
            </a:r>
            <a:endParaRPr lang="en-US" sz="2300" dirty="0"/>
          </a:p>
        </p:txBody>
      </p:sp>
      <p:sp>
        <p:nvSpPr>
          <p:cNvPr id="16" name="Text 13"/>
          <p:cNvSpPr txBox="1"/>
          <p:nvPr/>
        </p:nvSpPr>
        <p:spPr>
          <a:xfrm>
            <a:off x="9052560" y="3483864"/>
            <a:ext cx="2194560" cy="502920"/>
          </a:xfrm>
          <a:prstGeom prst="rect">
            <a:avLst/>
          </a:prstGeom>
          <a:noFill/>
          <a:ln/>
        </p:spPr>
        <p:txBody>
          <a:bodyPr wrap="square" lIns="0" tIns="0" rIns="0" bIns="0" rtlCol="0" anchor="ctr"/>
          <a:lstStyle/>
          <a:p>
            <a:pPr algn="ctr" indent="0" marL="0">
              <a:buNone/>
            </a:pPr>
            <a:r>
              <a:rPr lang="en-US" sz="1100" dirty="0">
                <a:solidFill>
                  <a:srgbClr val="9AA8C7"/>
                </a:solidFill>
                <a:latin typeface="Calibri" pitchFamily="34" charset="0"/>
                <a:ea typeface="Calibri" pitchFamily="34" charset="-122"/>
                <a:cs typeface="Calibri" pitchFamily="34" charset="-120"/>
              </a:rPr>
              <a:t>R⊕ — upper edge</a:t>
            </a:r>
            <a:endParaRPr lang="en-US" sz="1100" dirty="0"/>
          </a:p>
        </p:txBody>
      </p:sp>
      <p:sp>
        <p:nvSpPr>
          <p:cNvPr id="17" name="Text 14"/>
          <p:cNvSpPr txBox="1"/>
          <p:nvPr/>
        </p:nvSpPr>
        <p:spPr>
          <a:xfrm>
            <a:off x="6812280" y="4142232"/>
            <a:ext cx="4754880" cy="822960"/>
          </a:xfrm>
          <a:prstGeom prst="rect">
            <a:avLst/>
          </a:prstGeom>
          <a:noFill/>
          <a:ln/>
        </p:spPr>
        <p:txBody>
          <a:bodyPr wrap="square" lIns="0" tIns="0" rIns="0" bIns="0" rtlCol="0" anchor="ctr"/>
          <a:lstStyle/>
          <a:p>
            <a:pPr indent="0" marL="0">
              <a:lnSpc>
                <a:spcPct val="120000"/>
              </a:lnSpc>
              <a:buNone/>
            </a:pPr>
            <a:r>
              <a:rPr lang="en-US" sz="1350" i="1" dirty="0">
                <a:solidFill>
                  <a:srgbClr val="9AA8C7"/>
                </a:solidFill>
                <a:latin typeface="Calibri" pitchFamily="34" charset="0"/>
                <a:ea typeface="Calibri" pitchFamily="34" charset="-122"/>
                <a:cs typeface="Calibri" pitchFamily="34" charset="-120"/>
              </a:rPr>
              <a:t>First resolved by Fulton et al. (2017) in the California-Kepler Survey.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WHY IT MATTERS</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Two theories — one shared prediction</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27632"/>
            <a:ext cx="5349240" cy="1874520"/>
          </a:xfrm>
          <a:prstGeom prst="roundRect">
            <a:avLst>
              <a:gd name="adj" fmla="val 4390"/>
            </a:avLst>
          </a:prstGeom>
          <a:solidFill>
            <a:srgbClr val="161E45">
              <a:alpha val="78000"/>
            </a:srgbClr>
          </a:solidFill>
          <a:ln w="9525">
            <a:solidFill>
              <a:srgbClr val="2E3A6B"/>
            </a:solidFill>
            <a:prstDash val="solid"/>
          </a:ln>
        </p:spPr>
      </p:sp>
      <p:sp>
        <p:nvSpPr>
          <p:cNvPr id="8" name="Shape 5"/>
          <p:cNvSpPr/>
          <p:nvPr/>
        </p:nvSpPr>
        <p:spPr>
          <a:xfrm>
            <a:off x="868680" y="1920240"/>
            <a:ext cx="384048" cy="384048"/>
          </a:xfrm>
          <a:prstGeom prst="ellipse">
            <a:avLst/>
          </a:prstGeom>
          <a:solidFill>
            <a:srgbClr val="E9B949"/>
          </a:solidFill>
          <a:ln/>
        </p:spPr>
      </p:sp>
      <p:sp>
        <p:nvSpPr>
          <p:cNvPr id="9" name="Text 6"/>
          <p:cNvSpPr txBox="1"/>
          <p:nvPr/>
        </p:nvSpPr>
        <p:spPr>
          <a:xfrm>
            <a:off x="868680" y="1956816"/>
            <a:ext cx="384048" cy="310896"/>
          </a:xfrm>
          <a:prstGeom prst="rect">
            <a:avLst/>
          </a:prstGeom>
          <a:noFill/>
          <a:ln/>
        </p:spPr>
        <p:txBody>
          <a:bodyPr wrap="square" lIns="0" tIns="0" rIns="0" bIns="0" rtlCol="0" anchor="ctr"/>
          <a:lstStyle/>
          <a:p>
            <a:pPr algn="ctr" indent="0" marL="0">
              <a:buNone/>
            </a:pPr>
            <a:r>
              <a:rPr lang="en-US" sz="1400" b="1" dirty="0">
                <a:solidFill>
                  <a:srgbClr val="080B1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1417320" y="1929384"/>
            <a:ext cx="4206240" cy="365760"/>
          </a:xfrm>
          <a:prstGeom prst="rect">
            <a:avLst/>
          </a:prstGeom>
          <a:noFill/>
          <a:ln/>
        </p:spPr>
        <p:txBody>
          <a:bodyPr wrap="square" lIns="0" tIns="0" rIns="0" bIns="0" rtlCol="0" anchor="ctr"/>
          <a:lstStyle/>
          <a:p>
            <a:pPr indent="0" marL="0">
              <a:buNone/>
            </a:pPr>
            <a:r>
              <a:rPr lang="en-US" sz="1750" b="1" dirty="0">
                <a:solidFill>
                  <a:srgbClr val="F2F5FF"/>
                </a:solidFill>
                <a:latin typeface="Cambria" pitchFamily="34" charset="0"/>
                <a:ea typeface="Cambria" pitchFamily="34" charset="-122"/>
                <a:cs typeface="Cambria" pitchFamily="34" charset="-120"/>
              </a:rPr>
              <a:t>Photoevaporation</a:t>
            </a:r>
            <a:endParaRPr lang="en-US" sz="1750" dirty="0"/>
          </a:p>
        </p:txBody>
      </p:sp>
      <p:sp>
        <p:nvSpPr>
          <p:cNvPr id="11" name="Text 8"/>
          <p:cNvSpPr txBox="1"/>
          <p:nvPr/>
        </p:nvSpPr>
        <p:spPr>
          <a:xfrm>
            <a:off x="868680" y="2496312"/>
            <a:ext cx="4709160" cy="914400"/>
          </a:xfrm>
          <a:prstGeom prst="rect">
            <a:avLst/>
          </a:prstGeom>
          <a:noFill/>
          <a:ln/>
        </p:spPr>
        <p:txBody>
          <a:bodyPr wrap="square" lIns="0" tIns="0" rIns="0" bIns="0" rtlCol="0" anchor="ctr"/>
          <a:lstStyle/>
          <a:p>
            <a:pPr indent="0" marL="0">
              <a:lnSpc>
                <a:spcPct val="120000"/>
              </a:lnSpc>
              <a:buNone/>
            </a:pPr>
            <a:r>
              <a:rPr lang="en-US" sz="1350" dirty="0">
                <a:solidFill>
                  <a:srgbClr val="D7DFF5"/>
                </a:solidFill>
                <a:latin typeface="Calibri" pitchFamily="34" charset="0"/>
                <a:ea typeface="Calibri" pitchFamily="34" charset="-122"/>
                <a:cs typeface="Calibri" pitchFamily="34" charset="-120"/>
              </a:rPr>
              <a:t>High-energy radiation from the star strips the primordial envelope within the first ~100 million years. Strongest for planets close in.</a:t>
            </a:r>
            <a:endParaRPr lang="en-US" sz="1350" dirty="0"/>
          </a:p>
        </p:txBody>
      </p:sp>
      <p:sp>
        <p:nvSpPr>
          <p:cNvPr id="12" name="Shape 9"/>
          <p:cNvSpPr/>
          <p:nvPr/>
        </p:nvSpPr>
        <p:spPr>
          <a:xfrm>
            <a:off x="6263640" y="1627632"/>
            <a:ext cx="5349240" cy="1874520"/>
          </a:xfrm>
          <a:prstGeom prst="roundRect">
            <a:avLst>
              <a:gd name="adj" fmla="val 4390"/>
            </a:avLst>
          </a:prstGeom>
          <a:solidFill>
            <a:srgbClr val="161E45">
              <a:alpha val="78000"/>
            </a:srgbClr>
          </a:solidFill>
          <a:ln w="9525">
            <a:solidFill>
              <a:srgbClr val="2E3A6B"/>
            </a:solidFill>
            <a:prstDash val="solid"/>
          </a:ln>
        </p:spPr>
      </p:sp>
      <p:sp>
        <p:nvSpPr>
          <p:cNvPr id="13" name="Shape 10"/>
          <p:cNvSpPr/>
          <p:nvPr/>
        </p:nvSpPr>
        <p:spPr>
          <a:xfrm>
            <a:off x="6583680" y="1920240"/>
            <a:ext cx="384048" cy="384048"/>
          </a:xfrm>
          <a:prstGeom prst="ellipse">
            <a:avLst/>
          </a:prstGeom>
          <a:solidFill>
            <a:srgbClr val="E9B949"/>
          </a:solidFill>
          <a:ln/>
        </p:spPr>
      </p:sp>
      <p:sp>
        <p:nvSpPr>
          <p:cNvPr id="14" name="Text 11"/>
          <p:cNvSpPr txBox="1"/>
          <p:nvPr/>
        </p:nvSpPr>
        <p:spPr>
          <a:xfrm>
            <a:off x="6583680" y="1956816"/>
            <a:ext cx="384048" cy="310896"/>
          </a:xfrm>
          <a:prstGeom prst="rect">
            <a:avLst/>
          </a:prstGeom>
          <a:noFill/>
          <a:ln/>
        </p:spPr>
        <p:txBody>
          <a:bodyPr wrap="square" lIns="0" tIns="0" rIns="0" bIns="0" rtlCol="0" anchor="ctr"/>
          <a:lstStyle/>
          <a:p>
            <a:pPr algn="ctr" indent="0" marL="0">
              <a:buNone/>
            </a:pPr>
            <a:r>
              <a:rPr lang="en-US" sz="1400" b="1" dirty="0">
                <a:solidFill>
                  <a:srgbClr val="080B1F"/>
                </a:solidFill>
                <a:latin typeface="Cambria" pitchFamily="34" charset="0"/>
                <a:ea typeface="Cambria" pitchFamily="34" charset="-122"/>
                <a:cs typeface="Cambria" pitchFamily="34" charset="-120"/>
              </a:rPr>
              <a:t>2</a:t>
            </a:r>
            <a:endParaRPr lang="en-US" sz="1400" dirty="0"/>
          </a:p>
        </p:txBody>
      </p:sp>
      <p:sp>
        <p:nvSpPr>
          <p:cNvPr id="15" name="Text 12"/>
          <p:cNvSpPr txBox="1"/>
          <p:nvPr/>
        </p:nvSpPr>
        <p:spPr>
          <a:xfrm>
            <a:off x="7132320" y="1929384"/>
            <a:ext cx="4206240" cy="365760"/>
          </a:xfrm>
          <a:prstGeom prst="rect">
            <a:avLst/>
          </a:prstGeom>
          <a:noFill/>
          <a:ln/>
        </p:spPr>
        <p:txBody>
          <a:bodyPr wrap="square" lIns="0" tIns="0" rIns="0" bIns="0" rtlCol="0" anchor="ctr"/>
          <a:lstStyle/>
          <a:p>
            <a:pPr indent="0" marL="0">
              <a:buNone/>
            </a:pPr>
            <a:r>
              <a:rPr lang="en-US" sz="1750" b="1" dirty="0">
                <a:solidFill>
                  <a:srgbClr val="F2F5FF"/>
                </a:solidFill>
                <a:latin typeface="Cambria" pitchFamily="34" charset="0"/>
                <a:ea typeface="Cambria" pitchFamily="34" charset="-122"/>
                <a:cs typeface="Cambria" pitchFamily="34" charset="-120"/>
              </a:rPr>
              <a:t>Core-powered mass-loss</a:t>
            </a:r>
            <a:endParaRPr lang="en-US" sz="1750" dirty="0"/>
          </a:p>
        </p:txBody>
      </p:sp>
      <p:sp>
        <p:nvSpPr>
          <p:cNvPr id="16" name="Text 13"/>
          <p:cNvSpPr txBox="1"/>
          <p:nvPr/>
        </p:nvSpPr>
        <p:spPr>
          <a:xfrm>
            <a:off x="6583680" y="2496312"/>
            <a:ext cx="4709160" cy="914400"/>
          </a:xfrm>
          <a:prstGeom prst="rect">
            <a:avLst/>
          </a:prstGeom>
          <a:noFill/>
          <a:ln/>
        </p:spPr>
        <p:txBody>
          <a:bodyPr wrap="square" lIns="0" tIns="0" rIns="0" bIns="0" rtlCol="0" anchor="ctr"/>
          <a:lstStyle/>
          <a:p>
            <a:pPr indent="0" marL="0">
              <a:lnSpc>
                <a:spcPct val="120000"/>
              </a:lnSpc>
              <a:buNone/>
            </a:pPr>
            <a:r>
              <a:rPr lang="en-US" sz="1350" dirty="0">
                <a:solidFill>
                  <a:srgbClr val="D7DFF5"/>
                </a:solidFill>
                <a:latin typeface="Calibri" pitchFamily="34" charset="0"/>
                <a:ea typeface="Calibri" pitchFamily="34" charset="-122"/>
                <a:cs typeface="Calibri" pitchFamily="34" charset="-120"/>
              </a:rPr>
              <a:t>The planet's own internal heat drives the envelope off, acting far more gradually over billions of years.</a:t>
            </a:r>
            <a:endParaRPr lang="en-US" sz="1350" dirty="0"/>
          </a:p>
        </p:txBody>
      </p:sp>
      <p:sp>
        <p:nvSpPr>
          <p:cNvPr id="17" name="Shape 14"/>
          <p:cNvSpPr/>
          <p:nvPr/>
        </p:nvSpPr>
        <p:spPr>
          <a:xfrm>
            <a:off x="548640" y="3776472"/>
            <a:ext cx="11064240" cy="1417320"/>
          </a:xfrm>
          <a:prstGeom prst="roundRect">
            <a:avLst>
              <a:gd name="adj" fmla="val 5806"/>
            </a:avLst>
          </a:prstGeom>
          <a:solidFill>
            <a:srgbClr val="1E2A5E">
              <a:alpha val="90000"/>
            </a:srgbClr>
          </a:solidFill>
          <a:ln w="9525">
            <a:solidFill>
              <a:srgbClr val="2E3A6B"/>
            </a:solidFill>
            <a:prstDash val="solid"/>
          </a:ln>
        </p:spPr>
      </p:sp>
      <p:sp>
        <p:nvSpPr>
          <p:cNvPr id="18" name="Text 15"/>
          <p:cNvSpPr txBox="1"/>
          <p:nvPr/>
        </p:nvSpPr>
        <p:spPr>
          <a:xfrm>
            <a:off x="914400" y="4005072"/>
            <a:ext cx="10332720" cy="384048"/>
          </a:xfrm>
          <a:prstGeom prst="rect">
            <a:avLst/>
          </a:prstGeom>
          <a:noFill/>
          <a:ln/>
        </p:spPr>
        <p:txBody>
          <a:bodyPr wrap="square" lIns="0" tIns="0" rIns="0" bIns="0" rtlCol="0" anchor="ctr"/>
          <a:lstStyle/>
          <a:p>
            <a:pPr indent="0" marL="0">
              <a:buNone/>
            </a:pPr>
            <a:r>
              <a:rPr lang="en-US" sz="1900" b="1" dirty="0">
                <a:solidFill>
                  <a:srgbClr val="E9B949"/>
                </a:solidFill>
                <a:latin typeface="Cambria" pitchFamily="34" charset="0"/>
                <a:ea typeface="Cambria" pitchFamily="34" charset="-122"/>
                <a:cs typeface="Cambria" pitchFamily="34" charset="-120"/>
              </a:rPr>
              <a:t>Both predict the same thing: orbital period should track final planet size.</a:t>
            </a:r>
            <a:endParaRPr lang="en-US" sz="1900" dirty="0"/>
          </a:p>
        </p:txBody>
      </p:sp>
      <p:sp>
        <p:nvSpPr>
          <p:cNvPr id="19" name="Text 16"/>
          <p:cNvSpPr txBox="1"/>
          <p:nvPr/>
        </p:nvSpPr>
        <p:spPr>
          <a:xfrm>
            <a:off x="914400" y="4443984"/>
            <a:ext cx="10332720" cy="640080"/>
          </a:xfrm>
          <a:prstGeom prst="rect">
            <a:avLst/>
          </a:prstGeom>
          <a:noFill/>
          <a:ln/>
        </p:spPr>
        <p:txBody>
          <a:bodyPr wrap="square" lIns="0" tIns="0" rIns="0" bIns="0" rtlCol="0" anchor="ctr"/>
          <a:lstStyle/>
          <a:p>
            <a:pPr indent="0" marL="0">
              <a:lnSpc>
                <a:spcPct val="115000"/>
              </a:lnSpc>
              <a:buNone/>
            </a:pPr>
            <a:r>
              <a:rPr lang="en-US" sz="1350" dirty="0">
                <a:solidFill>
                  <a:srgbClr val="D7DFF5"/>
                </a:solidFill>
                <a:latin typeface="Calibri" pitchFamily="34" charset="0"/>
                <a:ea typeface="Calibri" pitchFamily="34" charset="-122"/>
                <a:cs typeface="Calibri" pitchFamily="34" charset="-120"/>
              </a:rPr>
              <a:t>Planets on short orbits lose more atmosphere and end up below the gap; distant planets keep their envelopes and stay above it. That shared prediction is what makes orbital period testable — and it is the hypothesis this project puts to the data.</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SCOPE</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Four questions</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627632"/>
            <a:ext cx="5349240" cy="1627632"/>
          </a:xfrm>
          <a:prstGeom prst="roundRect">
            <a:avLst>
              <a:gd name="adj" fmla="val 5056"/>
            </a:avLst>
          </a:prstGeom>
          <a:solidFill>
            <a:srgbClr val="161E45">
              <a:alpha val="78000"/>
            </a:srgbClr>
          </a:solidFill>
          <a:ln w="9525">
            <a:solidFill>
              <a:srgbClr val="2E3A6B"/>
            </a:solidFill>
            <a:prstDash val="solid"/>
          </a:ln>
        </p:spPr>
      </p:sp>
      <p:sp>
        <p:nvSpPr>
          <p:cNvPr id="8" name="Text 5"/>
          <p:cNvSpPr txBox="1"/>
          <p:nvPr/>
        </p:nvSpPr>
        <p:spPr>
          <a:xfrm>
            <a:off x="896112" y="1883664"/>
            <a:ext cx="822960" cy="36576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Q1</a:t>
            </a:r>
            <a:endParaRPr lang="en-US" sz="1600" dirty="0"/>
          </a:p>
        </p:txBody>
      </p:sp>
      <p:sp>
        <p:nvSpPr>
          <p:cNvPr id="9" name="Text 6"/>
          <p:cNvSpPr txBox="1"/>
          <p:nvPr/>
        </p:nvSpPr>
        <p:spPr>
          <a:xfrm>
            <a:off x="1645920" y="1865376"/>
            <a:ext cx="4023360" cy="384048"/>
          </a:xfrm>
          <a:prstGeom prst="rect">
            <a:avLst/>
          </a:prstGeom>
          <a:noFill/>
          <a:ln/>
        </p:spPr>
        <p:txBody>
          <a:bodyPr wrap="square" lIns="0" tIns="0" rIns="0" bIns="0" rtlCol="0" anchor="ctr"/>
          <a:lstStyle/>
          <a:p>
            <a:pPr indent="0" marL="0">
              <a:buNone/>
            </a:pPr>
            <a:r>
              <a:rPr lang="en-US" sz="1700" b="1" dirty="0">
                <a:solidFill>
                  <a:srgbClr val="F2F5FF"/>
                </a:solidFill>
                <a:latin typeface="Cambria" pitchFamily="34" charset="0"/>
                <a:ea typeface="Cambria" pitchFamily="34" charset="-122"/>
                <a:cs typeface="Cambria" pitchFamily="34" charset="-120"/>
              </a:rPr>
              <a:t>Is it there?</a:t>
            </a:r>
            <a:endParaRPr lang="en-US" sz="1700" dirty="0"/>
          </a:p>
        </p:txBody>
      </p:sp>
      <p:sp>
        <p:nvSpPr>
          <p:cNvPr id="10" name="Text 7"/>
          <p:cNvSpPr txBox="1"/>
          <p:nvPr/>
        </p:nvSpPr>
        <p:spPr>
          <a:xfrm>
            <a:off x="896112" y="2377440"/>
            <a:ext cx="4709160" cy="777240"/>
          </a:xfrm>
          <a:prstGeom prst="rect">
            <a:avLst/>
          </a:prstGeom>
          <a:noFill/>
          <a:ln/>
        </p:spPr>
        <p:txBody>
          <a:bodyPr wrap="square" lIns="0" tIns="0" rIns="0" bIns="0" rtlCol="0" anchor="ctr"/>
          <a:lstStyle/>
          <a:p>
            <a:pPr indent="0" marL="0">
              <a:lnSpc>
                <a:spcPct val="115000"/>
              </a:lnSpc>
              <a:buNone/>
            </a:pPr>
            <a:r>
              <a:rPr lang="en-US" sz="1300" dirty="0">
                <a:solidFill>
                  <a:srgbClr val="C6D0EC"/>
                </a:solidFill>
                <a:latin typeface="Calibri" pitchFamily="34" charset="0"/>
                <a:ea typeface="Calibri" pitchFamily="34" charset="-122"/>
                <a:cs typeface="Calibri" pitchFamily="34" charset="-120"/>
              </a:rPr>
              <a:t>Does a carefully filtered sample show statistical evidence of two populations, and where does the boundary sit?</a:t>
            </a:r>
            <a:endParaRPr lang="en-US" sz="1300" dirty="0"/>
          </a:p>
        </p:txBody>
      </p:sp>
      <p:sp>
        <p:nvSpPr>
          <p:cNvPr id="11" name="Shape 8"/>
          <p:cNvSpPr/>
          <p:nvPr/>
        </p:nvSpPr>
        <p:spPr>
          <a:xfrm>
            <a:off x="6263640" y="1627632"/>
            <a:ext cx="5349240" cy="1627632"/>
          </a:xfrm>
          <a:prstGeom prst="roundRect">
            <a:avLst>
              <a:gd name="adj" fmla="val 5056"/>
            </a:avLst>
          </a:prstGeom>
          <a:solidFill>
            <a:srgbClr val="161E45">
              <a:alpha val="78000"/>
            </a:srgbClr>
          </a:solidFill>
          <a:ln w="9525">
            <a:solidFill>
              <a:srgbClr val="2E3A6B"/>
            </a:solidFill>
            <a:prstDash val="solid"/>
          </a:ln>
        </p:spPr>
      </p:sp>
      <p:sp>
        <p:nvSpPr>
          <p:cNvPr id="12" name="Text 9"/>
          <p:cNvSpPr txBox="1"/>
          <p:nvPr/>
        </p:nvSpPr>
        <p:spPr>
          <a:xfrm>
            <a:off x="6611112" y="1883664"/>
            <a:ext cx="822960" cy="36576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Q2</a:t>
            </a:r>
            <a:endParaRPr lang="en-US" sz="1600" dirty="0"/>
          </a:p>
        </p:txBody>
      </p:sp>
      <p:sp>
        <p:nvSpPr>
          <p:cNvPr id="13" name="Text 10"/>
          <p:cNvSpPr txBox="1"/>
          <p:nvPr/>
        </p:nvSpPr>
        <p:spPr>
          <a:xfrm>
            <a:off x="7360920" y="1865376"/>
            <a:ext cx="4023360" cy="384048"/>
          </a:xfrm>
          <a:prstGeom prst="rect">
            <a:avLst/>
          </a:prstGeom>
          <a:noFill/>
          <a:ln/>
        </p:spPr>
        <p:txBody>
          <a:bodyPr wrap="square" lIns="0" tIns="0" rIns="0" bIns="0" rtlCol="0" anchor="ctr"/>
          <a:lstStyle/>
          <a:p>
            <a:pPr indent="0" marL="0">
              <a:buNone/>
            </a:pPr>
            <a:r>
              <a:rPr lang="en-US" sz="1700" b="1" dirty="0">
                <a:solidFill>
                  <a:srgbClr val="F2F5FF"/>
                </a:solidFill>
                <a:latin typeface="Cambria" pitchFamily="34" charset="0"/>
                <a:ea typeface="Cambria" pitchFamily="34" charset="-122"/>
                <a:cs typeface="Cambria" pitchFamily="34" charset="-120"/>
              </a:rPr>
              <a:t>Do formal tests agree?</a:t>
            </a:r>
            <a:endParaRPr lang="en-US" sz="1700" dirty="0"/>
          </a:p>
        </p:txBody>
      </p:sp>
      <p:sp>
        <p:nvSpPr>
          <p:cNvPr id="14" name="Text 11"/>
          <p:cNvSpPr txBox="1"/>
          <p:nvPr/>
        </p:nvSpPr>
        <p:spPr>
          <a:xfrm>
            <a:off x="6611112" y="2377440"/>
            <a:ext cx="4709160" cy="777240"/>
          </a:xfrm>
          <a:prstGeom prst="rect">
            <a:avLst/>
          </a:prstGeom>
          <a:noFill/>
          <a:ln/>
        </p:spPr>
        <p:txBody>
          <a:bodyPr wrap="square" lIns="0" tIns="0" rIns="0" bIns="0" rtlCol="0" anchor="ctr"/>
          <a:lstStyle/>
          <a:p>
            <a:pPr indent="0" marL="0">
              <a:lnSpc>
                <a:spcPct val="115000"/>
              </a:lnSpc>
              <a:buNone/>
            </a:pPr>
            <a:r>
              <a:rPr lang="en-US" sz="1300" dirty="0">
                <a:solidFill>
                  <a:srgbClr val="C6D0EC"/>
                </a:solidFill>
                <a:latin typeface="Calibri" pitchFamily="34" charset="0"/>
                <a:ea typeface="Calibri" pitchFamily="34" charset="-122"/>
                <a:cs typeface="Calibri" pitchFamily="34" charset="-120"/>
              </a:rPr>
              <a:t>Do standard tests of multimodality support the structure, or reveal their own limits?</a:t>
            </a:r>
            <a:endParaRPr lang="en-US" sz="1300" dirty="0"/>
          </a:p>
        </p:txBody>
      </p:sp>
      <p:sp>
        <p:nvSpPr>
          <p:cNvPr id="15" name="Shape 12"/>
          <p:cNvSpPr/>
          <p:nvPr/>
        </p:nvSpPr>
        <p:spPr>
          <a:xfrm>
            <a:off x="548640" y="3474720"/>
            <a:ext cx="5349240" cy="1627632"/>
          </a:xfrm>
          <a:prstGeom prst="roundRect">
            <a:avLst>
              <a:gd name="adj" fmla="val 5056"/>
            </a:avLst>
          </a:prstGeom>
          <a:solidFill>
            <a:srgbClr val="161E45">
              <a:alpha val="78000"/>
            </a:srgbClr>
          </a:solidFill>
          <a:ln w="9525">
            <a:solidFill>
              <a:srgbClr val="2E3A6B"/>
            </a:solidFill>
            <a:prstDash val="solid"/>
          </a:ln>
        </p:spPr>
      </p:sp>
      <p:sp>
        <p:nvSpPr>
          <p:cNvPr id="16" name="Text 13"/>
          <p:cNvSpPr txBox="1"/>
          <p:nvPr/>
        </p:nvSpPr>
        <p:spPr>
          <a:xfrm>
            <a:off x="896112" y="3730752"/>
            <a:ext cx="822960" cy="36576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Q3</a:t>
            </a:r>
            <a:endParaRPr lang="en-US" sz="1600" dirty="0"/>
          </a:p>
        </p:txBody>
      </p:sp>
      <p:sp>
        <p:nvSpPr>
          <p:cNvPr id="17" name="Text 14"/>
          <p:cNvSpPr txBox="1"/>
          <p:nvPr/>
        </p:nvSpPr>
        <p:spPr>
          <a:xfrm>
            <a:off x="1645920" y="3712464"/>
            <a:ext cx="4023360" cy="384048"/>
          </a:xfrm>
          <a:prstGeom prst="rect">
            <a:avLst/>
          </a:prstGeom>
          <a:noFill/>
          <a:ln/>
        </p:spPr>
        <p:txBody>
          <a:bodyPr wrap="square" lIns="0" tIns="0" rIns="0" bIns="0" rtlCol="0" anchor="ctr"/>
          <a:lstStyle/>
          <a:p>
            <a:pPr indent="0" marL="0">
              <a:buNone/>
            </a:pPr>
            <a:r>
              <a:rPr lang="en-US" sz="1700" b="1" dirty="0">
                <a:solidFill>
                  <a:srgbClr val="F2F5FF"/>
                </a:solidFill>
                <a:latin typeface="Cambria" pitchFamily="34" charset="0"/>
                <a:ea typeface="Cambria" pitchFamily="34" charset="-122"/>
                <a:cs typeface="Cambria" pitchFamily="34" charset="-120"/>
              </a:rPr>
              <a:t>What predicts it?</a:t>
            </a:r>
            <a:endParaRPr lang="en-US" sz="1700" dirty="0"/>
          </a:p>
        </p:txBody>
      </p:sp>
      <p:sp>
        <p:nvSpPr>
          <p:cNvPr id="18" name="Text 15"/>
          <p:cNvSpPr txBox="1"/>
          <p:nvPr/>
        </p:nvSpPr>
        <p:spPr>
          <a:xfrm>
            <a:off x="896112" y="4224528"/>
            <a:ext cx="4709160" cy="777240"/>
          </a:xfrm>
          <a:prstGeom prst="rect">
            <a:avLst/>
          </a:prstGeom>
          <a:noFill/>
          <a:ln/>
        </p:spPr>
        <p:txBody>
          <a:bodyPr wrap="square" lIns="0" tIns="0" rIns="0" bIns="0" rtlCol="0" anchor="ctr"/>
          <a:lstStyle/>
          <a:p>
            <a:pPr indent="0" marL="0">
              <a:lnSpc>
                <a:spcPct val="115000"/>
              </a:lnSpc>
              <a:buNone/>
            </a:pPr>
            <a:r>
              <a:rPr lang="en-US" sz="1300" dirty="0">
                <a:solidFill>
                  <a:srgbClr val="C6D0EC"/>
                </a:solidFill>
                <a:latin typeface="Calibri" pitchFamily="34" charset="0"/>
                <a:ea typeface="Calibri" pitchFamily="34" charset="-122"/>
                <a:cs typeface="Calibri" pitchFamily="34" charset="-120"/>
              </a:rPr>
              <a:t>Excluding radius itself, can orbital and stellar properties tell us which side a planet falls on?</a:t>
            </a:r>
            <a:endParaRPr lang="en-US" sz="1300" dirty="0"/>
          </a:p>
        </p:txBody>
      </p:sp>
      <p:sp>
        <p:nvSpPr>
          <p:cNvPr id="19" name="Shape 16"/>
          <p:cNvSpPr/>
          <p:nvPr/>
        </p:nvSpPr>
        <p:spPr>
          <a:xfrm>
            <a:off x="6263640" y="3474720"/>
            <a:ext cx="5349240" cy="1627632"/>
          </a:xfrm>
          <a:prstGeom prst="roundRect">
            <a:avLst>
              <a:gd name="adj" fmla="val 5056"/>
            </a:avLst>
          </a:prstGeom>
          <a:solidFill>
            <a:srgbClr val="161E45">
              <a:alpha val="78000"/>
            </a:srgbClr>
          </a:solidFill>
          <a:ln w="9525">
            <a:solidFill>
              <a:srgbClr val="2E3A6B"/>
            </a:solidFill>
            <a:prstDash val="solid"/>
          </a:ln>
        </p:spPr>
      </p:sp>
      <p:sp>
        <p:nvSpPr>
          <p:cNvPr id="20" name="Text 17"/>
          <p:cNvSpPr txBox="1"/>
          <p:nvPr/>
        </p:nvSpPr>
        <p:spPr>
          <a:xfrm>
            <a:off x="6611112" y="3730752"/>
            <a:ext cx="822960" cy="36576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Q4</a:t>
            </a:r>
            <a:endParaRPr lang="en-US" sz="1600" dirty="0"/>
          </a:p>
        </p:txBody>
      </p:sp>
      <p:sp>
        <p:nvSpPr>
          <p:cNvPr id="21" name="Text 18"/>
          <p:cNvSpPr txBox="1"/>
          <p:nvPr/>
        </p:nvSpPr>
        <p:spPr>
          <a:xfrm>
            <a:off x="7360920" y="3712464"/>
            <a:ext cx="4023360" cy="384048"/>
          </a:xfrm>
          <a:prstGeom prst="rect">
            <a:avLst/>
          </a:prstGeom>
          <a:noFill/>
          <a:ln/>
        </p:spPr>
        <p:txBody>
          <a:bodyPr wrap="square" lIns="0" tIns="0" rIns="0" bIns="0" rtlCol="0" anchor="ctr"/>
          <a:lstStyle/>
          <a:p>
            <a:pPr indent="0" marL="0">
              <a:buNone/>
            </a:pPr>
            <a:r>
              <a:rPr lang="en-US" sz="1700" b="1" dirty="0">
                <a:solidFill>
                  <a:srgbClr val="F2F5FF"/>
                </a:solidFill>
                <a:latin typeface="Cambria" pitchFamily="34" charset="0"/>
                <a:ea typeface="Cambria" pitchFamily="34" charset="-122"/>
                <a:cs typeface="Cambria" pitchFamily="34" charset="-120"/>
              </a:rPr>
              <a:t>Is the theory borne out?</a:t>
            </a:r>
            <a:endParaRPr lang="en-US" sz="1700" dirty="0"/>
          </a:p>
        </p:txBody>
      </p:sp>
      <p:sp>
        <p:nvSpPr>
          <p:cNvPr id="22" name="Text 19"/>
          <p:cNvSpPr txBox="1"/>
          <p:nvPr/>
        </p:nvSpPr>
        <p:spPr>
          <a:xfrm>
            <a:off x="6611112" y="4224528"/>
            <a:ext cx="4709160" cy="777240"/>
          </a:xfrm>
          <a:prstGeom prst="rect">
            <a:avLst/>
          </a:prstGeom>
          <a:noFill/>
          <a:ln/>
        </p:spPr>
        <p:txBody>
          <a:bodyPr wrap="square" lIns="0" tIns="0" rIns="0" bIns="0" rtlCol="0" anchor="ctr"/>
          <a:lstStyle/>
          <a:p>
            <a:pPr indent="0" marL="0">
              <a:lnSpc>
                <a:spcPct val="115000"/>
              </a:lnSpc>
              <a:buNone/>
            </a:pPr>
            <a:r>
              <a:rPr lang="en-US" sz="1300" dirty="0">
                <a:solidFill>
                  <a:srgbClr val="C6D0EC"/>
                </a:solidFill>
                <a:latin typeface="Calibri" pitchFamily="34" charset="0"/>
                <a:ea typeface="Calibri" pitchFamily="34" charset="-122"/>
                <a:cs typeface="Calibri" pitchFamily="34" charset="-120"/>
              </a:rPr>
              <a:t>Is the predicted period-dependence real — classically and under Bayesian estimation?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deck/bg_section.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05840" y="2761488"/>
            <a:ext cx="182880" cy="182880"/>
          </a:xfrm>
          <a:prstGeom prst="ellipse">
            <a:avLst/>
          </a:prstGeom>
          <a:solidFill>
            <a:srgbClr val="E9B949"/>
          </a:solidFill>
          <a:ln/>
        </p:spPr>
      </p:sp>
      <p:sp>
        <p:nvSpPr>
          <p:cNvPr id="4" name="Text 1"/>
          <p:cNvSpPr txBox="1"/>
          <p:nvPr/>
        </p:nvSpPr>
        <p:spPr>
          <a:xfrm>
            <a:off x="1371600" y="2651760"/>
            <a:ext cx="7315200" cy="320040"/>
          </a:xfrm>
          <a:prstGeom prst="rect">
            <a:avLst/>
          </a:prstGeom>
          <a:noFill/>
          <a:ln/>
        </p:spPr>
        <p:txBody>
          <a:bodyPr wrap="square" lIns="0" tIns="0" rIns="0" bIns="0" rtlCol="0" anchor="ctr"/>
          <a:lstStyle/>
          <a:p>
            <a:pPr indent="0" marL="0">
              <a:buNone/>
            </a:pPr>
            <a:r>
              <a:rPr lang="en-US" sz="1250" b="1" spc="250" kern="0" dirty="0">
                <a:solidFill>
                  <a:srgbClr val="E9B949"/>
                </a:solidFill>
                <a:latin typeface="Calibri" pitchFamily="34" charset="0"/>
                <a:ea typeface="Calibri" pitchFamily="34" charset="-122"/>
                <a:cs typeface="Calibri" pitchFamily="34" charset="-120"/>
              </a:rPr>
              <a:t>PART ONE</a:t>
            </a:r>
            <a:endParaRPr lang="en-US" sz="1250" dirty="0"/>
          </a:p>
        </p:txBody>
      </p:sp>
      <p:sp>
        <p:nvSpPr>
          <p:cNvPr id="5" name="Text 2"/>
          <p:cNvSpPr txBox="1"/>
          <p:nvPr/>
        </p:nvSpPr>
        <p:spPr>
          <a:xfrm>
            <a:off x="1005840" y="3063240"/>
            <a:ext cx="10058400" cy="822960"/>
          </a:xfrm>
          <a:prstGeom prst="rect">
            <a:avLst/>
          </a:prstGeom>
          <a:noFill/>
          <a:ln/>
        </p:spPr>
        <p:txBody>
          <a:bodyPr wrap="square" lIns="0" tIns="0" rIns="0" bIns="0" rtlCol="0" anchor="ctr"/>
          <a:lstStyle/>
          <a:p>
            <a:pPr indent="0" marL="0">
              <a:buNone/>
            </a:pPr>
            <a:r>
              <a:rPr lang="en-US" sz="4000" b="1" dirty="0">
                <a:solidFill>
                  <a:srgbClr val="F2F5FF"/>
                </a:solidFill>
                <a:latin typeface="Cambria" pitchFamily="34" charset="0"/>
                <a:ea typeface="Cambria" pitchFamily="34" charset="-122"/>
                <a:cs typeface="Cambria" pitchFamily="34" charset="-120"/>
              </a:rPr>
              <a:t>Building the sample</a:t>
            </a:r>
            <a:endParaRPr lang="en-US" sz="4000" dirty="0"/>
          </a:p>
        </p:txBody>
      </p:sp>
      <p:sp>
        <p:nvSpPr>
          <p:cNvPr id="6" name="Text 3"/>
          <p:cNvSpPr txBox="1"/>
          <p:nvPr/>
        </p:nvSpPr>
        <p:spPr>
          <a:xfrm>
            <a:off x="1005840" y="3931920"/>
            <a:ext cx="8778240" cy="457200"/>
          </a:xfrm>
          <a:prstGeom prst="rect">
            <a:avLst/>
          </a:prstGeom>
          <a:noFill/>
          <a:ln/>
        </p:spPr>
        <p:txBody>
          <a:bodyPr wrap="square" lIns="0" tIns="0" rIns="0" bIns="0" rtlCol="0" anchor="ctr"/>
          <a:lstStyle/>
          <a:p>
            <a:pPr indent="0" marL="0">
              <a:buNone/>
            </a:pPr>
            <a:r>
              <a:rPr lang="en-US" sz="1550" dirty="0">
                <a:solidFill>
                  <a:srgbClr val="7FA8D9"/>
                </a:solidFill>
                <a:latin typeface="Calibri" pitchFamily="34" charset="0"/>
                <a:ea typeface="Calibri" pitchFamily="34" charset="-122"/>
                <a:cs typeface="Calibri" pitchFamily="34" charset="-120"/>
              </a:rPr>
              <a:t>Why most of the archive had to be thrown away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SOURCE</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The data</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548640" y="1627632"/>
            <a:ext cx="6492240" cy="914400"/>
          </a:xfrm>
          <a:prstGeom prst="rect">
            <a:avLst/>
          </a:prstGeom>
          <a:noFill/>
          <a:ln/>
        </p:spPr>
        <p:txBody>
          <a:bodyPr wrap="square" lIns="0" tIns="0" rIns="0" bIns="0" rtlCol="0" anchor="ctr"/>
          <a:lstStyle/>
          <a:p>
            <a:pPr indent="0" marL="0">
              <a:lnSpc>
                <a:spcPct val="125000"/>
              </a:lnSpc>
              <a:buNone/>
            </a:pPr>
            <a:r>
              <a:rPr lang="en-US" sz="1500" dirty="0">
                <a:solidFill>
                  <a:srgbClr val="D7DFF5"/>
                </a:solidFill>
                <a:latin typeface="Calibri" pitchFamily="34" charset="0"/>
                <a:ea typeface="Calibri" pitchFamily="34" charset="-122"/>
                <a:cs typeface="Calibri" pitchFamily="34" charset="-120"/>
              </a:rPr>
              <a:t>NASA Exoplanet Archive — Planetary Systems Composite Parameters (PSCompPars), downloaded 15 July 2026. One row per confirmed planet.</a:t>
            </a:r>
            <a:endParaRPr lang="en-US" sz="1500" dirty="0"/>
          </a:p>
        </p:txBody>
      </p:sp>
      <p:sp>
        <p:nvSpPr>
          <p:cNvPr id="8" name="Shape 5"/>
          <p:cNvSpPr/>
          <p:nvPr/>
        </p:nvSpPr>
        <p:spPr>
          <a:xfrm>
            <a:off x="548640" y="2679192"/>
            <a:ext cx="6492240" cy="2148840"/>
          </a:xfrm>
          <a:prstGeom prst="roundRect">
            <a:avLst>
              <a:gd name="adj" fmla="val 3830"/>
            </a:avLst>
          </a:prstGeom>
          <a:solidFill>
            <a:srgbClr val="40260F">
              <a:alpha val="65000"/>
            </a:srgbClr>
          </a:solidFill>
          <a:ln w="9525">
            <a:solidFill>
              <a:srgbClr val="7A5A22"/>
            </a:solidFill>
            <a:prstDash val="solid"/>
          </a:ln>
        </p:spPr>
      </p:sp>
      <p:sp>
        <p:nvSpPr>
          <p:cNvPr id="9" name="Text 6"/>
          <p:cNvSpPr txBox="1"/>
          <p:nvPr/>
        </p:nvSpPr>
        <p:spPr>
          <a:xfrm>
            <a:off x="868680" y="2907792"/>
            <a:ext cx="5852160" cy="320040"/>
          </a:xfrm>
          <a:prstGeom prst="rect">
            <a:avLst/>
          </a:prstGeom>
          <a:noFill/>
          <a:ln/>
        </p:spPr>
        <p:txBody>
          <a:bodyPr wrap="square" lIns="0" tIns="0" rIns="0" bIns="0" rtlCol="0" anchor="ctr"/>
          <a:lstStyle/>
          <a:p>
            <a:pPr indent="0" marL="0">
              <a:buNone/>
            </a:pPr>
            <a:r>
              <a:rPr lang="en-US" sz="1650" b="1" dirty="0">
                <a:solidFill>
                  <a:srgbClr val="E9B949"/>
                </a:solidFill>
                <a:latin typeface="Cambria" pitchFamily="34" charset="0"/>
                <a:ea typeface="Cambria" pitchFamily="34" charset="-122"/>
                <a:cs typeface="Cambria" pitchFamily="34" charset="-120"/>
              </a:rPr>
              <a:t>A composite catalogue</a:t>
            </a:r>
            <a:endParaRPr lang="en-US" sz="1650" dirty="0"/>
          </a:p>
        </p:txBody>
      </p:sp>
      <p:sp>
        <p:nvSpPr>
          <p:cNvPr id="10" name="Text 7"/>
          <p:cNvSpPr txBox="1"/>
          <p:nvPr/>
        </p:nvSpPr>
        <p:spPr>
          <a:xfrm>
            <a:off x="868680" y="3319272"/>
            <a:ext cx="5852160" cy="1280160"/>
          </a:xfrm>
          <a:prstGeom prst="rect">
            <a:avLst/>
          </a:prstGeom>
          <a:noFill/>
          <a:ln/>
        </p:spPr>
        <p:txBody>
          <a:bodyPr wrap="square" lIns="0" tIns="0" rIns="0" bIns="0" rtlCol="0" anchor="ctr"/>
          <a:lstStyle/>
          <a:p>
            <a:pPr indent="0" marL="0">
              <a:lnSpc>
                <a:spcPct val="120000"/>
              </a:lnSpc>
              <a:buNone/>
            </a:pPr>
            <a:r>
              <a:rPr lang="en-US" sz="1350" dirty="0">
                <a:solidFill>
                  <a:srgbClr val="E4DCC8"/>
                </a:solidFill>
                <a:latin typeface="Calibri" pitchFamily="34" charset="0"/>
                <a:ea typeface="Calibri" pitchFamily="34" charset="-122"/>
                <a:cs typeface="Calibri" pitchFamily="34" charset="-120"/>
              </a:rPr>
              <a:t>Each column is taken from whichever study reported it most completely — so two columns for the same planet may come from different papers and need not be mutually consistent. Maximises coverage, costs internal consistency. This is stated as a limitation in the report.</a:t>
            </a:r>
            <a:endParaRPr lang="en-US" sz="1350" dirty="0"/>
          </a:p>
        </p:txBody>
      </p:sp>
      <p:sp>
        <p:nvSpPr>
          <p:cNvPr id="11" name="Shape 8"/>
          <p:cNvSpPr/>
          <p:nvPr/>
        </p:nvSpPr>
        <p:spPr>
          <a:xfrm>
            <a:off x="7863840" y="1673352"/>
            <a:ext cx="1645920" cy="1645920"/>
          </a:xfrm>
          <a:prstGeom prst="ellipse">
            <a:avLst/>
          </a:prstGeom>
          <a:solidFill>
            <a:srgbClr val="1B2550">
              <a:alpha val="88000"/>
            </a:srgbClr>
          </a:solidFill>
          <a:ln w="15875">
            <a:solidFill>
              <a:srgbClr val="E9B949"/>
            </a:solidFill>
            <a:prstDash val="solid"/>
          </a:ln>
        </p:spPr>
      </p:sp>
      <p:sp>
        <p:nvSpPr>
          <p:cNvPr id="12" name="Text 9"/>
          <p:cNvSpPr txBox="1"/>
          <p:nvPr/>
        </p:nvSpPr>
        <p:spPr>
          <a:xfrm>
            <a:off x="7863840" y="2101291"/>
            <a:ext cx="1645920" cy="691286"/>
          </a:xfrm>
          <a:prstGeom prst="rect">
            <a:avLst/>
          </a:prstGeom>
          <a:noFill/>
          <a:ln/>
        </p:spPr>
        <p:txBody>
          <a:bodyPr wrap="square" lIns="0" tIns="0" rIns="0" bIns="0" rtlCol="0" anchor="ctr"/>
          <a:lstStyle/>
          <a:p>
            <a:pPr algn="ctr" indent="0" marL="0">
              <a:buNone/>
            </a:pPr>
            <a:r>
              <a:rPr lang="en-US" sz="2500" b="1" dirty="0">
                <a:solidFill>
                  <a:srgbClr val="E9B949"/>
                </a:solidFill>
                <a:latin typeface="Cambria" pitchFamily="34" charset="0"/>
                <a:ea typeface="Cambria" pitchFamily="34" charset="-122"/>
                <a:cs typeface="Cambria" pitchFamily="34" charset="-120"/>
              </a:rPr>
              <a:t>6,319</a:t>
            </a:r>
            <a:endParaRPr lang="en-US" sz="2500" dirty="0"/>
          </a:p>
        </p:txBody>
      </p:sp>
      <p:sp>
        <p:nvSpPr>
          <p:cNvPr id="13" name="Text 10"/>
          <p:cNvSpPr txBox="1"/>
          <p:nvPr/>
        </p:nvSpPr>
        <p:spPr>
          <a:xfrm>
            <a:off x="7452360" y="3392424"/>
            <a:ext cx="2468880" cy="502920"/>
          </a:xfrm>
          <a:prstGeom prst="rect">
            <a:avLst/>
          </a:prstGeom>
          <a:noFill/>
          <a:ln/>
        </p:spPr>
        <p:txBody>
          <a:bodyPr wrap="square" lIns="0" tIns="0" rIns="0" bIns="0" rtlCol="0" anchor="ctr"/>
          <a:lstStyle/>
          <a:p>
            <a:pPr algn="ctr" indent="0" marL="0">
              <a:buNone/>
            </a:pPr>
            <a:r>
              <a:rPr lang="en-US" sz="1100" dirty="0">
                <a:solidFill>
                  <a:srgbClr val="9AA8C7"/>
                </a:solidFill>
                <a:latin typeface="Calibri" pitchFamily="34" charset="0"/>
                <a:ea typeface="Calibri" pitchFamily="34" charset="-122"/>
                <a:cs typeface="Calibri" pitchFamily="34" charset="-120"/>
              </a:rPr>
              <a:t>planets in the raw download</a:t>
            </a:r>
            <a:endParaRPr lang="en-US" sz="1100" dirty="0"/>
          </a:p>
        </p:txBody>
      </p:sp>
      <p:sp>
        <p:nvSpPr>
          <p:cNvPr id="14" name="Shape 11"/>
          <p:cNvSpPr/>
          <p:nvPr/>
        </p:nvSpPr>
        <p:spPr>
          <a:xfrm>
            <a:off x="9966960" y="1673352"/>
            <a:ext cx="1645920" cy="1645920"/>
          </a:xfrm>
          <a:prstGeom prst="ellipse">
            <a:avLst/>
          </a:prstGeom>
          <a:solidFill>
            <a:srgbClr val="1B2550">
              <a:alpha val="88000"/>
            </a:srgbClr>
          </a:solidFill>
          <a:ln w="15875">
            <a:solidFill>
              <a:srgbClr val="E9B949"/>
            </a:solidFill>
            <a:prstDash val="solid"/>
          </a:ln>
        </p:spPr>
      </p:sp>
      <p:sp>
        <p:nvSpPr>
          <p:cNvPr id="15" name="Text 12"/>
          <p:cNvSpPr txBox="1"/>
          <p:nvPr/>
        </p:nvSpPr>
        <p:spPr>
          <a:xfrm>
            <a:off x="9966960" y="2101291"/>
            <a:ext cx="1645920" cy="691286"/>
          </a:xfrm>
          <a:prstGeom prst="rect">
            <a:avLst/>
          </a:prstGeom>
          <a:noFill/>
          <a:ln/>
        </p:spPr>
        <p:txBody>
          <a:bodyPr wrap="square" lIns="0" tIns="0" rIns="0" bIns="0" rtlCol="0" anchor="ctr"/>
          <a:lstStyle/>
          <a:p>
            <a:pPr algn="ctr" indent="0" marL="0">
              <a:buNone/>
            </a:pPr>
            <a:r>
              <a:rPr lang="en-US" sz="2500" b="1" dirty="0">
                <a:solidFill>
                  <a:srgbClr val="E9B949"/>
                </a:solidFill>
                <a:latin typeface="Cambria" pitchFamily="34" charset="0"/>
                <a:ea typeface="Cambria" pitchFamily="34" charset="-122"/>
                <a:cs typeface="Cambria" pitchFamily="34" charset="-120"/>
              </a:rPr>
              <a:t>84</a:t>
            </a:r>
            <a:endParaRPr lang="en-US" sz="2500" dirty="0"/>
          </a:p>
        </p:txBody>
      </p:sp>
      <p:sp>
        <p:nvSpPr>
          <p:cNvPr id="16" name="Text 13"/>
          <p:cNvSpPr txBox="1"/>
          <p:nvPr/>
        </p:nvSpPr>
        <p:spPr>
          <a:xfrm>
            <a:off x="9555480" y="3392424"/>
            <a:ext cx="2468880" cy="502920"/>
          </a:xfrm>
          <a:prstGeom prst="rect">
            <a:avLst/>
          </a:prstGeom>
          <a:noFill/>
          <a:ln/>
        </p:spPr>
        <p:txBody>
          <a:bodyPr wrap="square" lIns="0" tIns="0" rIns="0" bIns="0" rtlCol="0" anchor="ctr"/>
          <a:lstStyle/>
          <a:p>
            <a:pPr algn="ctr" indent="0" marL="0">
              <a:buNone/>
            </a:pPr>
            <a:r>
              <a:rPr lang="en-US" sz="1100" dirty="0">
                <a:solidFill>
                  <a:srgbClr val="9AA8C7"/>
                </a:solidFill>
                <a:latin typeface="Calibri" pitchFamily="34" charset="0"/>
                <a:ea typeface="Calibri" pitchFamily="34" charset="-122"/>
                <a:cs typeface="Calibri" pitchFamily="34" charset="-120"/>
              </a:rPr>
              <a:t>parameters per planet</a:t>
            </a:r>
            <a:endParaRPr lang="en-US" sz="1100" dirty="0"/>
          </a:p>
        </p:txBody>
      </p:sp>
      <p:sp>
        <p:nvSpPr>
          <p:cNvPr id="17" name="Shape 14"/>
          <p:cNvSpPr/>
          <p:nvPr/>
        </p:nvSpPr>
        <p:spPr>
          <a:xfrm>
            <a:off x="7635240" y="4078224"/>
            <a:ext cx="4023360" cy="1207008"/>
          </a:xfrm>
          <a:prstGeom prst="roundRect">
            <a:avLst>
              <a:gd name="adj" fmla="val 6818"/>
            </a:avLst>
          </a:prstGeom>
          <a:solidFill>
            <a:srgbClr val="1E2A5E">
              <a:alpha val="92000"/>
            </a:srgbClr>
          </a:solidFill>
          <a:ln w="9525">
            <a:solidFill>
              <a:srgbClr val="2E3A6B"/>
            </a:solidFill>
            <a:prstDash val="solid"/>
          </a:ln>
        </p:spPr>
      </p:sp>
      <p:sp>
        <p:nvSpPr>
          <p:cNvPr id="18" name="Text 15"/>
          <p:cNvSpPr txBox="1"/>
          <p:nvPr/>
        </p:nvSpPr>
        <p:spPr>
          <a:xfrm>
            <a:off x="7955280" y="4242816"/>
            <a:ext cx="1828800" cy="548640"/>
          </a:xfrm>
          <a:prstGeom prst="rect">
            <a:avLst/>
          </a:prstGeom>
          <a:noFill/>
          <a:ln/>
        </p:spPr>
        <p:txBody>
          <a:bodyPr wrap="square" lIns="0" tIns="0" rIns="0" bIns="0" rtlCol="0" anchor="ctr"/>
          <a:lstStyle/>
          <a:p>
            <a:pPr indent="0" marL="0">
              <a:buNone/>
            </a:pPr>
            <a:r>
              <a:rPr lang="en-US" sz="3200" b="1" dirty="0">
                <a:solidFill>
                  <a:srgbClr val="7FA8D9"/>
                </a:solidFill>
                <a:latin typeface="Cambria" pitchFamily="34" charset="0"/>
                <a:ea typeface="Cambria" pitchFamily="34" charset="-122"/>
                <a:cs typeface="Cambria" pitchFamily="34" charset="-120"/>
              </a:rPr>
              <a:t>2,587</a:t>
            </a:r>
            <a:endParaRPr lang="en-US" sz="3200" dirty="0"/>
          </a:p>
        </p:txBody>
      </p:sp>
      <p:sp>
        <p:nvSpPr>
          <p:cNvPr id="19" name="Text 16"/>
          <p:cNvSpPr txBox="1"/>
          <p:nvPr/>
        </p:nvSpPr>
        <p:spPr>
          <a:xfrm>
            <a:off x="9692640" y="4315968"/>
            <a:ext cx="1828800" cy="731520"/>
          </a:xfrm>
          <a:prstGeom prst="rect">
            <a:avLst/>
          </a:prstGeom>
          <a:noFill/>
          <a:ln/>
        </p:spPr>
        <p:txBody>
          <a:bodyPr wrap="square" lIns="0" tIns="0" rIns="0" bIns="0" rtlCol="0" anchor="ctr"/>
          <a:lstStyle/>
          <a:p>
            <a:pPr indent="0" marL="0">
              <a:lnSpc>
                <a:spcPct val="110000"/>
              </a:lnSpc>
              <a:buNone/>
            </a:pPr>
            <a:r>
              <a:rPr lang="en-US" sz="1250" dirty="0">
                <a:solidFill>
                  <a:srgbClr val="9AA8C7"/>
                </a:solidFill>
                <a:latin typeface="Calibri" pitchFamily="34" charset="0"/>
                <a:ea typeface="Calibri" pitchFamily="34" charset="-122"/>
                <a:cs typeface="Calibri" pitchFamily="34" charset="-120"/>
              </a:rPr>
              <a:t>survive quality</a:t>
            </a:r>
            <a:endParaRPr lang="en-US" sz="1250" dirty="0"/>
          </a:p>
          <a:p>
            <a:pPr indent="0" marL="0">
              <a:lnSpc>
                <a:spcPct val="110000"/>
              </a:lnSpc>
              <a:buNone/>
            </a:pPr>
            <a:r>
              <a:rPr lang="en-US" sz="1250" dirty="0">
                <a:solidFill>
                  <a:srgbClr val="9AA8C7"/>
                </a:solidFill>
                <a:latin typeface="Calibri" pitchFamily="34" charset="0"/>
                <a:ea typeface="Calibri" pitchFamily="34" charset="-122"/>
                <a:cs typeface="Calibri" pitchFamily="34" charset="-120"/>
              </a:rPr>
              <a:t>filtering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THE DECISIVE FILTER</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Not every radius was measured</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548640" y="1627632"/>
            <a:ext cx="11064240" cy="731520"/>
          </a:xfrm>
          <a:prstGeom prst="rect">
            <a:avLst/>
          </a:prstGeom>
          <a:noFill/>
          <a:ln/>
        </p:spPr>
        <p:txBody>
          <a:bodyPr wrap="square" lIns="0" tIns="0" rIns="0" bIns="0" rtlCol="0" anchor="ctr"/>
          <a:lstStyle/>
          <a:p>
            <a:pPr indent="0" marL="0">
              <a:lnSpc>
                <a:spcPct val="120000"/>
              </a:lnSpc>
              <a:buNone/>
            </a:pPr>
            <a:r>
              <a:rPr lang="en-US" sz="1500" dirty="0">
                <a:solidFill>
                  <a:srgbClr val="D7DFF5"/>
                </a:solidFill>
                <a:latin typeface="Calibri" pitchFamily="34" charset="0"/>
                <a:ea typeface="Calibri" pitchFamily="34" charset="-122"/>
                <a:cs typeface="Calibri" pitchFamily="34" charset="-120"/>
              </a:rPr>
              <a:t>The archive fills gaps by deriving radius from mass through the Chen &amp; Kipping (2017) mass-radius relation. Those values are a deterministic formula, not an observation.</a:t>
            </a:r>
            <a:endParaRPr lang="en-US" sz="1500" dirty="0"/>
          </a:p>
        </p:txBody>
      </p:sp>
      <p:sp>
        <p:nvSpPr>
          <p:cNvPr id="8" name="Shape 5"/>
          <p:cNvSpPr/>
          <p:nvPr/>
        </p:nvSpPr>
        <p:spPr>
          <a:xfrm>
            <a:off x="548640" y="2542032"/>
            <a:ext cx="2651760" cy="1371600"/>
          </a:xfrm>
          <a:prstGeom prst="roundRect">
            <a:avLst>
              <a:gd name="adj" fmla="val 6000"/>
            </a:avLst>
          </a:prstGeom>
          <a:solidFill>
            <a:srgbClr val="161E45">
              <a:alpha val="78000"/>
            </a:srgbClr>
          </a:solidFill>
          <a:ln w="9525">
            <a:solidFill>
              <a:srgbClr val="2E3A6B"/>
            </a:solidFill>
            <a:prstDash val="solid"/>
          </a:ln>
        </p:spPr>
      </p:sp>
      <p:sp>
        <p:nvSpPr>
          <p:cNvPr id="9" name="Text 6"/>
          <p:cNvSpPr txBox="1"/>
          <p:nvPr/>
        </p:nvSpPr>
        <p:spPr>
          <a:xfrm>
            <a:off x="777240" y="2724912"/>
            <a:ext cx="2194560" cy="502920"/>
          </a:xfrm>
          <a:prstGeom prst="rect">
            <a:avLst/>
          </a:prstGeom>
          <a:noFill/>
          <a:ln/>
        </p:spPr>
        <p:txBody>
          <a:bodyPr wrap="square" lIns="0" tIns="0" rIns="0" bIns="0" rtlCol="0" anchor="ctr"/>
          <a:lstStyle/>
          <a:p>
            <a:pPr indent="0" marL="0">
              <a:buNone/>
            </a:pPr>
            <a:r>
              <a:rPr lang="en-US" sz="2800" b="1" dirty="0">
                <a:solidFill>
                  <a:srgbClr val="E9B949"/>
                </a:solidFill>
                <a:latin typeface="Cambria" pitchFamily="34" charset="0"/>
                <a:ea typeface="Cambria" pitchFamily="34" charset="-122"/>
                <a:cs typeface="Cambria" pitchFamily="34" charset="-120"/>
              </a:rPr>
              <a:t>1,518</a:t>
            </a:r>
            <a:endParaRPr lang="en-US" sz="2800" dirty="0"/>
          </a:p>
        </p:txBody>
      </p:sp>
      <p:sp>
        <p:nvSpPr>
          <p:cNvPr id="10" name="Text 7"/>
          <p:cNvSpPr txBox="1"/>
          <p:nvPr/>
        </p:nvSpPr>
        <p:spPr>
          <a:xfrm>
            <a:off x="777240" y="3255264"/>
            <a:ext cx="2240280" cy="548640"/>
          </a:xfrm>
          <a:prstGeom prst="rect">
            <a:avLst/>
          </a:prstGeom>
          <a:noFill/>
          <a:ln/>
        </p:spPr>
        <p:txBody>
          <a:bodyPr wrap="square" lIns="0" tIns="0" rIns="0" bIns="0" rtlCol="0" anchor="ctr"/>
          <a:lstStyle/>
          <a:p>
            <a:pPr indent="0" marL="0">
              <a:lnSpc>
                <a:spcPct val="110000"/>
              </a:lnSpc>
              <a:buNone/>
            </a:pPr>
            <a:r>
              <a:rPr lang="en-US" sz="1200" dirty="0">
                <a:solidFill>
                  <a:srgbClr val="9AA8C7"/>
                </a:solidFill>
                <a:latin typeface="Calibri" pitchFamily="34" charset="0"/>
                <a:ea typeface="Calibri" pitchFamily="34" charset="-122"/>
                <a:cs typeface="Calibri" pitchFamily="34" charset="-120"/>
              </a:rPr>
              <a:t>planets (24%) carry a calculated radius</a:t>
            </a:r>
            <a:endParaRPr lang="en-US" sz="1200" dirty="0"/>
          </a:p>
        </p:txBody>
      </p:sp>
      <p:sp>
        <p:nvSpPr>
          <p:cNvPr id="11" name="Shape 8"/>
          <p:cNvSpPr/>
          <p:nvPr/>
        </p:nvSpPr>
        <p:spPr>
          <a:xfrm>
            <a:off x="3429000" y="2542032"/>
            <a:ext cx="2651760" cy="1371600"/>
          </a:xfrm>
          <a:prstGeom prst="roundRect">
            <a:avLst>
              <a:gd name="adj" fmla="val 6000"/>
            </a:avLst>
          </a:prstGeom>
          <a:solidFill>
            <a:srgbClr val="161E45">
              <a:alpha val="78000"/>
            </a:srgbClr>
          </a:solidFill>
          <a:ln w="9525">
            <a:solidFill>
              <a:srgbClr val="2E3A6B"/>
            </a:solidFill>
            <a:prstDash val="solid"/>
          </a:ln>
        </p:spPr>
      </p:sp>
      <p:sp>
        <p:nvSpPr>
          <p:cNvPr id="12" name="Text 9"/>
          <p:cNvSpPr txBox="1"/>
          <p:nvPr/>
        </p:nvSpPr>
        <p:spPr>
          <a:xfrm>
            <a:off x="3657600" y="2724912"/>
            <a:ext cx="2194560" cy="502920"/>
          </a:xfrm>
          <a:prstGeom prst="rect">
            <a:avLst/>
          </a:prstGeom>
          <a:noFill/>
          <a:ln/>
        </p:spPr>
        <p:txBody>
          <a:bodyPr wrap="square" lIns="0" tIns="0" rIns="0" bIns="0" rtlCol="0" anchor="ctr"/>
          <a:lstStyle/>
          <a:p>
            <a:pPr indent="0" marL="0">
              <a:buNone/>
            </a:pPr>
            <a:r>
              <a:rPr lang="en-US" sz="2800" b="1" dirty="0">
                <a:solidFill>
                  <a:srgbClr val="7FA8D9"/>
                </a:solidFill>
                <a:latin typeface="Cambria" pitchFamily="34" charset="0"/>
                <a:ea typeface="Cambria" pitchFamily="34" charset="-122"/>
                <a:cs typeface="Cambria" pitchFamily="34" charset="-120"/>
              </a:rPr>
              <a:t>94.6%</a:t>
            </a:r>
            <a:endParaRPr lang="en-US" sz="2800" dirty="0"/>
          </a:p>
        </p:txBody>
      </p:sp>
      <p:sp>
        <p:nvSpPr>
          <p:cNvPr id="13" name="Text 10"/>
          <p:cNvSpPr txBox="1"/>
          <p:nvPr/>
        </p:nvSpPr>
        <p:spPr>
          <a:xfrm>
            <a:off x="3657600" y="3255264"/>
            <a:ext cx="2240280" cy="548640"/>
          </a:xfrm>
          <a:prstGeom prst="rect">
            <a:avLst/>
          </a:prstGeom>
          <a:noFill/>
          <a:ln/>
        </p:spPr>
        <p:txBody>
          <a:bodyPr wrap="square" lIns="0" tIns="0" rIns="0" bIns="0" rtlCol="0" anchor="ctr"/>
          <a:lstStyle/>
          <a:p>
            <a:pPr indent="0" marL="0">
              <a:lnSpc>
                <a:spcPct val="110000"/>
              </a:lnSpc>
              <a:buNone/>
            </a:pPr>
            <a:r>
              <a:rPr lang="en-US" sz="1200" dirty="0">
                <a:solidFill>
                  <a:srgbClr val="9AA8C7"/>
                </a:solidFill>
                <a:latin typeface="Calibri" pitchFamily="34" charset="0"/>
                <a:ea typeface="Calibri" pitchFamily="34" charset="-122"/>
                <a:cs typeface="Calibri" pitchFamily="34" charset="-120"/>
              </a:rPr>
              <a:t>of RV-derived (Msini) masses carry one</a:t>
            </a:r>
            <a:endParaRPr lang="en-US" sz="1200" dirty="0"/>
          </a:p>
        </p:txBody>
      </p:sp>
      <p:sp>
        <p:nvSpPr>
          <p:cNvPr id="14" name="Shape 11"/>
          <p:cNvSpPr/>
          <p:nvPr/>
        </p:nvSpPr>
        <p:spPr>
          <a:xfrm>
            <a:off x="6446520" y="2542032"/>
            <a:ext cx="5166360" cy="2487168"/>
          </a:xfrm>
          <a:prstGeom prst="roundRect">
            <a:avLst>
              <a:gd name="adj" fmla="val 3309"/>
            </a:avLst>
          </a:prstGeom>
          <a:solidFill>
            <a:srgbClr val="1E2A5E">
              <a:alpha val="92000"/>
            </a:srgbClr>
          </a:solidFill>
          <a:ln w="9525">
            <a:solidFill>
              <a:srgbClr val="2E3A6B"/>
            </a:solidFill>
            <a:prstDash val="solid"/>
          </a:ln>
        </p:spPr>
      </p:sp>
      <p:sp>
        <p:nvSpPr>
          <p:cNvPr id="15" name="Text 12"/>
          <p:cNvSpPr txBox="1"/>
          <p:nvPr/>
        </p:nvSpPr>
        <p:spPr>
          <a:xfrm>
            <a:off x="6766560" y="2770632"/>
            <a:ext cx="4572000" cy="365760"/>
          </a:xfrm>
          <a:prstGeom prst="rect">
            <a:avLst/>
          </a:prstGeom>
          <a:noFill/>
          <a:ln/>
        </p:spPr>
        <p:txBody>
          <a:bodyPr wrap="square" lIns="0" tIns="0" rIns="0" bIns="0" rtlCol="0" anchor="ctr"/>
          <a:lstStyle/>
          <a:p>
            <a:pPr indent="0" marL="0">
              <a:buNone/>
            </a:pPr>
            <a:r>
              <a:rPr lang="en-US" sz="1650" b="1" dirty="0">
                <a:solidFill>
                  <a:srgbClr val="E9B949"/>
                </a:solidFill>
                <a:latin typeface="Cambria" pitchFamily="34" charset="0"/>
                <a:ea typeface="Cambria" pitchFamily="34" charset="-122"/>
                <a:cs typeface="Cambria" pitchFamily="34" charset="-120"/>
              </a:rPr>
              <a:t>Why this matters more than any other cut</a:t>
            </a:r>
            <a:endParaRPr lang="en-US" sz="1650" dirty="0"/>
          </a:p>
        </p:txBody>
      </p:sp>
      <p:sp>
        <p:nvSpPr>
          <p:cNvPr id="16" name="Text 13"/>
          <p:cNvSpPr txBox="1"/>
          <p:nvPr/>
        </p:nvSpPr>
        <p:spPr>
          <a:xfrm>
            <a:off x="6766560" y="3227832"/>
            <a:ext cx="4572000" cy="1645920"/>
          </a:xfrm>
          <a:prstGeom prst="rect">
            <a:avLst/>
          </a:prstGeom>
          <a:noFill/>
          <a:ln/>
        </p:spPr>
        <p:txBody>
          <a:bodyPr wrap="square" lIns="0" tIns="0" rIns="0" bIns="0" rtlCol="0" anchor="ctr"/>
          <a:lstStyle/>
          <a:p>
            <a:pPr indent="0" marL="0">
              <a:lnSpc>
                <a:spcPct val="125000"/>
              </a:lnSpc>
              <a:buNone/>
            </a:pPr>
            <a:r>
              <a:rPr lang="en-US" sz="1350" dirty="0">
                <a:solidFill>
                  <a:srgbClr val="D7DFF5"/>
                </a:solidFill>
                <a:latin typeface="Calibri" pitchFamily="34" charset="0"/>
                <a:ea typeface="Calibri" pitchFamily="34" charset="-122"/>
                <a:cs typeface="Calibri" pitchFamily="34" charset="-120"/>
              </a:rPr>
              <a:t>A deterministic relation cannot, by construction, reproduce fine structure in a distribution. Leaving those 1,518 planets in would have smoothed away the very feature the project set out to detect — the analysis would have been guaranteed to find nothing.</a:t>
            </a:r>
            <a:endParaRPr lang="en-US" sz="1350" dirty="0"/>
          </a:p>
        </p:txBody>
      </p:sp>
      <p:sp>
        <p:nvSpPr>
          <p:cNvPr id="17" name="Text 14"/>
          <p:cNvSpPr txBox="1"/>
          <p:nvPr/>
        </p:nvSpPr>
        <p:spPr>
          <a:xfrm>
            <a:off x="548640" y="4142232"/>
            <a:ext cx="5577840" cy="868680"/>
          </a:xfrm>
          <a:prstGeom prst="rect">
            <a:avLst/>
          </a:prstGeom>
          <a:noFill/>
          <a:ln/>
        </p:spPr>
        <p:txBody>
          <a:bodyPr wrap="square" lIns="0" tIns="0" rIns="0" bIns="0" rtlCol="0" anchor="ctr"/>
          <a:lstStyle/>
          <a:p>
            <a:pPr indent="0" marL="0">
              <a:lnSpc>
                <a:spcPct val="120000"/>
              </a:lnSpc>
              <a:buNone/>
            </a:pPr>
            <a:r>
              <a:rPr lang="en-US" sz="1300" i="1" dirty="0">
                <a:solidFill>
                  <a:srgbClr val="9AA8C7"/>
                </a:solidFill>
                <a:latin typeface="Calibri" pitchFamily="34" charset="0"/>
                <a:ea typeface="Calibri" pitchFamily="34" charset="-122"/>
                <a:cs typeface="Calibri" pitchFamily="34" charset="-120"/>
              </a:rPr>
              <a:t>Verified visually: calculated radii fall exactly on a smooth piecewise curve in the mass-radius plane, while measured radii scatter around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FILTERING</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From 6,319 to 2,587</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8</a:t>
            </a:r>
            <a:endParaRPr lang="en-US" sz="1000" dirty="0"/>
          </a:p>
        </p:txBody>
      </p:sp>
      <p:graphicFrame>
        <p:nvGraphicFramePr>
          <p:cNvPr id="7" name="Chart 0" descr=""/>
          <p:cNvGraphicFramePr/>
          <p:nvPr/>
        </p:nvGraphicFramePr>
        <p:xfrm>
          <a:off x="502920" y="1581912"/>
          <a:ext cx="6858000" cy="37947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635240" y="1673352"/>
            <a:ext cx="4023360" cy="3611880"/>
          </a:xfrm>
          <a:prstGeom prst="roundRect">
            <a:avLst>
              <a:gd name="adj" fmla="val 2278"/>
            </a:avLst>
          </a:prstGeom>
          <a:solidFill>
            <a:srgbClr val="161E45">
              <a:alpha val="78000"/>
            </a:srgbClr>
          </a:solidFill>
          <a:ln w="9525">
            <a:solidFill>
              <a:srgbClr val="2E3A6B"/>
            </a:solidFill>
            <a:prstDash val="solid"/>
          </a:ln>
        </p:spPr>
      </p:sp>
      <p:sp>
        <p:nvSpPr>
          <p:cNvPr id="9" name="Text 5"/>
          <p:cNvSpPr txBox="1"/>
          <p:nvPr/>
        </p:nvSpPr>
        <p:spPr>
          <a:xfrm>
            <a:off x="7955280" y="1901952"/>
            <a:ext cx="3474720" cy="320040"/>
          </a:xfrm>
          <a:prstGeom prst="rect">
            <a:avLst/>
          </a:prstGeom>
          <a:noFill/>
          <a:ln/>
        </p:spPr>
        <p:txBody>
          <a:bodyPr wrap="square" lIns="0" tIns="0" rIns="0" bIns="0" rtlCol="0" anchor="ctr"/>
          <a:lstStyle/>
          <a:p>
            <a:pPr indent="0" marL="0">
              <a:buNone/>
            </a:pPr>
            <a:r>
              <a:rPr lang="en-US" sz="1650" b="1" dirty="0">
                <a:solidFill>
                  <a:srgbClr val="E9B949"/>
                </a:solidFill>
                <a:latin typeface="Cambria" pitchFamily="34" charset="0"/>
                <a:ea typeface="Cambria" pitchFamily="34" charset="-122"/>
                <a:cs typeface="Cambria" pitchFamily="34" charset="-120"/>
              </a:rPr>
              <a:t>Each cut has a reason</a:t>
            </a:r>
            <a:endParaRPr lang="en-US" sz="1650" dirty="0"/>
          </a:p>
        </p:txBody>
      </p:sp>
      <p:sp>
        <p:nvSpPr>
          <p:cNvPr id="10" name="Text 6"/>
          <p:cNvSpPr txBox="1"/>
          <p:nvPr/>
        </p:nvSpPr>
        <p:spPr>
          <a:xfrm>
            <a:off x="7955280" y="2340864"/>
            <a:ext cx="3474720" cy="28346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250" dirty="0">
                <a:solidFill>
                  <a:srgbClr val="D7DFF5"/>
                </a:solidFill>
                <a:latin typeface="Calibri" pitchFamily="34" charset="0"/>
                <a:ea typeface="Calibri" pitchFamily="34" charset="-122"/>
                <a:cs typeface="Calibri" pitchFamily="34" charset="-120"/>
              </a:rPr>
              <a:t>Steps 1-2 remove unusable or disputed entries</a:t>
            </a:r>
            <a:endParaRPr lang="en-US" sz="1250" dirty="0"/>
          </a:p>
          <a:p>
            <a:pPr marL="342900" indent="-342900">
              <a:lnSpc>
                <a:spcPct val="115000"/>
              </a:lnSpc>
              <a:spcAft>
                <a:spcPts val="1000"/>
              </a:spcAft>
              <a:buSzPct val="100000"/>
              <a:buChar char="•"/>
            </a:pPr>
            <a:r>
              <a:rPr lang="en-US" sz="1250" dirty="0">
                <a:solidFill>
                  <a:srgbClr val="D7DFF5"/>
                </a:solidFill>
                <a:latin typeface="Calibri" pitchFamily="34" charset="0"/>
                <a:ea typeface="Calibri" pitchFamily="34" charset="-122"/>
                <a:cs typeface="Calibri" pitchFamily="34" charset="-120"/>
              </a:rPr>
              <a:t>Step 3 removes model-derived radii — the biggest single cut at 1,166</a:t>
            </a:r>
            <a:endParaRPr lang="en-US" sz="1250" dirty="0"/>
          </a:p>
          <a:p>
            <a:pPr marL="342900" indent="-342900">
              <a:lnSpc>
                <a:spcPct val="115000"/>
              </a:lnSpc>
              <a:spcAft>
                <a:spcPts val="1000"/>
              </a:spcAft>
              <a:buSzPct val="100000"/>
              <a:buChar char="•"/>
            </a:pPr>
            <a:r>
              <a:rPr lang="en-US" sz="1250" dirty="0">
                <a:solidFill>
                  <a:srgbClr val="D7DFF5"/>
                </a:solidFill>
                <a:latin typeface="Calibri" pitchFamily="34" charset="0"/>
                <a:ea typeface="Calibri" pitchFamily="34" charset="-122"/>
                <a:cs typeface="Calibri" pitchFamily="34" charset="-120"/>
              </a:rPr>
              <a:t>Steps 4-5 drop upper/lower limits, which are not point measurements</a:t>
            </a:r>
            <a:endParaRPr lang="en-US" sz="1250" dirty="0"/>
          </a:p>
          <a:p>
            <a:pPr marL="342900" indent="-342900">
              <a:lnSpc>
                <a:spcPct val="115000"/>
              </a:lnSpc>
              <a:spcAft>
                <a:spcPts val="1000"/>
              </a:spcAft>
              <a:buSzPct val="100000"/>
              <a:buChar char="•"/>
            </a:pPr>
            <a:r>
              <a:rPr lang="en-US" sz="1250" dirty="0">
                <a:solidFill>
                  <a:srgbClr val="D7DFF5"/>
                </a:solidFill>
                <a:latin typeface="Calibri" pitchFamily="34" charset="0"/>
                <a:ea typeface="Calibri" pitchFamily="34" charset="-122"/>
                <a:cs typeface="Calibri" pitchFamily="34" charset="-120"/>
              </a:rPr>
              <a:t>Step 6 restricts to the 0.5-4 R range where the gap is expected</a:t>
            </a:r>
            <a:endParaRPr lang="en-US" sz="1250" dirty="0"/>
          </a:p>
          <a:p>
            <a:pPr marL="342900" indent="-342900">
              <a:lnSpc>
                <a:spcPct val="115000"/>
              </a:lnSpc>
              <a:spcAft>
                <a:spcPts val="1000"/>
              </a:spcAft>
              <a:buSzPct val="100000"/>
              <a:buChar char="•"/>
            </a:pPr>
            <a:r>
              <a:rPr lang="en-US" sz="1250" dirty="0">
                <a:solidFill>
                  <a:srgbClr val="D7DFF5"/>
                </a:solidFill>
                <a:latin typeface="Calibri" pitchFamily="34" charset="0"/>
                <a:ea typeface="Calibri" pitchFamily="34" charset="-122"/>
                <a:cs typeface="Calibri" pitchFamily="34" charset="-120"/>
              </a:rPr>
              <a:t>Step 7 drops planets whose radius error is wide enough to smear a 0.3-0.5 R feature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THE ANALYSIS SAMPLE</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2,587 planets, in one picture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9</a:t>
            </a:r>
            <a:endParaRPr lang="en-US" sz="1000" dirty="0"/>
          </a:p>
        </p:txBody>
      </p:sp>
      <p:graphicFrame>
        <p:nvGraphicFramePr>
          <p:cNvPr id="7" name="Chart 0" descr=""/>
          <p:cNvGraphicFramePr/>
          <p:nvPr/>
        </p:nvGraphicFramePr>
        <p:xfrm>
          <a:off x="457200" y="1581912"/>
          <a:ext cx="7589520" cy="37490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6309360" y="3182112"/>
            <a:ext cx="1645920" cy="274320"/>
          </a:xfrm>
          <a:prstGeom prst="rect">
            <a:avLst/>
          </a:prstGeom>
          <a:noFill/>
          <a:ln/>
        </p:spPr>
        <p:txBody>
          <a:bodyPr wrap="square" lIns="0" tIns="0" rIns="0" bIns="0" rtlCol="0" anchor="ctr"/>
          <a:lstStyle/>
          <a:p>
            <a:pPr algn="r" indent="0" marL="0">
              <a:buNone/>
            </a:pPr>
            <a:r>
              <a:rPr lang="en-US" sz="1150" b="1" dirty="0">
                <a:solidFill>
                  <a:srgbClr val="E9B949"/>
                </a:solidFill>
                <a:latin typeface="Calibri" pitchFamily="34" charset="0"/>
                <a:ea typeface="Calibri" pitchFamily="34" charset="-122"/>
                <a:cs typeface="Calibri" pitchFamily="34" charset="-120"/>
              </a:rPr>
              <a:t>gap — 1.76 R⊕</a:t>
            </a:r>
            <a:endParaRPr lang="en-US" sz="1150" dirty="0"/>
          </a:p>
        </p:txBody>
      </p:sp>
      <p:sp>
        <p:nvSpPr>
          <p:cNvPr id="9" name="Text 5"/>
          <p:cNvSpPr txBox="1"/>
          <p:nvPr/>
        </p:nvSpPr>
        <p:spPr>
          <a:xfrm>
            <a:off x="566928" y="2011680"/>
            <a:ext cx="2011680" cy="274320"/>
          </a:xfrm>
          <a:prstGeom prst="rect">
            <a:avLst/>
          </a:prstGeom>
          <a:noFill/>
          <a:ln/>
        </p:spPr>
        <p:txBody>
          <a:bodyPr wrap="square" lIns="0" tIns="0" rIns="0" bIns="0" rtlCol="0" anchor="ctr"/>
          <a:lstStyle/>
          <a:p>
            <a:pPr indent="0" marL="0">
              <a:buNone/>
            </a:pPr>
            <a:r>
              <a:rPr lang="en-US" sz="1050" i="1" dirty="0">
                <a:solidFill>
                  <a:srgbClr val="9AA8C7"/>
                </a:solidFill>
                <a:latin typeface="Calibri" pitchFamily="34" charset="0"/>
                <a:ea typeface="Calibri" pitchFamily="34" charset="-122"/>
                <a:cs typeface="Calibri" pitchFamily="34" charset="-120"/>
              </a:rPr>
              <a:t>radius increases upward</a:t>
            </a:r>
            <a:endParaRPr lang="en-US" sz="1050" dirty="0"/>
          </a:p>
        </p:txBody>
      </p:sp>
      <p:graphicFrame>
        <p:nvGraphicFramePr>
          <p:cNvPr id="10" name="Chart 1" descr=""/>
          <p:cNvGraphicFramePr/>
          <p:nvPr/>
        </p:nvGraphicFramePr>
        <p:xfrm>
          <a:off x="8229600" y="1581912"/>
          <a:ext cx="3520440" cy="2057400"/>
        </p:xfrm>
        <a:graphic xmlns:a="http://schemas.openxmlformats.org/drawingml/2006/main">
          <a:graphicData uri="http://schemas.openxmlformats.org/drawingml/2006/chart">
            <c:chart xmlns:c="http://schemas.openxmlformats.org/drawingml/2006/chart" r:id="rId3"/>
          </a:graphicData>
        </a:graphic>
      </p:graphicFrame>
      <p:sp>
        <p:nvSpPr>
          <p:cNvPr id="11" name="Text 6"/>
          <p:cNvSpPr txBox="1"/>
          <p:nvPr/>
        </p:nvSpPr>
        <p:spPr>
          <a:xfrm>
            <a:off x="8229600" y="3712464"/>
            <a:ext cx="3520440" cy="365760"/>
          </a:xfrm>
          <a:prstGeom prst="rect">
            <a:avLst/>
          </a:prstGeom>
          <a:noFill/>
          <a:ln/>
        </p:spPr>
        <p:txBody>
          <a:bodyPr wrap="square" lIns="0" tIns="0" rIns="0" bIns="0" rtlCol="0" anchor="ctr"/>
          <a:lstStyle/>
          <a:p>
            <a:pPr algn="ctr" indent="0" marL="0">
              <a:buNone/>
            </a:pPr>
            <a:r>
              <a:rPr lang="en-US" sz="1600" b="1" dirty="0">
                <a:solidFill>
                  <a:srgbClr val="F2F5FF"/>
                </a:solidFill>
                <a:latin typeface="Cambria" pitchFamily="34" charset="0"/>
                <a:ea typeface="Cambria" pitchFamily="34" charset="-122"/>
                <a:cs typeface="Cambria" pitchFamily="34" charset="-120"/>
              </a:rPr>
              <a:t>60.7% / 39.3%</a:t>
            </a:r>
            <a:endParaRPr lang="en-US" sz="1600" dirty="0"/>
          </a:p>
        </p:txBody>
      </p:sp>
      <p:sp>
        <p:nvSpPr>
          <p:cNvPr id="12" name="Text 7"/>
          <p:cNvSpPr txBox="1"/>
          <p:nvPr/>
        </p:nvSpPr>
        <p:spPr>
          <a:xfrm>
            <a:off x="8229600" y="4059936"/>
            <a:ext cx="3520440" cy="320040"/>
          </a:xfrm>
          <a:prstGeom prst="rect">
            <a:avLst/>
          </a:prstGeom>
          <a:noFill/>
          <a:ln/>
        </p:spPr>
        <p:txBody>
          <a:bodyPr wrap="square" lIns="0" tIns="0" rIns="0" bIns="0" rtlCol="0" anchor="ctr"/>
          <a:lstStyle/>
          <a:p>
            <a:pPr algn="ctr" indent="0" marL="0">
              <a:buNone/>
            </a:pPr>
            <a:r>
              <a:rPr lang="en-US" sz="1150" dirty="0">
                <a:solidFill>
                  <a:srgbClr val="9AA8C7"/>
                </a:solidFill>
                <a:latin typeface="Calibri" pitchFamily="34" charset="0"/>
                <a:ea typeface="Calibri" pitchFamily="34" charset="-122"/>
                <a:cs typeface="Calibri" pitchFamily="34" charset="-120"/>
              </a:rPr>
              <a:t>above / below the 1.76 R line</a:t>
            </a:r>
            <a:endParaRPr lang="en-US" sz="1150" dirty="0"/>
          </a:p>
        </p:txBody>
      </p:sp>
      <p:sp>
        <p:nvSpPr>
          <p:cNvPr id="13" name="Shape 8"/>
          <p:cNvSpPr/>
          <p:nvPr/>
        </p:nvSpPr>
        <p:spPr>
          <a:xfrm>
            <a:off x="8229600" y="4480560"/>
            <a:ext cx="3520440" cy="841248"/>
          </a:xfrm>
          <a:prstGeom prst="roundRect">
            <a:avLst>
              <a:gd name="adj" fmla="val 9783"/>
            </a:avLst>
          </a:prstGeom>
          <a:solidFill>
            <a:srgbClr val="161E45">
              <a:alpha val="78000"/>
            </a:srgbClr>
          </a:solidFill>
          <a:ln w="9525">
            <a:solidFill>
              <a:srgbClr val="2E3A6B"/>
            </a:solidFill>
            <a:prstDash val="solid"/>
          </a:ln>
        </p:spPr>
      </p:sp>
      <p:sp>
        <p:nvSpPr>
          <p:cNvPr id="14" name="Text 9"/>
          <p:cNvSpPr txBox="1"/>
          <p:nvPr/>
        </p:nvSpPr>
        <p:spPr>
          <a:xfrm>
            <a:off x="8485632" y="4636008"/>
            <a:ext cx="3035808" cy="603504"/>
          </a:xfrm>
          <a:prstGeom prst="rect">
            <a:avLst/>
          </a:prstGeom>
          <a:noFill/>
          <a:ln/>
        </p:spPr>
        <p:txBody>
          <a:bodyPr wrap="square" lIns="0" tIns="0" rIns="0" bIns="0" rtlCol="0" anchor="ctr"/>
          <a:lstStyle/>
          <a:p>
            <a:pPr indent="0" marL="0">
              <a:lnSpc>
                <a:spcPct val="112000"/>
              </a:lnSpc>
              <a:buNone/>
            </a:pPr>
            <a:r>
              <a:rPr lang="en-US" sz="1150" dirty="0">
                <a:solidFill>
                  <a:srgbClr val="C6D0EC"/>
                </a:solidFill>
                <a:latin typeface="Calibri" pitchFamily="34" charset="0"/>
                <a:ea typeface="Calibri" pitchFamily="34" charset="-122"/>
                <a:cs typeface="Calibri" pitchFamily="34" charset="-120"/>
              </a:rPr>
              <a:t>Watch the lower edge of the cloud lift as period grows - we come back to that in the limitations.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deck/bg_section.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05840" y="2761488"/>
            <a:ext cx="182880" cy="182880"/>
          </a:xfrm>
          <a:prstGeom prst="ellipse">
            <a:avLst/>
          </a:prstGeom>
          <a:solidFill>
            <a:srgbClr val="E9B949"/>
          </a:solidFill>
          <a:ln/>
        </p:spPr>
      </p:sp>
      <p:sp>
        <p:nvSpPr>
          <p:cNvPr id="4" name="Text 1"/>
          <p:cNvSpPr txBox="1"/>
          <p:nvPr/>
        </p:nvSpPr>
        <p:spPr>
          <a:xfrm>
            <a:off x="1371600" y="2651760"/>
            <a:ext cx="7315200" cy="320040"/>
          </a:xfrm>
          <a:prstGeom prst="rect">
            <a:avLst/>
          </a:prstGeom>
          <a:noFill/>
          <a:ln/>
        </p:spPr>
        <p:txBody>
          <a:bodyPr wrap="square" lIns="0" tIns="0" rIns="0" bIns="0" rtlCol="0" anchor="ctr"/>
          <a:lstStyle/>
          <a:p>
            <a:pPr indent="0" marL="0">
              <a:buNone/>
            </a:pPr>
            <a:r>
              <a:rPr lang="en-US" sz="1250" b="1" spc="250" kern="0" dirty="0">
                <a:solidFill>
                  <a:srgbClr val="E9B949"/>
                </a:solidFill>
                <a:latin typeface="Calibri" pitchFamily="34" charset="0"/>
                <a:ea typeface="Calibri" pitchFamily="34" charset="-122"/>
                <a:cs typeface="Calibri" pitchFamily="34" charset="-120"/>
              </a:rPr>
              <a:t>PART TWO</a:t>
            </a:r>
            <a:endParaRPr lang="en-US" sz="1250" dirty="0"/>
          </a:p>
        </p:txBody>
      </p:sp>
      <p:sp>
        <p:nvSpPr>
          <p:cNvPr id="5" name="Text 2"/>
          <p:cNvSpPr txBox="1"/>
          <p:nvPr/>
        </p:nvSpPr>
        <p:spPr>
          <a:xfrm>
            <a:off x="1005840" y="3063240"/>
            <a:ext cx="10058400" cy="822960"/>
          </a:xfrm>
          <a:prstGeom prst="rect">
            <a:avLst/>
          </a:prstGeom>
          <a:noFill/>
          <a:ln/>
        </p:spPr>
        <p:txBody>
          <a:bodyPr wrap="square" lIns="0" tIns="0" rIns="0" bIns="0" rtlCol="0" anchor="ctr"/>
          <a:lstStyle/>
          <a:p>
            <a:pPr indent="0" marL="0">
              <a:buNone/>
            </a:pPr>
            <a:r>
              <a:rPr lang="en-US" sz="4000" b="1" dirty="0">
                <a:solidFill>
                  <a:srgbClr val="F2F5FF"/>
                </a:solidFill>
                <a:latin typeface="Cambria" pitchFamily="34" charset="0"/>
                <a:ea typeface="Cambria" pitchFamily="34" charset="-122"/>
                <a:cs typeface="Cambria" pitchFamily="34" charset="-120"/>
              </a:rPr>
              <a:t>Is the gap really there?</a:t>
            </a:r>
            <a:endParaRPr lang="en-US" sz="4000" dirty="0"/>
          </a:p>
        </p:txBody>
      </p:sp>
      <p:sp>
        <p:nvSpPr>
          <p:cNvPr id="6" name="Text 3"/>
          <p:cNvSpPr txBox="1"/>
          <p:nvPr/>
        </p:nvSpPr>
        <p:spPr>
          <a:xfrm>
            <a:off x="1005840" y="3931920"/>
            <a:ext cx="8778240" cy="457200"/>
          </a:xfrm>
          <a:prstGeom prst="rect">
            <a:avLst/>
          </a:prstGeom>
          <a:noFill/>
          <a:ln/>
        </p:spPr>
        <p:txBody>
          <a:bodyPr wrap="square" lIns="0" tIns="0" rIns="0" bIns="0" rtlCol="0" anchor="ctr"/>
          <a:lstStyle/>
          <a:p>
            <a:pPr indent="0" marL="0">
              <a:buNone/>
            </a:pPr>
            <a:r>
              <a:rPr lang="en-US" sz="1550" dirty="0">
                <a:solidFill>
                  <a:srgbClr val="7FA8D9"/>
                </a:solidFill>
                <a:latin typeface="Calibri" pitchFamily="34" charset="0"/>
                <a:ea typeface="Calibri" pitchFamily="34" charset="-122"/>
                <a:cs typeface="Calibri" pitchFamily="34" charset="-120"/>
              </a:rPr>
              <a:t>Where model comparison, density estimation and formal tests disagree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QUESTION 1</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Two populations, or one?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11</a:t>
            </a:r>
            <a:endParaRPr lang="en-US" sz="1000" dirty="0"/>
          </a:p>
        </p:txBody>
      </p:sp>
      <p:graphicFrame>
        <p:nvGraphicFramePr>
          <p:cNvPr id="7" name="Chart 0" descr=""/>
          <p:cNvGraphicFramePr/>
          <p:nvPr/>
        </p:nvGraphicFramePr>
        <p:xfrm>
          <a:off x="502920" y="1627632"/>
          <a:ext cx="6675120" cy="34747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452360" y="1673352"/>
            <a:ext cx="4206240" cy="3291840"/>
          </a:xfrm>
          <a:prstGeom prst="roundRect">
            <a:avLst>
              <a:gd name="adj" fmla="val 2500"/>
            </a:avLst>
          </a:prstGeom>
          <a:solidFill>
            <a:srgbClr val="161E45">
              <a:alpha val="78000"/>
            </a:srgbClr>
          </a:solidFill>
          <a:ln w="9525">
            <a:solidFill>
              <a:srgbClr val="2E3A6B"/>
            </a:solidFill>
            <a:prstDash val="solid"/>
          </a:ln>
        </p:spPr>
      </p:sp>
      <p:sp>
        <p:nvSpPr>
          <p:cNvPr id="9" name="Text 5"/>
          <p:cNvSpPr txBox="1"/>
          <p:nvPr/>
        </p:nvSpPr>
        <p:spPr>
          <a:xfrm>
            <a:off x="7772400" y="1901952"/>
            <a:ext cx="3657600" cy="320040"/>
          </a:xfrm>
          <a:prstGeom prst="rect">
            <a:avLst/>
          </a:prstGeom>
          <a:noFill/>
          <a:ln/>
        </p:spPr>
        <p:txBody>
          <a:bodyPr wrap="square" lIns="0" tIns="0" rIns="0" bIns="0" rtlCol="0" anchor="ctr"/>
          <a:lstStyle/>
          <a:p>
            <a:pPr indent="0" marL="0">
              <a:buNone/>
            </a:pPr>
            <a:r>
              <a:rPr lang="en-US" sz="1650" b="1" dirty="0">
                <a:solidFill>
                  <a:srgbClr val="E9B949"/>
                </a:solidFill>
                <a:latin typeface="Cambria" pitchFamily="34" charset="0"/>
                <a:ea typeface="Cambria" pitchFamily="34" charset="-122"/>
                <a:cs typeface="Cambria" pitchFamily="34" charset="-120"/>
              </a:rPr>
              <a:t>Lower is better</a:t>
            </a:r>
            <a:endParaRPr lang="en-US" sz="1650" dirty="0"/>
          </a:p>
        </p:txBody>
      </p:sp>
      <p:sp>
        <p:nvSpPr>
          <p:cNvPr id="10" name="Text 6"/>
          <p:cNvSpPr txBox="1"/>
          <p:nvPr/>
        </p:nvSpPr>
        <p:spPr>
          <a:xfrm>
            <a:off x="7772400" y="2340864"/>
            <a:ext cx="3657600" cy="237744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300" dirty="0">
                <a:solidFill>
                  <a:srgbClr val="D7DFF5"/>
                </a:solidFill>
                <a:latin typeface="Calibri" pitchFamily="34" charset="0"/>
                <a:ea typeface="Calibri" pitchFamily="34" charset="-122"/>
                <a:cs typeface="Calibri" pitchFamily="34" charset="-120"/>
              </a:rPr>
              <a:t>1 → 2 components: ΔAIC ≈ −242, ΔBIC ≈ −224. A decisive improvement.</a:t>
            </a:r>
            <a:endParaRPr lang="en-US" sz="1300" dirty="0"/>
          </a:p>
          <a:p>
            <a:pPr marL="342900" indent="-342900">
              <a:lnSpc>
                <a:spcPct val="115000"/>
              </a:lnSpc>
              <a:spcAft>
                <a:spcPts val="900"/>
              </a:spcAft>
              <a:buSzPct val="100000"/>
              <a:buChar char="•"/>
            </a:pPr>
            <a:r>
              <a:rPr lang="en-US" sz="1300" dirty="0">
                <a:solidFill>
                  <a:srgbClr val="D7DFF5"/>
                </a:solidFill>
                <a:latin typeface="Calibri" pitchFamily="34" charset="0"/>
                <a:ea typeface="Calibri" pitchFamily="34" charset="-122"/>
                <a:cs typeface="Calibri" pitchFamily="34" charset="-120"/>
              </a:rPr>
              <a:t>2 → 3 components: ΔBIC ≈ −2. Negligible — the third component is fitting noise.</a:t>
            </a:r>
            <a:endParaRPr lang="en-US" sz="1300" dirty="0"/>
          </a:p>
          <a:p>
            <a:pPr marL="342900" indent="-342900">
              <a:lnSpc>
                <a:spcPct val="115000"/>
              </a:lnSpc>
              <a:spcAft>
                <a:spcPts val="900"/>
              </a:spcAft>
              <a:buSzPct val="100000"/>
              <a:buChar char="•"/>
            </a:pPr>
            <a:r>
              <a:rPr lang="en-US" sz="1300" dirty="0">
                <a:solidFill>
                  <a:srgbClr val="D7DFF5"/>
                </a:solidFill>
                <a:latin typeface="Calibri" pitchFamily="34" charset="0"/>
                <a:ea typeface="Calibri" pitchFamily="34" charset="-122"/>
                <a:cs typeface="Calibri" pitchFamily="34" charset="-120"/>
              </a:rPr>
              <a:t>Fitted components sit at 1.36 R⊕ (43.7%) and 2.51 R⊕ (56.3%).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A TRAP WORTH NAMING</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Two components is not the same as two peaks</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27632"/>
            <a:ext cx="11064240" cy="1234440"/>
          </a:xfrm>
          <a:prstGeom prst="roundRect">
            <a:avLst>
              <a:gd name="adj" fmla="val 6667"/>
            </a:avLst>
          </a:prstGeom>
          <a:solidFill>
            <a:srgbClr val="40260F">
              <a:alpha val="72000"/>
            </a:srgbClr>
          </a:solidFill>
          <a:ln w="9525">
            <a:solidFill>
              <a:srgbClr val="7A5A22"/>
            </a:solidFill>
            <a:prstDash val="solid"/>
          </a:ln>
        </p:spPr>
      </p:sp>
      <p:sp>
        <p:nvSpPr>
          <p:cNvPr id="8" name="Text 5"/>
          <p:cNvSpPr txBox="1"/>
          <p:nvPr/>
        </p:nvSpPr>
        <p:spPr>
          <a:xfrm>
            <a:off x="914400" y="1920240"/>
            <a:ext cx="10332720" cy="685800"/>
          </a:xfrm>
          <a:prstGeom prst="rect">
            <a:avLst/>
          </a:prstGeom>
          <a:noFill/>
          <a:ln/>
        </p:spPr>
        <p:txBody>
          <a:bodyPr wrap="square" lIns="0" tIns="0" rIns="0" bIns="0" rtlCol="0" anchor="ctr"/>
          <a:lstStyle/>
          <a:p>
            <a:pPr indent="0" marL="0">
              <a:lnSpc>
                <a:spcPct val="110000"/>
              </a:lnSpc>
              <a:buNone/>
            </a:pPr>
            <a:r>
              <a:rPr lang="en-US" sz="1800" b="1" dirty="0">
                <a:solidFill>
                  <a:srgbClr val="E9B949"/>
                </a:solidFill>
                <a:latin typeface="Cambria" pitchFamily="34" charset="0"/>
                <a:ea typeface="Cambria" pitchFamily="34" charset="-122"/>
                <a:cs typeface="Cambria" pitchFamily="34" charset="-120"/>
              </a:rPr>
              <a:t>Evaluated on a fine grid, the fitted two-component mixture has no interior minimum at all — only a single maximum at 2.45 R⊕. It is unimodal.</a:t>
            </a:r>
            <a:endParaRPr lang="en-US" sz="1800" dirty="0"/>
          </a:p>
        </p:txBody>
      </p:sp>
      <p:sp>
        <p:nvSpPr>
          <p:cNvPr id="9" name="Shape 6"/>
          <p:cNvSpPr/>
          <p:nvPr/>
        </p:nvSpPr>
        <p:spPr>
          <a:xfrm>
            <a:off x="548640" y="3090672"/>
            <a:ext cx="5349240" cy="1920240"/>
          </a:xfrm>
          <a:prstGeom prst="roundRect">
            <a:avLst>
              <a:gd name="adj" fmla="val 4286"/>
            </a:avLst>
          </a:prstGeom>
          <a:solidFill>
            <a:srgbClr val="161E45">
              <a:alpha val="78000"/>
            </a:srgbClr>
          </a:solidFill>
          <a:ln w="9525">
            <a:solidFill>
              <a:srgbClr val="2E3A6B"/>
            </a:solidFill>
            <a:prstDash val="solid"/>
          </a:ln>
        </p:spPr>
      </p:sp>
      <p:sp>
        <p:nvSpPr>
          <p:cNvPr id="10" name="Text 7"/>
          <p:cNvSpPr txBox="1"/>
          <p:nvPr/>
        </p:nvSpPr>
        <p:spPr>
          <a:xfrm>
            <a:off x="896112" y="3319272"/>
            <a:ext cx="4663440" cy="365760"/>
          </a:xfrm>
          <a:prstGeom prst="rect">
            <a:avLst/>
          </a:prstGeom>
          <a:noFill/>
          <a:ln/>
        </p:spPr>
        <p:txBody>
          <a:bodyPr wrap="square" lIns="0" tIns="0" rIns="0" bIns="0" rtlCol="0" anchor="ctr"/>
          <a:lstStyle/>
          <a:p>
            <a:pPr indent="0" marL="0">
              <a:buNone/>
            </a:pPr>
            <a:r>
              <a:rPr lang="en-US" sz="1650" b="1" dirty="0">
                <a:solidFill>
                  <a:srgbClr val="7FA8D9"/>
                </a:solidFill>
                <a:latin typeface="Cambria" pitchFamily="34" charset="0"/>
                <a:ea typeface="Cambria" pitchFamily="34" charset="-122"/>
                <a:cs typeface="Cambria" pitchFamily="34" charset="-120"/>
              </a:rPr>
              <a:t>What AIC/BIC does show</a:t>
            </a:r>
            <a:endParaRPr lang="en-US" sz="1650" dirty="0"/>
          </a:p>
        </p:txBody>
      </p:sp>
      <p:sp>
        <p:nvSpPr>
          <p:cNvPr id="11" name="Text 8"/>
          <p:cNvSpPr txBox="1"/>
          <p:nvPr/>
        </p:nvSpPr>
        <p:spPr>
          <a:xfrm>
            <a:off x="896112" y="3776472"/>
            <a:ext cx="4663440" cy="1143000"/>
          </a:xfrm>
          <a:prstGeom prst="rect">
            <a:avLst/>
          </a:prstGeom>
          <a:noFill/>
          <a:ln/>
        </p:spPr>
        <p:txBody>
          <a:bodyPr wrap="square" lIns="0" tIns="0" rIns="0" bIns="0" rtlCol="0" anchor="ctr"/>
          <a:lstStyle/>
          <a:p>
            <a:pPr indent="0" marL="0">
              <a:lnSpc>
                <a:spcPct val="120000"/>
              </a:lnSpc>
              <a:buNone/>
            </a:pPr>
            <a:r>
              <a:rPr lang="en-US" sz="1350" dirty="0">
                <a:solidFill>
                  <a:srgbClr val="D7DFF5"/>
                </a:solidFill>
                <a:latin typeface="Calibri" pitchFamily="34" charset="0"/>
                <a:ea typeface="Calibri" pitchFamily="34" charset="-122"/>
                <a:cs typeface="Calibri" pitchFamily="34" charset="-120"/>
              </a:rPr>
              <a:t>A single Gaussian is an inadequate description of log₁₀(radius). The distribution is skewed and heavy-shouldered in a way one bell curve cannot capture.</a:t>
            </a:r>
            <a:endParaRPr lang="en-US" sz="1350" dirty="0"/>
          </a:p>
        </p:txBody>
      </p:sp>
      <p:sp>
        <p:nvSpPr>
          <p:cNvPr id="12" name="Shape 9"/>
          <p:cNvSpPr/>
          <p:nvPr/>
        </p:nvSpPr>
        <p:spPr>
          <a:xfrm>
            <a:off x="6263640" y="3090672"/>
            <a:ext cx="5349240" cy="1920240"/>
          </a:xfrm>
          <a:prstGeom prst="roundRect">
            <a:avLst>
              <a:gd name="adj" fmla="val 4286"/>
            </a:avLst>
          </a:prstGeom>
          <a:solidFill>
            <a:srgbClr val="161E45">
              <a:alpha val="78000"/>
            </a:srgbClr>
          </a:solidFill>
          <a:ln w="9525">
            <a:solidFill>
              <a:srgbClr val="2E3A6B"/>
            </a:solidFill>
            <a:prstDash val="solid"/>
          </a:ln>
        </p:spPr>
      </p:sp>
      <p:sp>
        <p:nvSpPr>
          <p:cNvPr id="13" name="Text 10"/>
          <p:cNvSpPr txBox="1"/>
          <p:nvPr/>
        </p:nvSpPr>
        <p:spPr>
          <a:xfrm>
            <a:off x="6611112" y="3319272"/>
            <a:ext cx="4663440" cy="365760"/>
          </a:xfrm>
          <a:prstGeom prst="rect">
            <a:avLst/>
          </a:prstGeom>
          <a:noFill/>
          <a:ln/>
        </p:spPr>
        <p:txBody>
          <a:bodyPr wrap="square" lIns="0" tIns="0" rIns="0" bIns="0" rtlCol="0" anchor="ctr"/>
          <a:lstStyle/>
          <a:p>
            <a:pPr indent="0" marL="0">
              <a:buNone/>
            </a:pPr>
            <a:r>
              <a:rPr lang="en-US" sz="1650" b="1" dirty="0">
                <a:solidFill>
                  <a:srgbClr val="E9B949"/>
                </a:solidFill>
                <a:latin typeface="Cambria" pitchFamily="34" charset="0"/>
                <a:ea typeface="Cambria" pitchFamily="34" charset="-122"/>
                <a:cs typeface="Cambria" pitchFamily="34" charset="-120"/>
              </a:rPr>
              <a:t>What it does not show</a:t>
            </a:r>
            <a:endParaRPr lang="en-US" sz="1650" dirty="0"/>
          </a:p>
        </p:txBody>
      </p:sp>
      <p:sp>
        <p:nvSpPr>
          <p:cNvPr id="14" name="Text 11"/>
          <p:cNvSpPr txBox="1"/>
          <p:nvPr/>
        </p:nvSpPr>
        <p:spPr>
          <a:xfrm>
            <a:off x="6611112" y="3776472"/>
            <a:ext cx="4663440" cy="1143000"/>
          </a:xfrm>
          <a:prstGeom prst="rect">
            <a:avLst/>
          </a:prstGeom>
          <a:noFill/>
          <a:ln/>
        </p:spPr>
        <p:txBody>
          <a:bodyPr wrap="square" lIns="0" tIns="0" rIns="0" bIns="0" rtlCol="0" anchor="ctr"/>
          <a:lstStyle/>
          <a:p>
            <a:pPr indent="0" marL="0">
              <a:lnSpc>
                <a:spcPct val="120000"/>
              </a:lnSpc>
              <a:buNone/>
            </a:pPr>
            <a:r>
              <a:rPr lang="en-US" sz="1350" dirty="0">
                <a:solidFill>
                  <a:srgbClr val="D7DFF5"/>
                </a:solidFill>
                <a:latin typeface="Calibri" pitchFamily="34" charset="0"/>
                <a:ea typeface="Calibri" pitchFamily="34" charset="-122"/>
                <a:cs typeface="Calibri" pitchFamily="34" charset="-120"/>
              </a:rPr>
              <a:t>That the density is bimodal. Model comparison picks between candidate densities; it says nothing about the shape of the winner.</a:t>
            </a:r>
            <a:endParaRPr lang="en-US" sz="1350" dirty="0"/>
          </a:p>
        </p:txBody>
      </p:sp>
      <p:sp>
        <p:nvSpPr>
          <p:cNvPr id="15" name="Text 12"/>
          <p:cNvSpPr txBox="1"/>
          <p:nvPr/>
        </p:nvSpPr>
        <p:spPr>
          <a:xfrm>
            <a:off x="548640" y="5175504"/>
            <a:ext cx="11064240" cy="411480"/>
          </a:xfrm>
          <a:prstGeom prst="rect">
            <a:avLst/>
          </a:prstGeom>
          <a:noFill/>
          <a:ln/>
        </p:spPr>
        <p:txBody>
          <a:bodyPr wrap="square" lIns="0" tIns="0" rIns="0" bIns="0" rtlCol="0" anchor="ctr"/>
          <a:lstStyle/>
          <a:p>
            <a:pPr indent="0" marL="0">
              <a:buNone/>
            </a:pPr>
            <a:r>
              <a:rPr lang="en-US" sz="1400" i="1" dirty="0">
                <a:solidFill>
                  <a:srgbClr val="9AA8C7"/>
                </a:solidFill>
                <a:latin typeface="Calibri" pitchFamily="34" charset="0"/>
                <a:ea typeface="Calibri" pitchFamily="34" charset="-122"/>
                <a:cs typeface="Calibri" pitchFamily="34" charset="-120"/>
              </a:rPr>
              <a:t>So the evidence for an actual gap has to come from somewhere else — a density estimate that is not constrained to a two-Gaussian shape.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LOCATING IT</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Kernel density estimate — the gap sits at 1.76 R⊕</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13</a:t>
            </a:r>
            <a:endParaRPr lang="en-US" sz="1000" dirty="0"/>
          </a:p>
        </p:txBody>
      </p:sp>
      <p:graphicFrame>
        <p:nvGraphicFramePr>
          <p:cNvPr id="7" name="Chart 0" descr=""/>
          <p:cNvGraphicFramePr/>
          <p:nvPr/>
        </p:nvGraphicFramePr>
        <p:xfrm>
          <a:off x="457200" y="1536192"/>
          <a:ext cx="7772400" cy="37947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8412480" y="1673352"/>
            <a:ext cx="3246120" cy="3429000"/>
          </a:xfrm>
          <a:prstGeom prst="roundRect">
            <a:avLst>
              <a:gd name="adj" fmla="val 2535"/>
            </a:avLst>
          </a:prstGeom>
          <a:solidFill>
            <a:srgbClr val="161E45">
              <a:alpha val="78000"/>
            </a:srgbClr>
          </a:solidFill>
          <a:ln w="9525">
            <a:solidFill>
              <a:srgbClr val="2E3A6B"/>
            </a:solidFill>
            <a:prstDash val="solid"/>
          </a:ln>
        </p:spPr>
      </p:sp>
      <p:sp>
        <p:nvSpPr>
          <p:cNvPr id="9" name="Text 5"/>
          <p:cNvSpPr txBox="1"/>
          <p:nvPr/>
        </p:nvSpPr>
        <p:spPr>
          <a:xfrm>
            <a:off x="8686800" y="1901952"/>
            <a:ext cx="2743200" cy="32004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Raw counts, smoothed</a:t>
            </a:r>
            <a:endParaRPr lang="en-US" sz="1600" dirty="0"/>
          </a:p>
        </p:txBody>
      </p:sp>
      <p:sp>
        <p:nvSpPr>
          <p:cNvPr id="10" name="Text 6"/>
          <p:cNvSpPr txBox="1"/>
          <p:nvPr/>
        </p:nvSpPr>
        <p:spPr>
          <a:xfrm>
            <a:off x="8686800" y="2340864"/>
            <a:ext cx="2743200" cy="256032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Bars are the actual planet counts; the curve is the kernel density estimate over them</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Local minimum at 1.76 R⊕, flanked by peaks at 1.58 and 2.46 R⊕</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Bandwidth from Scott's rule — a data-driven default, not tuned to taste</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Non-parametric: free to take whatever shape the data implies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QUESTION 1</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The location holds up</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14</a:t>
            </a:r>
            <a:endParaRPr lang="en-US" sz="1000" dirty="0"/>
          </a:p>
        </p:txBody>
      </p:sp>
      <p:graphicFrame>
        <p:nvGraphicFramePr>
          <p:cNvPr id="7" name="Chart 0" descr=""/>
          <p:cNvGraphicFramePr/>
          <p:nvPr/>
        </p:nvGraphicFramePr>
        <p:xfrm>
          <a:off x="502920" y="1719072"/>
          <a:ext cx="6766560" cy="27432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863840" y="1764792"/>
            <a:ext cx="1645920" cy="1645920"/>
          </a:xfrm>
          <a:prstGeom prst="ellipse">
            <a:avLst/>
          </a:prstGeom>
          <a:solidFill>
            <a:srgbClr val="1B2550">
              <a:alpha val="88000"/>
            </a:srgbClr>
          </a:solidFill>
          <a:ln w="15875">
            <a:solidFill>
              <a:srgbClr val="E9B949"/>
            </a:solidFill>
            <a:prstDash val="solid"/>
          </a:ln>
        </p:spPr>
      </p:sp>
      <p:sp>
        <p:nvSpPr>
          <p:cNvPr id="9" name="Text 5"/>
          <p:cNvSpPr txBox="1"/>
          <p:nvPr/>
        </p:nvSpPr>
        <p:spPr>
          <a:xfrm>
            <a:off x="7863840" y="2192731"/>
            <a:ext cx="1645920" cy="691286"/>
          </a:xfrm>
          <a:prstGeom prst="rect">
            <a:avLst/>
          </a:prstGeom>
          <a:noFill/>
          <a:ln/>
        </p:spPr>
        <p:txBody>
          <a:bodyPr wrap="square" lIns="0" tIns="0" rIns="0" bIns="0" rtlCol="0" anchor="ctr"/>
          <a:lstStyle/>
          <a:p>
            <a:pPr algn="ctr" indent="0" marL="0">
              <a:buNone/>
            </a:pPr>
            <a:r>
              <a:rPr lang="en-US" sz="2500" b="1" dirty="0">
                <a:solidFill>
                  <a:srgbClr val="E9B949"/>
                </a:solidFill>
                <a:latin typeface="Cambria" pitchFamily="34" charset="0"/>
                <a:ea typeface="Cambria" pitchFamily="34" charset="-122"/>
                <a:cs typeface="Cambria" pitchFamily="34" charset="-120"/>
              </a:rPr>
              <a:t>1.76</a:t>
            </a:r>
            <a:endParaRPr lang="en-US" sz="2500" dirty="0"/>
          </a:p>
        </p:txBody>
      </p:sp>
      <p:sp>
        <p:nvSpPr>
          <p:cNvPr id="10" name="Text 6"/>
          <p:cNvSpPr txBox="1"/>
          <p:nvPr/>
        </p:nvSpPr>
        <p:spPr>
          <a:xfrm>
            <a:off x="7452360" y="3483864"/>
            <a:ext cx="2468880" cy="502920"/>
          </a:xfrm>
          <a:prstGeom prst="rect">
            <a:avLst/>
          </a:prstGeom>
          <a:noFill/>
          <a:ln/>
        </p:spPr>
        <p:txBody>
          <a:bodyPr wrap="square" lIns="0" tIns="0" rIns="0" bIns="0" rtlCol="0" anchor="ctr"/>
          <a:lstStyle/>
          <a:p>
            <a:pPr algn="ctr" indent="0" marL="0">
              <a:buNone/>
            </a:pPr>
            <a:r>
              <a:rPr lang="en-US" sz="1100" dirty="0">
                <a:solidFill>
                  <a:srgbClr val="9AA8C7"/>
                </a:solidFill>
                <a:latin typeface="Calibri" pitchFamily="34" charset="0"/>
                <a:ea typeface="Calibri" pitchFamily="34" charset="-122"/>
                <a:cs typeface="Calibri" pitchFamily="34" charset="-120"/>
              </a:rPr>
              <a:t>R⊕ point estimate</a:t>
            </a:r>
            <a:endParaRPr lang="en-US" sz="1100" dirty="0"/>
          </a:p>
        </p:txBody>
      </p:sp>
      <p:sp>
        <p:nvSpPr>
          <p:cNvPr id="11" name="Shape 7"/>
          <p:cNvSpPr/>
          <p:nvPr/>
        </p:nvSpPr>
        <p:spPr>
          <a:xfrm>
            <a:off x="9921240" y="1764792"/>
            <a:ext cx="1645920" cy="1645920"/>
          </a:xfrm>
          <a:prstGeom prst="ellipse">
            <a:avLst/>
          </a:prstGeom>
          <a:solidFill>
            <a:srgbClr val="1B2550">
              <a:alpha val="88000"/>
            </a:srgbClr>
          </a:solidFill>
          <a:ln w="15875">
            <a:solidFill>
              <a:srgbClr val="7FA8D9"/>
            </a:solidFill>
            <a:prstDash val="solid"/>
          </a:ln>
        </p:spPr>
      </p:sp>
      <p:sp>
        <p:nvSpPr>
          <p:cNvPr id="12" name="Text 8"/>
          <p:cNvSpPr txBox="1"/>
          <p:nvPr/>
        </p:nvSpPr>
        <p:spPr>
          <a:xfrm>
            <a:off x="9921240" y="2192731"/>
            <a:ext cx="1645920" cy="691286"/>
          </a:xfrm>
          <a:prstGeom prst="rect">
            <a:avLst/>
          </a:prstGeom>
          <a:noFill/>
          <a:ln/>
        </p:spPr>
        <p:txBody>
          <a:bodyPr wrap="square" lIns="0" tIns="0" rIns="0" bIns="0" rtlCol="0" anchor="ctr"/>
          <a:lstStyle/>
          <a:p>
            <a:pPr algn="ctr" indent="0" marL="0">
              <a:buNone/>
            </a:pPr>
            <a:r>
              <a:rPr lang="en-US" sz="2300" b="1" dirty="0">
                <a:solidFill>
                  <a:srgbClr val="7FA8D9"/>
                </a:solidFill>
                <a:latin typeface="Cambria" pitchFamily="34" charset="0"/>
                <a:ea typeface="Cambria" pitchFamily="34" charset="-122"/>
                <a:cs typeface="Cambria" pitchFamily="34" charset="-120"/>
              </a:rPr>
              <a:t>±0.08</a:t>
            </a:r>
            <a:endParaRPr lang="en-US" sz="2300" dirty="0"/>
          </a:p>
        </p:txBody>
      </p:sp>
      <p:sp>
        <p:nvSpPr>
          <p:cNvPr id="13" name="Text 9"/>
          <p:cNvSpPr txBox="1"/>
          <p:nvPr/>
        </p:nvSpPr>
        <p:spPr>
          <a:xfrm>
            <a:off x="9509760" y="3483864"/>
            <a:ext cx="2468880" cy="502920"/>
          </a:xfrm>
          <a:prstGeom prst="rect">
            <a:avLst/>
          </a:prstGeom>
          <a:noFill/>
          <a:ln/>
        </p:spPr>
        <p:txBody>
          <a:bodyPr wrap="square" lIns="0" tIns="0" rIns="0" bIns="0" rtlCol="0" anchor="ctr"/>
          <a:lstStyle/>
          <a:p>
            <a:pPr algn="ctr" indent="0" marL="0">
              <a:buNone/>
            </a:pPr>
            <a:r>
              <a:rPr lang="en-US" sz="1100" dirty="0">
                <a:solidFill>
                  <a:srgbClr val="9AA8C7"/>
                </a:solidFill>
                <a:latin typeface="Calibri" pitchFamily="34" charset="0"/>
                <a:ea typeface="Calibri" pitchFamily="34" charset="-122"/>
                <a:cs typeface="Calibri" pitchFamily="34" charset="-120"/>
              </a:rPr>
              <a:t>95% bootstrap CI</a:t>
            </a:r>
            <a:endParaRPr lang="en-US" sz="1100" dirty="0"/>
          </a:p>
        </p:txBody>
      </p:sp>
      <p:sp>
        <p:nvSpPr>
          <p:cNvPr id="14" name="Shape 10"/>
          <p:cNvSpPr/>
          <p:nvPr/>
        </p:nvSpPr>
        <p:spPr>
          <a:xfrm>
            <a:off x="7635240" y="4114800"/>
            <a:ext cx="4023360" cy="1188720"/>
          </a:xfrm>
          <a:prstGeom prst="roundRect">
            <a:avLst>
              <a:gd name="adj" fmla="val 6923"/>
            </a:avLst>
          </a:prstGeom>
          <a:solidFill>
            <a:srgbClr val="161E45">
              <a:alpha val="78000"/>
            </a:srgbClr>
          </a:solidFill>
          <a:ln w="9525">
            <a:solidFill>
              <a:srgbClr val="2E3A6B"/>
            </a:solidFill>
            <a:prstDash val="solid"/>
          </a:ln>
        </p:spPr>
      </p:sp>
      <p:sp>
        <p:nvSpPr>
          <p:cNvPr id="15" name="Text 11"/>
          <p:cNvSpPr txBox="1"/>
          <p:nvPr/>
        </p:nvSpPr>
        <p:spPr>
          <a:xfrm>
            <a:off x="7955280" y="4261104"/>
            <a:ext cx="3429000" cy="914400"/>
          </a:xfrm>
          <a:prstGeom prst="rect">
            <a:avLst/>
          </a:prstGeom>
          <a:noFill/>
          <a:ln/>
        </p:spPr>
        <p:txBody>
          <a:bodyPr wrap="square" lIns="0" tIns="0" rIns="0" bIns="0" rtlCol="0" anchor="ctr"/>
          <a:lstStyle/>
          <a:p>
            <a:pPr indent="0" marL="0">
              <a:lnSpc>
                <a:spcPct val="118000"/>
              </a:lnSpc>
              <a:buNone/>
            </a:pPr>
            <a:r>
              <a:rPr lang="en-US" sz="1150" dirty="0">
                <a:solidFill>
                  <a:srgbClr val="D7DFF5"/>
                </a:solidFill>
                <a:latin typeface="Calibri" pitchFamily="34" charset="0"/>
                <a:ea typeface="Calibri" pitchFamily="34" charset="-122"/>
                <a:cs typeface="Calibri" pitchFamily="34" charset="-120"/>
              </a:rPr>
              <a:t>500 bootstrap resamples; a minimum was recovered in 436 of them. Four independently filtered subsamples agree within 0.03 R⊕, and the estimate barely moves across smoothing bandwidths (1.76 → 1.80).</a:t>
            </a:r>
            <a:endParaRPr lang="en-US" sz="1150" dirty="0"/>
          </a:p>
        </p:txBody>
      </p:sp>
      <p:sp>
        <p:nvSpPr>
          <p:cNvPr id="16" name="Text 12"/>
          <p:cNvSpPr txBox="1"/>
          <p:nvPr/>
        </p:nvSpPr>
        <p:spPr>
          <a:xfrm>
            <a:off x="548640" y="4690872"/>
            <a:ext cx="6766560" cy="41148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Where the gap sits is not an artefact of how the sample was built.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THE HONEST CAVEAT</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Robust in position — but shallow in depth</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27632"/>
            <a:ext cx="5394960" cy="3200400"/>
          </a:xfrm>
          <a:prstGeom prst="roundRect">
            <a:avLst>
              <a:gd name="adj" fmla="val 2571"/>
            </a:avLst>
          </a:prstGeom>
          <a:solidFill>
            <a:srgbClr val="161E45">
              <a:alpha val="78000"/>
            </a:srgbClr>
          </a:solidFill>
          <a:ln w="9525">
            <a:solidFill>
              <a:srgbClr val="2E3A6B"/>
            </a:solidFill>
            <a:prstDash val="solid"/>
          </a:ln>
        </p:spPr>
      </p:sp>
      <p:sp>
        <p:nvSpPr>
          <p:cNvPr id="8" name="Text 5"/>
          <p:cNvSpPr txBox="1"/>
          <p:nvPr/>
        </p:nvSpPr>
        <p:spPr>
          <a:xfrm>
            <a:off x="868680" y="1901952"/>
            <a:ext cx="4754880" cy="365760"/>
          </a:xfrm>
          <a:prstGeom prst="rect">
            <a:avLst/>
          </a:prstGeom>
          <a:noFill/>
          <a:ln/>
        </p:spPr>
        <p:txBody>
          <a:bodyPr wrap="square" lIns="0" tIns="0" rIns="0" bIns="0" rtlCol="0" anchor="ctr"/>
          <a:lstStyle/>
          <a:p>
            <a:pPr indent="0" marL="0">
              <a:buNone/>
            </a:pPr>
            <a:r>
              <a:rPr lang="en-US" sz="1700" b="1" dirty="0">
                <a:solidFill>
                  <a:srgbClr val="E9B949"/>
                </a:solidFill>
                <a:latin typeface="Cambria" pitchFamily="34" charset="0"/>
                <a:ea typeface="Cambria" pitchFamily="34" charset="-122"/>
                <a:cs typeface="Cambria" pitchFamily="34" charset="-120"/>
              </a:rPr>
              <a:t>How deep is the valley?</a:t>
            </a:r>
            <a:endParaRPr lang="en-US" sz="1700" dirty="0"/>
          </a:p>
        </p:txBody>
      </p:sp>
      <p:sp>
        <p:nvSpPr>
          <p:cNvPr id="9" name="Text 6"/>
          <p:cNvSpPr txBox="1"/>
          <p:nvPr/>
        </p:nvSpPr>
        <p:spPr>
          <a:xfrm>
            <a:off x="868680" y="2496312"/>
            <a:ext cx="2194560" cy="548640"/>
          </a:xfrm>
          <a:prstGeom prst="rect">
            <a:avLst/>
          </a:prstGeom>
          <a:noFill/>
          <a:ln/>
        </p:spPr>
        <p:txBody>
          <a:bodyPr wrap="square" lIns="0" tIns="0" rIns="0" bIns="0" rtlCol="0" anchor="ctr"/>
          <a:lstStyle/>
          <a:p>
            <a:pPr indent="0" marL="0">
              <a:buNone/>
            </a:pPr>
            <a:r>
              <a:rPr lang="en-US" sz="3000" b="1" dirty="0">
                <a:solidFill>
                  <a:srgbClr val="F2F5FF"/>
                </a:solidFill>
                <a:latin typeface="Cambria" pitchFamily="34" charset="0"/>
                <a:ea typeface="Cambria" pitchFamily="34" charset="-122"/>
                <a:cs typeface="Cambria" pitchFamily="34" charset="-120"/>
              </a:rPr>
              <a:t>1.599</a:t>
            </a:r>
            <a:endParaRPr lang="en-US" sz="3000" dirty="0"/>
          </a:p>
        </p:txBody>
      </p:sp>
      <p:sp>
        <p:nvSpPr>
          <p:cNvPr id="10" name="Text 7"/>
          <p:cNvSpPr txBox="1"/>
          <p:nvPr/>
        </p:nvSpPr>
        <p:spPr>
          <a:xfrm>
            <a:off x="868680" y="3044952"/>
            <a:ext cx="2194560" cy="365760"/>
          </a:xfrm>
          <a:prstGeom prst="rect">
            <a:avLst/>
          </a:prstGeom>
          <a:noFill/>
          <a:ln/>
        </p:spPr>
        <p:txBody>
          <a:bodyPr wrap="square" lIns="0" tIns="0" rIns="0" bIns="0" rtlCol="0" anchor="ctr"/>
          <a:lstStyle/>
          <a:p>
            <a:pPr indent="0" marL="0">
              <a:buNone/>
            </a:pPr>
            <a:r>
              <a:rPr lang="en-US" sz="1150" dirty="0">
                <a:solidFill>
                  <a:srgbClr val="9AA8C7"/>
                </a:solidFill>
                <a:latin typeface="Calibri" pitchFamily="34" charset="0"/>
                <a:ea typeface="Calibri" pitchFamily="34" charset="-122"/>
                <a:cs typeface="Calibri" pitchFamily="34" charset="-120"/>
              </a:rPr>
              <a:t>density at the minimum</a:t>
            </a:r>
            <a:endParaRPr lang="en-US" sz="1150" dirty="0"/>
          </a:p>
        </p:txBody>
      </p:sp>
      <p:sp>
        <p:nvSpPr>
          <p:cNvPr id="11" name="Text 8"/>
          <p:cNvSpPr txBox="1"/>
          <p:nvPr/>
        </p:nvSpPr>
        <p:spPr>
          <a:xfrm>
            <a:off x="3291840" y="2496312"/>
            <a:ext cx="2194560" cy="548640"/>
          </a:xfrm>
          <a:prstGeom prst="rect">
            <a:avLst/>
          </a:prstGeom>
          <a:noFill/>
          <a:ln/>
        </p:spPr>
        <p:txBody>
          <a:bodyPr wrap="square" lIns="0" tIns="0" rIns="0" bIns="0" rtlCol="0" anchor="ctr"/>
          <a:lstStyle/>
          <a:p>
            <a:pPr indent="0" marL="0">
              <a:buNone/>
            </a:pPr>
            <a:r>
              <a:rPr lang="en-US" sz="3000" b="1" dirty="0">
                <a:solidFill>
                  <a:srgbClr val="F2F5FF"/>
                </a:solidFill>
                <a:latin typeface="Cambria" pitchFamily="34" charset="0"/>
                <a:ea typeface="Cambria" pitchFamily="34" charset="-122"/>
                <a:cs typeface="Cambria" pitchFamily="34" charset="-120"/>
              </a:rPr>
              <a:t>1.638</a:t>
            </a:r>
            <a:endParaRPr lang="en-US" sz="3000" dirty="0"/>
          </a:p>
        </p:txBody>
      </p:sp>
      <p:sp>
        <p:nvSpPr>
          <p:cNvPr id="12" name="Text 9"/>
          <p:cNvSpPr txBox="1"/>
          <p:nvPr/>
        </p:nvSpPr>
        <p:spPr>
          <a:xfrm>
            <a:off x="3291840" y="3044952"/>
            <a:ext cx="2194560" cy="365760"/>
          </a:xfrm>
          <a:prstGeom prst="rect">
            <a:avLst/>
          </a:prstGeom>
          <a:noFill/>
          <a:ln/>
        </p:spPr>
        <p:txBody>
          <a:bodyPr wrap="square" lIns="0" tIns="0" rIns="0" bIns="0" rtlCol="0" anchor="ctr"/>
          <a:lstStyle/>
          <a:p>
            <a:pPr indent="0" marL="0">
              <a:buNone/>
            </a:pPr>
            <a:r>
              <a:rPr lang="en-US" sz="1150" dirty="0">
                <a:solidFill>
                  <a:srgbClr val="9AA8C7"/>
                </a:solidFill>
                <a:latin typeface="Calibri" pitchFamily="34" charset="0"/>
                <a:ea typeface="Calibri" pitchFamily="34" charset="-122"/>
                <a:cs typeface="Calibri" pitchFamily="34" charset="-120"/>
              </a:rPr>
              <a:t>at the adjacent peak</a:t>
            </a:r>
            <a:endParaRPr lang="en-US" sz="1150" dirty="0"/>
          </a:p>
        </p:txBody>
      </p:sp>
      <p:sp>
        <p:nvSpPr>
          <p:cNvPr id="13" name="Text 10"/>
          <p:cNvSpPr txBox="1"/>
          <p:nvPr/>
        </p:nvSpPr>
        <p:spPr>
          <a:xfrm>
            <a:off x="868680" y="3639312"/>
            <a:ext cx="4754880" cy="365760"/>
          </a:xfrm>
          <a:prstGeom prst="rect">
            <a:avLst/>
          </a:prstGeom>
          <a:noFill/>
          <a:ln/>
        </p:spPr>
        <p:txBody>
          <a:bodyPr wrap="square" lIns="0" tIns="0" rIns="0" bIns="0" rtlCol="0" anchor="ctr"/>
          <a:lstStyle/>
          <a:p>
            <a:pPr indent="0" marL="0">
              <a:buNone/>
            </a:pPr>
            <a:r>
              <a:rPr lang="en-US" sz="1900" b="1" dirty="0">
                <a:solidFill>
                  <a:srgbClr val="E9B949"/>
                </a:solidFill>
                <a:latin typeface="Cambria" pitchFamily="34" charset="0"/>
                <a:ea typeface="Cambria" pitchFamily="34" charset="-122"/>
                <a:cs typeface="Cambria" pitchFamily="34" charset="-120"/>
              </a:rPr>
              <a:t>A suppression of about 2%.</a:t>
            </a:r>
            <a:endParaRPr lang="en-US" sz="1900" dirty="0"/>
          </a:p>
        </p:txBody>
      </p:sp>
      <p:sp>
        <p:nvSpPr>
          <p:cNvPr id="14" name="Text 11"/>
          <p:cNvSpPr txBox="1"/>
          <p:nvPr/>
        </p:nvSpPr>
        <p:spPr>
          <a:xfrm>
            <a:off x="868680" y="4096512"/>
            <a:ext cx="4754880" cy="640080"/>
          </a:xfrm>
          <a:prstGeom prst="rect">
            <a:avLst/>
          </a:prstGeom>
          <a:noFill/>
          <a:ln/>
        </p:spPr>
        <p:txBody>
          <a:bodyPr wrap="square" lIns="0" tIns="0" rIns="0" bIns="0" rtlCol="0" anchor="ctr"/>
          <a:lstStyle/>
          <a:p>
            <a:pPr indent="0" marL="0">
              <a:lnSpc>
                <a:spcPct val="120000"/>
              </a:lnSpc>
              <a:buNone/>
            </a:pPr>
            <a:r>
              <a:rPr lang="en-US" sz="1300" dirty="0">
                <a:solidFill>
                  <a:srgbClr val="D7DFF5"/>
                </a:solidFill>
                <a:latin typeface="Calibri" pitchFamily="34" charset="0"/>
                <a:ea typeface="Calibri" pitchFamily="34" charset="-122"/>
                <a:cs typeface="Calibri" pitchFamily="34" charset="-120"/>
              </a:rPr>
              <a:t>For comparison, the California-Kepler Survey valley is a far more pronounced deficit — a different order of feature entirely.</a:t>
            </a:r>
            <a:endParaRPr lang="en-US" sz="1300" dirty="0"/>
          </a:p>
        </p:txBody>
      </p:sp>
      <p:sp>
        <p:nvSpPr>
          <p:cNvPr id="15" name="Shape 12"/>
          <p:cNvSpPr/>
          <p:nvPr/>
        </p:nvSpPr>
        <p:spPr>
          <a:xfrm>
            <a:off x="6263640" y="1627632"/>
            <a:ext cx="5349240" cy="3200400"/>
          </a:xfrm>
          <a:prstGeom prst="roundRect">
            <a:avLst>
              <a:gd name="adj" fmla="val 2571"/>
            </a:avLst>
          </a:prstGeom>
          <a:solidFill>
            <a:srgbClr val="1E2A5E">
              <a:alpha val="92000"/>
            </a:srgbClr>
          </a:solidFill>
          <a:ln w="9525">
            <a:solidFill>
              <a:srgbClr val="2E3A6B"/>
            </a:solidFill>
            <a:prstDash val="solid"/>
          </a:ln>
        </p:spPr>
      </p:sp>
      <p:sp>
        <p:nvSpPr>
          <p:cNvPr id="16" name="Text 13"/>
          <p:cNvSpPr txBox="1"/>
          <p:nvPr/>
        </p:nvSpPr>
        <p:spPr>
          <a:xfrm>
            <a:off x="6583680" y="1901952"/>
            <a:ext cx="4709160" cy="365760"/>
          </a:xfrm>
          <a:prstGeom prst="rect">
            <a:avLst/>
          </a:prstGeom>
          <a:noFill/>
          <a:ln/>
        </p:spPr>
        <p:txBody>
          <a:bodyPr wrap="square" lIns="0" tIns="0" rIns="0" bIns="0" rtlCol="0" anchor="ctr"/>
          <a:lstStyle/>
          <a:p>
            <a:pPr indent="0" marL="0">
              <a:buNone/>
            </a:pPr>
            <a:r>
              <a:rPr lang="en-US" sz="1700" b="1" dirty="0">
                <a:solidFill>
                  <a:srgbClr val="7FA8D9"/>
                </a:solidFill>
                <a:latin typeface="Cambria" pitchFamily="34" charset="0"/>
                <a:ea typeface="Cambria" pitchFamily="34" charset="-122"/>
                <a:cs typeface="Cambria" pitchFamily="34" charset="-120"/>
              </a:rPr>
              <a:t>Why this sample is shallower</a:t>
            </a:r>
            <a:endParaRPr lang="en-US" sz="1700" dirty="0"/>
          </a:p>
        </p:txBody>
      </p:sp>
      <p:sp>
        <p:nvSpPr>
          <p:cNvPr id="17" name="Text 14"/>
          <p:cNvSpPr txBox="1"/>
          <p:nvPr/>
        </p:nvSpPr>
        <p:spPr>
          <a:xfrm>
            <a:off x="6583680" y="2404872"/>
            <a:ext cx="4709160" cy="228600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350" dirty="0">
                <a:solidFill>
                  <a:srgbClr val="D7DFF5"/>
                </a:solidFill>
                <a:latin typeface="Calibri" pitchFamily="34" charset="0"/>
                <a:ea typeface="Calibri" pitchFamily="34" charset="-122"/>
                <a:cs typeface="Calibri" pitchFamily="34" charset="-120"/>
              </a:rPr>
              <a:t>The archive pools heterogeneous literature sources with differing precision</a:t>
            </a:r>
            <a:endParaRPr lang="en-US" sz="1350" dirty="0"/>
          </a:p>
          <a:p>
            <a:pPr marL="342900" indent="-342900">
              <a:lnSpc>
                <a:spcPct val="115000"/>
              </a:lnSpc>
              <a:spcAft>
                <a:spcPts val="900"/>
              </a:spcAft>
              <a:buSzPct val="100000"/>
              <a:buChar char="•"/>
            </a:pPr>
            <a:r>
              <a:rPr lang="en-US" sz="1350" dirty="0">
                <a:solidFill>
                  <a:srgbClr val="D7DFF5"/>
                </a:solidFill>
                <a:latin typeface="Calibri" pitchFamily="34" charset="0"/>
                <a:ea typeface="Calibri" pitchFamily="34" charset="-122"/>
                <a:cs typeface="Calibri" pitchFamily="34" charset="-120"/>
              </a:rPr>
              <a:t>No survey-completeness correction is possible on a composite catalogue</a:t>
            </a:r>
            <a:endParaRPr lang="en-US" sz="1350" dirty="0"/>
          </a:p>
          <a:p>
            <a:pPr marL="342900" indent="-342900">
              <a:lnSpc>
                <a:spcPct val="115000"/>
              </a:lnSpc>
              <a:spcAft>
                <a:spcPts val="900"/>
              </a:spcAft>
              <a:buSzPct val="100000"/>
              <a:buChar char="•"/>
            </a:pPr>
            <a:r>
              <a:rPr lang="en-US" sz="1350" dirty="0">
                <a:solidFill>
                  <a:srgbClr val="D7DFF5"/>
                </a:solidFill>
                <a:latin typeface="Calibri" pitchFamily="34" charset="0"/>
                <a:ea typeface="Calibri" pitchFamily="34" charset="-122"/>
                <a:cs typeface="Calibri" pitchFamily="34" charset="-120"/>
              </a:rPr>
              <a:t>Fulton et al. worked from a single homogeneous sample with uniformly precise radii</a:t>
            </a:r>
            <a:endParaRPr lang="en-US" sz="1350" dirty="0"/>
          </a:p>
          <a:p>
            <a:pPr marL="342900" indent="-342900">
              <a:lnSpc>
                <a:spcPct val="115000"/>
              </a:lnSpc>
              <a:spcAft>
                <a:spcPts val="900"/>
              </a:spcAft>
              <a:buSzPct val="100000"/>
              <a:buChar char="•"/>
            </a:pPr>
            <a:r>
              <a:rPr lang="en-US" sz="1350" dirty="0">
                <a:solidFill>
                  <a:srgbClr val="D7DFF5"/>
                </a:solidFill>
                <a:latin typeface="Calibri" pitchFamily="34" charset="0"/>
                <a:ea typeface="Calibri" pitchFamily="34" charset="-122"/>
                <a:cs typeface="Calibri" pitchFamily="34" charset="-120"/>
              </a:rPr>
              <a:t>A shallower feature here is what you would expect — it does not mean the gap is not real</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QUESTION 2</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The two formal tests disagree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27632"/>
            <a:ext cx="5349240" cy="2377440"/>
          </a:xfrm>
          <a:prstGeom prst="roundRect">
            <a:avLst>
              <a:gd name="adj" fmla="val 3462"/>
            </a:avLst>
          </a:prstGeom>
          <a:solidFill>
            <a:srgbClr val="40260F">
              <a:alpha val="75000"/>
            </a:srgbClr>
          </a:solidFill>
          <a:ln w="9525">
            <a:solidFill>
              <a:srgbClr val="7A5A22"/>
            </a:solidFill>
            <a:prstDash val="solid"/>
          </a:ln>
        </p:spPr>
      </p:sp>
      <p:sp>
        <p:nvSpPr>
          <p:cNvPr id="8" name="Text 5"/>
          <p:cNvSpPr txBox="1"/>
          <p:nvPr/>
        </p:nvSpPr>
        <p:spPr>
          <a:xfrm>
            <a:off x="896112" y="1883664"/>
            <a:ext cx="4663440" cy="384048"/>
          </a:xfrm>
          <a:prstGeom prst="rect">
            <a:avLst/>
          </a:prstGeom>
          <a:noFill/>
          <a:ln/>
        </p:spPr>
        <p:txBody>
          <a:bodyPr wrap="square" lIns="0" tIns="0" rIns="0" bIns="0" rtlCol="0" anchor="ctr"/>
          <a:lstStyle/>
          <a:p>
            <a:pPr indent="0" marL="0">
              <a:buNone/>
            </a:pPr>
            <a:r>
              <a:rPr lang="en-US" sz="1550" b="1" dirty="0">
                <a:solidFill>
                  <a:srgbClr val="F2F5FF"/>
                </a:solidFill>
                <a:latin typeface="Cambria" pitchFamily="34" charset="0"/>
                <a:ea typeface="Cambria" pitchFamily="34" charset="-122"/>
                <a:cs typeface="Cambria" pitchFamily="34" charset="-120"/>
              </a:rPr>
              <a:t>Silverman's critical bandwidth test</a:t>
            </a:r>
            <a:endParaRPr lang="en-US" sz="1550" dirty="0"/>
          </a:p>
        </p:txBody>
      </p:sp>
      <p:sp>
        <p:nvSpPr>
          <p:cNvPr id="9" name="Text 6"/>
          <p:cNvSpPr txBox="1"/>
          <p:nvPr/>
        </p:nvSpPr>
        <p:spPr>
          <a:xfrm>
            <a:off x="896112" y="2404872"/>
            <a:ext cx="4663440" cy="640080"/>
          </a:xfrm>
          <a:prstGeom prst="rect">
            <a:avLst/>
          </a:prstGeom>
          <a:noFill/>
          <a:ln/>
        </p:spPr>
        <p:txBody>
          <a:bodyPr wrap="square" lIns="0" tIns="0" rIns="0" bIns="0" rtlCol="0" anchor="ctr"/>
          <a:lstStyle/>
          <a:p>
            <a:pPr indent="0" marL="0">
              <a:buNone/>
            </a:pPr>
            <a:r>
              <a:rPr lang="en-US" sz="3400" b="1" dirty="0">
                <a:solidFill>
                  <a:srgbClr val="E9B949"/>
                </a:solidFill>
                <a:latin typeface="Cambria" pitchFamily="34" charset="0"/>
                <a:ea typeface="Cambria" pitchFamily="34" charset="-122"/>
                <a:cs typeface="Cambria" pitchFamily="34" charset="-120"/>
              </a:rPr>
              <a:t>p = 0.028</a:t>
            </a:r>
            <a:endParaRPr lang="en-US" sz="3400" dirty="0"/>
          </a:p>
        </p:txBody>
      </p:sp>
      <p:sp>
        <p:nvSpPr>
          <p:cNvPr id="10" name="Text 7"/>
          <p:cNvSpPr txBox="1"/>
          <p:nvPr/>
        </p:nvSpPr>
        <p:spPr>
          <a:xfrm>
            <a:off x="896112" y="3108960"/>
            <a:ext cx="4663440" cy="365760"/>
          </a:xfrm>
          <a:prstGeom prst="rect">
            <a:avLst/>
          </a:prstGeom>
          <a:noFill/>
          <a:ln/>
        </p:spPr>
        <p:txBody>
          <a:bodyPr wrap="square" lIns="0" tIns="0" rIns="0" bIns="0" rtlCol="0" anchor="ctr"/>
          <a:lstStyle/>
          <a:p>
            <a:pPr indent="0" marL="0">
              <a:buNone/>
            </a:pPr>
            <a:r>
              <a:rPr lang="en-US" sz="1400" b="1" spc="80" kern="0" dirty="0">
                <a:solidFill>
                  <a:srgbClr val="E9B949"/>
                </a:solidFill>
                <a:latin typeface="Calibri" pitchFamily="34" charset="0"/>
                <a:ea typeface="Calibri" pitchFamily="34" charset="-122"/>
                <a:cs typeface="Calibri" pitchFamily="34" charset="-120"/>
              </a:rPr>
              <a:t>REJECTS unimodality</a:t>
            </a:r>
            <a:endParaRPr lang="en-US" sz="1400" dirty="0"/>
          </a:p>
        </p:txBody>
      </p:sp>
      <p:sp>
        <p:nvSpPr>
          <p:cNvPr id="11" name="Text 8"/>
          <p:cNvSpPr txBox="1"/>
          <p:nvPr/>
        </p:nvSpPr>
        <p:spPr>
          <a:xfrm>
            <a:off x="896112" y="3502152"/>
            <a:ext cx="4663440" cy="365760"/>
          </a:xfrm>
          <a:prstGeom prst="rect">
            <a:avLst/>
          </a:prstGeom>
          <a:noFill/>
          <a:ln/>
        </p:spPr>
        <p:txBody>
          <a:bodyPr wrap="square" lIns="0" tIns="0" rIns="0" bIns="0" rtlCol="0" anchor="ctr"/>
          <a:lstStyle/>
          <a:p>
            <a:pPr indent="0" marL="0">
              <a:buNone/>
            </a:pPr>
            <a:r>
              <a:rPr lang="en-US" sz="1300" dirty="0">
                <a:solidFill>
                  <a:srgbClr val="9AA8C7"/>
                </a:solidFill>
                <a:latin typeface="Calibri" pitchFamily="34" charset="0"/>
                <a:ea typeface="Calibri" pitchFamily="34" charset="-122"/>
                <a:cs typeface="Calibri" pitchFamily="34" charset="-120"/>
              </a:rPr>
              <a:t>Evidence of a second mode</a:t>
            </a:r>
            <a:endParaRPr lang="en-US" sz="1300" dirty="0"/>
          </a:p>
        </p:txBody>
      </p:sp>
      <p:sp>
        <p:nvSpPr>
          <p:cNvPr id="12" name="Shape 9"/>
          <p:cNvSpPr/>
          <p:nvPr/>
        </p:nvSpPr>
        <p:spPr>
          <a:xfrm>
            <a:off x="6263640" y="1627632"/>
            <a:ext cx="5349240" cy="2377440"/>
          </a:xfrm>
          <a:prstGeom prst="roundRect">
            <a:avLst>
              <a:gd name="adj" fmla="val 3462"/>
            </a:avLst>
          </a:prstGeom>
          <a:solidFill>
            <a:srgbClr val="161E45">
              <a:alpha val="78000"/>
            </a:srgbClr>
          </a:solidFill>
          <a:ln w="9525">
            <a:solidFill>
              <a:srgbClr val="2E3A6B"/>
            </a:solidFill>
            <a:prstDash val="solid"/>
          </a:ln>
        </p:spPr>
      </p:sp>
      <p:sp>
        <p:nvSpPr>
          <p:cNvPr id="13" name="Text 10"/>
          <p:cNvSpPr txBox="1"/>
          <p:nvPr/>
        </p:nvSpPr>
        <p:spPr>
          <a:xfrm>
            <a:off x="6611112" y="1883664"/>
            <a:ext cx="4663440" cy="384048"/>
          </a:xfrm>
          <a:prstGeom prst="rect">
            <a:avLst/>
          </a:prstGeom>
          <a:noFill/>
          <a:ln/>
        </p:spPr>
        <p:txBody>
          <a:bodyPr wrap="square" lIns="0" tIns="0" rIns="0" bIns="0" rtlCol="0" anchor="ctr"/>
          <a:lstStyle/>
          <a:p>
            <a:pPr indent="0" marL="0">
              <a:buNone/>
            </a:pPr>
            <a:r>
              <a:rPr lang="en-US" sz="1550" b="1" dirty="0">
                <a:solidFill>
                  <a:srgbClr val="F2F5FF"/>
                </a:solidFill>
                <a:latin typeface="Cambria" pitchFamily="34" charset="0"/>
                <a:ea typeface="Cambria" pitchFamily="34" charset="-122"/>
                <a:cs typeface="Cambria" pitchFamily="34" charset="-120"/>
              </a:rPr>
              <a:t>Hartigan's dip test</a:t>
            </a:r>
            <a:endParaRPr lang="en-US" sz="1550" dirty="0"/>
          </a:p>
        </p:txBody>
      </p:sp>
      <p:sp>
        <p:nvSpPr>
          <p:cNvPr id="14" name="Text 11"/>
          <p:cNvSpPr txBox="1"/>
          <p:nvPr/>
        </p:nvSpPr>
        <p:spPr>
          <a:xfrm>
            <a:off x="6611112" y="2404872"/>
            <a:ext cx="4663440" cy="640080"/>
          </a:xfrm>
          <a:prstGeom prst="rect">
            <a:avLst/>
          </a:prstGeom>
          <a:noFill/>
          <a:ln/>
        </p:spPr>
        <p:txBody>
          <a:bodyPr wrap="square" lIns="0" tIns="0" rIns="0" bIns="0" rtlCol="0" anchor="ctr"/>
          <a:lstStyle/>
          <a:p>
            <a:pPr indent="0" marL="0">
              <a:buNone/>
            </a:pPr>
            <a:r>
              <a:rPr lang="en-US" sz="3400" b="1" dirty="0">
                <a:solidFill>
                  <a:srgbClr val="9DBBEA"/>
                </a:solidFill>
                <a:latin typeface="Cambria" pitchFamily="34" charset="0"/>
                <a:ea typeface="Cambria" pitchFamily="34" charset="-122"/>
                <a:cs typeface="Cambria" pitchFamily="34" charset="-120"/>
              </a:rPr>
              <a:t>p = 0.52</a:t>
            </a:r>
            <a:endParaRPr lang="en-US" sz="3400" dirty="0"/>
          </a:p>
        </p:txBody>
      </p:sp>
      <p:sp>
        <p:nvSpPr>
          <p:cNvPr id="15" name="Text 12"/>
          <p:cNvSpPr txBox="1"/>
          <p:nvPr/>
        </p:nvSpPr>
        <p:spPr>
          <a:xfrm>
            <a:off x="6611112" y="3108960"/>
            <a:ext cx="4663440" cy="365760"/>
          </a:xfrm>
          <a:prstGeom prst="rect">
            <a:avLst/>
          </a:prstGeom>
          <a:noFill/>
          <a:ln/>
        </p:spPr>
        <p:txBody>
          <a:bodyPr wrap="square" lIns="0" tIns="0" rIns="0" bIns="0" rtlCol="0" anchor="ctr"/>
          <a:lstStyle/>
          <a:p>
            <a:pPr indent="0" marL="0">
              <a:buNone/>
            </a:pPr>
            <a:r>
              <a:rPr lang="en-US" sz="1400" b="1" spc="80" kern="0" dirty="0">
                <a:solidFill>
                  <a:srgbClr val="9DBBEA"/>
                </a:solidFill>
                <a:latin typeface="Calibri" pitchFamily="34" charset="0"/>
                <a:ea typeface="Calibri" pitchFamily="34" charset="-122"/>
                <a:cs typeface="Calibri" pitchFamily="34" charset="-120"/>
              </a:rPr>
              <a:t>does not reject</a:t>
            </a:r>
            <a:endParaRPr lang="en-US" sz="1400" dirty="0"/>
          </a:p>
        </p:txBody>
      </p:sp>
      <p:sp>
        <p:nvSpPr>
          <p:cNvPr id="16" name="Text 13"/>
          <p:cNvSpPr txBox="1"/>
          <p:nvPr/>
        </p:nvSpPr>
        <p:spPr>
          <a:xfrm>
            <a:off x="6611112" y="3502152"/>
            <a:ext cx="4663440" cy="365760"/>
          </a:xfrm>
          <a:prstGeom prst="rect">
            <a:avLst/>
          </a:prstGeom>
          <a:noFill/>
          <a:ln/>
        </p:spPr>
        <p:txBody>
          <a:bodyPr wrap="square" lIns="0" tIns="0" rIns="0" bIns="0" rtlCol="0" anchor="ctr"/>
          <a:lstStyle/>
          <a:p>
            <a:pPr indent="0" marL="0">
              <a:buNone/>
            </a:pPr>
            <a:r>
              <a:rPr lang="en-US" sz="1300" dirty="0">
                <a:solidFill>
                  <a:srgbClr val="9AA8C7"/>
                </a:solidFill>
                <a:latin typeface="Calibri" pitchFamily="34" charset="0"/>
                <a:ea typeface="Calibri" pitchFamily="34" charset="-122"/>
                <a:cs typeface="Calibri" pitchFamily="34" charset="-120"/>
              </a:rPr>
              <a:t>No evidence of a deep valley</a:t>
            </a:r>
            <a:endParaRPr lang="en-US" sz="1300" dirty="0"/>
          </a:p>
        </p:txBody>
      </p:sp>
      <p:sp>
        <p:nvSpPr>
          <p:cNvPr id="17" name="Shape 14"/>
          <p:cNvSpPr/>
          <p:nvPr/>
        </p:nvSpPr>
        <p:spPr>
          <a:xfrm>
            <a:off x="548640" y="4279392"/>
            <a:ext cx="11064240" cy="1051560"/>
          </a:xfrm>
          <a:prstGeom prst="roundRect">
            <a:avLst>
              <a:gd name="adj" fmla="val 7826"/>
            </a:avLst>
          </a:prstGeom>
          <a:solidFill>
            <a:srgbClr val="1E2A5E">
              <a:alpha val="92000"/>
            </a:srgbClr>
          </a:solidFill>
          <a:ln w="9525">
            <a:solidFill>
              <a:srgbClr val="2E3A6B"/>
            </a:solidFill>
            <a:prstDash val="solid"/>
          </a:ln>
        </p:spPr>
      </p:sp>
      <p:sp>
        <p:nvSpPr>
          <p:cNvPr id="18" name="Text 15"/>
          <p:cNvSpPr txBox="1"/>
          <p:nvPr/>
        </p:nvSpPr>
        <p:spPr>
          <a:xfrm>
            <a:off x="914400" y="4535424"/>
            <a:ext cx="10332720" cy="548640"/>
          </a:xfrm>
          <a:prstGeom prst="rect">
            <a:avLst/>
          </a:prstGeom>
          <a:noFill/>
          <a:ln/>
        </p:spPr>
        <p:txBody>
          <a:bodyPr wrap="square" lIns="0" tIns="0" rIns="0" bIns="0" rtlCol="0" anchor="ctr"/>
          <a:lstStyle/>
          <a:p>
            <a:pPr indent="0" marL="0">
              <a:buNone/>
            </a:pPr>
            <a:r>
              <a:rPr lang="en-US" sz="1800" b="1" dirty="0">
                <a:solidFill>
                  <a:srgbClr val="F2F5FF"/>
                </a:solidFill>
                <a:latin typeface="Cambria" pitchFamily="34" charset="0"/>
                <a:ea typeface="Cambria" pitchFamily="34" charset="-122"/>
                <a:cs typeface="Cambria" pitchFamily="34" charset="-120"/>
              </a:rPr>
              <a:t>Same data, same null hypothesis, opposite verdicts. The disagreement is not a problem — it is the finding.</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RESOLVING IT</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The two statistics measure different things</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627632"/>
            <a:ext cx="5349240" cy="2743200"/>
          </a:xfrm>
          <a:prstGeom prst="roundRect">
            <a:avLst>
              <a:gd name="adj" fmla="val 3000"/>
            </a:avLst>
          </a:prstGeom>
          <a:solidFill>
            <a:srgbClr val="161E45">
              <a:alpha val="78000"/>
            </a:srgbClr>
          </a:solidFill>
          <a:ln w="9525">
            <a:solidFill>
              <a:srgbClr val="2E3A6B"/>
            </a:solidFill>
            <a:prstDash val="solid"/>
          </a:ln>
        </p:spPr>
      </p:sp>
      <p:sp>
        <p:nvSpPr>
          <p:cNvPr id="8" name="Text 5"/>
          <p:cNvSpPr txBox="1"/>
          <p:nvPr/>
        </p:nvSpPr>
        <p:spPr>
          <a:xfrm>
            <a:off x="896112" y="1865376"/>
            <a:ext cx="4663440" cy="365760"/>
          </a:xfrm>
          <a:prstGeom prst="rect">
            <a:avLst/>
          </a:prstGeom>
          <a:noFill/>
          <a:ln/>
        </p:spPr>
        <p:txBody>
          <a:bodyPr wrap="square" lIns="0" tIns="0" rIns="0" bIns="0" rtlCol="0" anchor="ctr"/>
          <a:lstStyle/>
          <a:p>
            <a:pPr indent="0" marL="0">
              <a:buNone/>
            </a:pPr>
            <a:r>
              <a:rPr lang="en-US" sz="1700" b="1" dirty="0">
                <a:solidFill>
                  <a:srgbClr val="7FA8D9"/>
                </a:solidFill>
                <a:latin typeface="Cambria" pitchFamily="34" charset="0"/>
                <a:ea typeface="Cambria" pitchFamily="34" charset="-122"/>
                <a:cs typeface="Cambria" pitchFamily="34" charset="-120"/>
              </a:rPr>
              <a:t>Hartigan's dip</a:t>
            </a:r>
            <a:endParaRPr lang="en-US" sz="1700" dirty="0"/>
          </a:p>
        </p:txBody>
      </p:sp>
      <p:sp>
        <p:nvSpPr>
          <p:cNvPr id="9" name="Text 6"/>
          <p:cNvSpPr txBox="1"/>
          <p:nvPr/>
        </p:nvSpPr>
        <p:spPr>
          <a:xfrm>
            <a:off x="896112" y="2313432"/>
            <a:ext cx="4663440" cy="685800"/>
          </a:xfrm>
          <a:prstGeom prst="rect">
            <a:avLst/>
          </a:prstGeom>
          <a:noFill/>
          <a:ln/>
        </p:spPr>
        <p:txBody>
          <a:bodyPr wrap="square" lIns="0" tIns="0" rIns="0" bIns="0" rtlCol="0" anchor="ctr"/>
          <a:lstStyle/>
          <a:p>
            <a:pPr indent="0" marL="0">
              <a:lnSpc>
                <a:spcPct val="115000"/>
              </a:lnSpc>
              <a:buNone/>
            </a:pPr>
            <a:r>
              <a:rPr lang="en-US" sz="1300" dirty="0">
                <a:solidFill>
                  <a:srgbClr val="C6D0EC"/>
                </a:solidFill>
                <a:latin typeface="Calibri" pitchFamily="34" charset="0"/>
                <a:ea typeface="Calibri" pitchFamily="34" charset="-122"/>
                <a:cs typeface="Calibri" pitchFamily="34" charset="-120"/>
              </a:rPr>
              <a:t>Largest vertical distance between the empirical CDF and the closest unimodal CDF.</a:t>
            </a:r>
            <a:endParaRPr lang="en-US" sz="1300" dirty="0"/>
          </a:p>
        </p:txBody>
      </p:sp>
      <p:sp>
        <p:nvSpPr>
          <p:cNvPr id="10" name="Text 7"/>
          <p:cNvSpPr txBox="1"/>
          <p:nvPr/>
        </p:nvSpPr>
        <p:spPr>
          <a:xfrm>
            <a:off x="896112" y="3090672"/>
            <a:ext cx="4663440" cy="411480"/>
          </a:xfrm>
          <a:prstGeom prst="rect">
            <a:avLst/>
          </a:prstGeom>
          <a:noFill/>
          <a:ln/>
        </p:spPr>
        <p:txBody>
          <a:bodyPr wrap="square" lIns="0" tIns="0" rIns="0" bIns="0" rtlCol="0" anchor="ctr"/>
          <a:lstStyle/>
          <a:p>
            <a:pPr indent="0" marL="0">
              <a:buNone/>
            </a:pPr>
            <a:r>
              <a:rPr lang="en-US" sz="1450" b="1" dirty="0">
                <a:solidFill>
                  <a:srgbClr val="F2F5FF"/>
                </a:solidFill>
                <a:latin typeface="Cambria" pitchFamily="34" charset="0"/>
                <a:ea typeface="Cambria" pitchFamily="34" charset="-122"/>
                <a:cs typeface="Cambria" pitchFamily="34" charset="-120"/>
              </a:rPr>
              <a:t>Responds to how DEEP a valley is.</a:t>
            </a:r>
            <a:endParaRPr lang="en-US" sz="1450" dirty="0"/>
          </a:p>
        </p:txBody>
      </p:sp>
      <p:sp>
        <p:nvSpPr>
          <p:cNvPr id="11" name="Text 8"/>
          <p:cNvSpPr txBox="1"/>
          <p:nvPr/>
        </p:nvSpPr>
        <p:spPr>
          <a:xfrm>
            <a:off x="896112" y="3566160"/>
            <a:ext cx="4663440" cy="640080"/>
          </a:xfrm>
          <a:prstGeom prst="rect">
            <a:avLst/>
          </a:prstGeom>
          <a:noFill/>
          <a:ln/>
        </p:spPr>
        <p:txBody>
          <a:bodyPr wrap="square" lIns="0" tIns="0" rIns="0" bIns="0" rtlCol="0" anchor="ctr"/>
          <a:lstStyle/>
          <a:p>
            <a:pPr indent="0" marL="0">
              <a:lnSpc>
                <a:spcPct val="115000"/>
              </a:lnSpc>
              <a:buNone/>
            </a:pPr>
            <a:r>
              <a:rPr lang="en-US" sz="1300" i="1" dirty="0">
                <a:solidFill>
                  <a:srgbClr val="9AA8C7"/>
                </a:solidFill>
                <a:latin typeface="Calibri" pitchFamily="34" charset="0"/>
                <a:ea typeface="Calibri" pitchFamily="34" charset="-122"/>
                <a:cs typeface="Calibri" pitchFamily="34" charset="-120"/>
              </a:rPr>
              <a:t>At 2% suppression, our valley barely registers.</a:t>
            </a:r>
            <a:endParaRPr lang="en-US" sz="1300" dirty="0"/>
          </a:p>
        </p:txBody>
      </p:sp>
      <p:sp>
        <p:nvSpPr>
          <p:cNvPr id="12" name="Shape 9"/>
          <p:cNvSpPr/>
          <p:nvPr/>
        </p:nvSpPr>
        <p:spPr>
          <a:xfrm>
            <a:off x="6263640" y="1627632"/>
            <a:ext cx="5349240" cy="2743200"/>
          </a:xfrm>
          <a:prstGeom prst="roundRect">
            <a:avLst>
              <a:gd name="adj" fmla="val 3000"/>
            </a:avLst>
          </a:prstGeom>
          <a:solidFill>
            <a:srgbClr val="161E45">
              <a:alpha val="78000"/>
            </a:srgbClr>
          </a:solidFill>
          <a:ln w="9525">
            <a:solidFill>
              <a:srgbClr val="2E3A6B"/>
            </a:solidFill>
            <a:prstDash val="solid"/>
          </a:ln>
        </p:spPr>
      </p:sp>
      <p:sp>
        <p:nvSpPr>
          <p:cNvPr id="13" name="Text 10"/>
          <p:cNvSpPr txBox="1"/>
          <p:nvPr/>
        </p:nvSpPr>
        <p:spPr>
          <a:xfrm>
            <a:off x="6611112" y="1865376"/>
            <a:ext cx="4663440" cy="365760"/>
          </a:xfrm>
          <a:prstGeom prst="rect">
            <a:avLst/>
          </a:prstGeom>
          <a:noFill/>
          <a:ln/>
        </p:spPr>
        <p:txBody>
          <a:bodyPr wrap="square" lIns="0" tIns="0" rIns="0" bIns="0" rtlCol="0" anchor="ctr"/>
          <a:lstStyle/>
          <a:p>
            <a:pPr indent="0" marL="0">
              <a:buNone/>
            </a:pPr>
            <a:r>
              <a:rPr lang="en-US" sz="1700" b="1" dirty="0">
                <a:solidFill>
                  <a:srgbClr val="E9B949"/>
                </a:solidFill>
                <a:latin typeface="Cambria" pitchFamily="34" charset="0"/>
                <a:ea typeface="Cambria" pitchFamily="34" charset="-122"/>
                <a:cs typeface="Cambria" pitchFamily="34" charset="-120"/>
              </a:rPr>
              <a:t>Silverman's h_crit</a:t>
            </a:r>
            <a:endParaRPr lang="en-US" sz="1700" dirty="0"/>
          </a:p>
        </p:txBody>
      </p:sp>
      <p:sp>
        <p:nvSpPr>
          <p:cNvPr id="14" name="Text 11"/>
          <p:cNvSpPr txBox="1"/>
          <p:nvPr/>
        </p:nvSpPr>
        <p:spPr>
          <a:xfrm>
            <a:off x="6611112" y="2313432"/>
            <a:ext cx="4663440" cy="685800"/>
          </a:xfrm>
          <a:prstGeom prst="rect">
            <a:avLst/>
          </a:prstGeom>
          <a:noFill/>
          <a:ln/>
        </p:spPr>
        <p:txBody>
          <a:bodyPr wrap="square" lIns="0" tIns="0" rIns="0" bIns="0" rtlCol="0" anchor="ctr"/>
          <a:lstStyle/>
          <a:p>
            <a:pPr indent="0" marL="0">
              <a:lnSpc>
                <a:spcPct val="115000"/>
              </a:lnSpc>
              <a:buNone/>
            </a:pPr>
            <a:r>
              <a:rPr lang="en-US" sz="1300" dirty="0">
                <a:solidFill>
                  <a:srgbClr val="C6D0EC"/>
                </a:solidFill>
                <a:latin typeface="Calibri" pitchFamily="34" charset="0"/>
                <a:ea typeface="Calibri" pitchFamily="34" charset="-122"/>
                <a:cs typeface="Calibri" pitchFamily="34" charset="-120"/>
              </a:rPr>
              <a:t>The amount of smoothing needed before a second mode disappears.</a:t>
            </a:r>
            <a:endParaRPr lang="en-US" sz="1300" dirty="0"/>
          </a:p>
        </p:txBody>
      </p:sp>
      <p:sp>
        <p:nvSpPr>
          <p:cNvPr id="15" name="Text 12"/>
          <p:cNvSpPr txBox="1"/>
          <p:nvPr/>
        </p:nvSpPr>
        <p:spPr>
          <a:xfrm>
            <a:off x="6611112" y="3090672"/>
            <a:ext cx="4663440" cy="411480"/>
          </a:xfrm>
          <a:prstGeom prst="rect">
            <a:avLst/>
          </a:prstGeom>
          <a:noFill/>
          <a:ln/>
        </p:spPr>
        <p:txBody>
          <a:bodyPr wrap="square" lIns="0" tIns="0" rIns="0" bIns="0" rtlCol="0" anchor="ctr"/>
          <a:lstStyle/>
          <a:p>
            <a:pPr indent="0" marL="0">
              <a:buNone/>
            </a:pPr>
            <a:r>
              <a:rPr lang="en-US" sz="1450" b="1" dirty="0">
                <a:solidFill>
                  <a:srgbClr val="F2F5FF"/>
                </a:solidFill>
                <a:latin typeface="Cambria" pitchFamily="34" charset="0"/>
                <a:ea typeface="Cambria" pitchFamily="34" charset="-122"/>
                <a:cs typeface="Cambria" pitchFamily="34" charset="-120"/>
              </a:rPr>
              <a:t>Responds to whether a second mode EXISTS.</a:t>
            </a:r>
            <a:endParaRPr lang="en-US" sz="1450" dirty="0"/>
          </a:p>
        </p:txBody>
      </p:sp>
      <p:sp>
        <p:nvSpPr>
          <p:cNvPr id="16" name="Text 13"/>
          <p:cNvSpPr txBox="1"/>
          <p:nvPr/>
        </p:nvSpPr>
        <p:spPr>
          <a:xfrm>
            <a:off x="6611112" y="3566160"/>
            <a:ext cx="4663440" cy="640080"/>
          </a:xfrm>
          <a:prstGeom prst="rect">
            <a:avLst/>
          </a:prstGeom>
          <a:noFill/>
          <a:ln/>
        </p:spPr>
        <p:txBody>
          <a:bodyPr wrap="square" lIns="0" tIns="0" rIns="0" bIns="0" rtlCol="0" anchor="ctr"/>
          <a:lstStyle/>
          <a:p>
            <a:pPr indent="0" marL="0">
              <a:lnSpc>
                <a:spcPct val="115000"/>
              </a:lnSpc>
              <a:buNone/>
            </a:pPr>
            <a:r>
              <a:rPr lang="en-US" sz="1300" i="1" dirty="0">
                <a:solidFill>
                  <a:srgbClr val="9AA8C7"/>
                </a:solidFill>
                <a:latin typeface="Calibri" pitchFamily="34" charset="0"/>
                <a:ea typeface="Calibri" pitchFamily="34" charset="-122"/>
                <a:cs typeface="Calibri" pitchFamily="34" charset="-120"/>
              </a:rPr>
              <a:t>Largely independent of the depth between them.</a:t>
            </a:r>
            <a:endParaRPr lang="en-US" sz="1300" dirty="0"/>
          </a:p>
        </p:txBody>
      </p:sp>
      <p:sp>
        <p:nvSpPr>
          <p:cNvPr id="17" name="Shape 14"/>
          <p:cNvSpPr/>
          <p:nvPr/>
        </p:nvSpPr>
        <p:spPr>
          <a:xfrm>
            <a:off x="548640" y="4645152"/>
            <a:ext cx="11064240" cy="868680"/>
          </a:xfrm>
          <a:prstGeom prst="roundRect">
            <a:avLst>
              <a:gd name="adj" fmla="val 9474"/>
            </a:avLst>
          </a:prstGeom>
          <a:solidFill>
            <a:srgbClr val="40260F">
              <a:alpha val="75000"/>
            </a:srgbClr>
          </a:solidFill>
          <a:ln w="9525">
            <a:solidFill>
              <a:srgbClr val="7A5A22"/>
            </a:solidFill>
            <a:prstDash val="solid"/>
          </a:ln>
        </p:spPr>
      </p:sp>
      <p:sp>
        <p:nvSpPr>
          <p:cNvPr id="18" name="Text 15"/>
          <p:cNvSpPr txBox="1"/>
          <p:nvPr/>
        </p:nvSpPr>
        <p:spPr>
          <a:xfrm>
            <a:off x="914400" y="4846320"/>
            <a:ext cx="10332720" cy="457200"/>
          </a:xfrm>
          <a:prstGeom prst="rect">
            <a:avLst/>
          </a:prstGeom>
          <a:noFill/>
          <a:ln/>
        </p:spPr>
        <p:txBody>
          <a:bodyPr wrap="square" lIns="0" tIns="0" rIns="0" bIns="0" rtlCol="0" anchor="ctr"/>
          <a:lstStyle/>
          <a:p>
            <a:pPr indent="0" marL="0">
              <a:buNone/>
            </a:pPr>
            <a:r>
              <a:rPr lang="en-US" sz="1700" b="1" dirty="0">
                <a:solidFill>
                  <a:srgbClr val="E9B949"/>
                </a:solidFill>
                <a:latin typeface="Cambria" pitchFamily="34" charset="0"/>
                <a:ea typeface="Cambria" pitchFamily="34" charset="-122"/>
                <a:cs typeface="Cambria" pitchFamily="34" charset="-120"/>
              </a:rPr>
              <a:t>A shallow but genuine second mode is exactly the configuration on which these two tests part company.</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VERIFYING THE CLAIM</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Is the dip test simply insensitive here?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18</a:t>
            </a:r>
            <a:endParaRPr lang="en-US" sz="1000" dirty="0"/>
          </a:p>
        </p:txBody>
      </p:sp>
      <p:sp>
        <p:nvSpPr>
          <p:cNvPr id="7" name="Text 4"/>
          <p:cNvSpPr txBox="1"/>
          <p:nvPr/>
        </p:nvSpPr>
        <p:spPr>
          <a:xfrm>
            <a:off x="548640" y="1627632"/>
            <a:ext cx="11064240" cy="411480"/>
          </a:xfrm>
          <a:prstGeom prst="rect">
            <a:avLst/>
          </a:prstGeom>
          <a:noFill/>
          <a:ln/>
        </p:spPr>
        <p:txBody>
          <a:bodyPr wrap="square" lIns="0" tIns="0" rIns="0" bIns="0" rtlCol="0" anchor="ctr"/>
          <a:lstStyle/>
          <a:p>
            <a:pPr indent="0" marL="0">
              <a:buNone/>
            </a:pPr>
            <a:r>
              <a:rPr lang="en-US" sz="1450" dirty="0">
                <a:solidFill>
                  <a:srgbClr val="D7DFF5"/>
                </a:solidFill>
                <a:latin typeface="Calibri" pitchFamily="34" charset="0"/>
                <a:ea typeface="Calibri" pitchFamily="34" charset="-122"/>
                <a:cs typeface="Calibri" pitchFamily="34" charset="-120"/>
              </a:rPr>
              <a:t>Rather than assume it, simulate it. Two-component populations at n = 2,587, dip test applied to each.</a:t>
            </a:r>
            <a:endParaRPr lang="en-US" sz="1450" dirty="0"/>
          </a:p>
        </p:txBody>
      </p:sp>
      <p:graphicFrame>
        <p:nvGraphicFramePr>
          <p:cNvPr id="8" name="Chart 0" descr=""/>
          <p:cNvGraphicFramePr/>
          <p:nvPr/>
        </p:nvGraphicFramePr>
        <p:xfrm>
          <a:off x="502920" y="2176272"/>
          <a:ext cx="6858000" cy="292608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7635240" y="2221992"/>
            <a:ext cx="4023360" cy="2834640"/>
          </a:xfrm>
          <a:prstGeom prst="roundRect">
            <a:avLst>
              <a:gd name="adj" fmla="val 2903"/>
            </a:avLst>
          </a:prstGeom>
          <a:solidFill>
            <a:srgbClr val="161E45">
              <a:alpha val="78000"/>
            </a:srgbClr>
          </a:solidFill>
          <a:ln w="9525">
            <a:solidFill>
              <a:srgbClr val="2E3A6B"/>
            </a:solidFill>
            <a:prstDash val="solid"/>
          </a:ln>
        </p:spPr>
      </p:sp>
      <p:sp>
        <p:nvSpPr>
          <p:cNvPr id="10" name="Text 6"/>
          <p:cNvSpPr txBox="1"/>
          <p:nvPr/>
        </p:nvSpPr>
        <p:spPr>
          <a:xfrm>
            <a:off x="7955280" y="2432304"/>
            <a:ext cx="3429000" cy="548640"/>
          </a:xfrm>
          <a:prstGeom prst="rect">
            <a:avLst/>
          </a:prstGeom>
          <a:noFill/>
          <a:ln/>
        </p:spPr>
        <p:txBody>
          <a:bodyPr wrap="square" lIns="0" tIns="0" rIns="0" bIns="0" rtlCol="0" anchor="ctr"/>
          <a:lstStyle/>
          <a:p>
            <a:pPr indent="0" marL="0">
              <a:lnSpc>
                <a:spcPct val="110000"/>
              </a:lnSpc>
              <a:buNone/>
            </a:pPr>
            <a:r>
              <a:rPr lang="en-US" sz="1200" dirty="0">
                <a:solidFill>
                  <a:srgbClr val="9AA8C7"/>
                </a:solidFill>
                <a:latin typeface="Calibri" pitchFamily="34" charset="0"/>
                <a:ea typeface="Calibri" pitchFamily="34" charset="-122"/>
                <a:cs typeface="Calibri" pitchFamily="34" charset="-120"/>
              </a:rPr>
              <a:t>% of simulations in which the dip test rejects unimodality</a:t>
            </a:r>
            <a:endParaRPr lang="en-US" sz="1200" dirty="0"/>
          </a:p>
        </p:txBody>
      </p:sp>
      <p:sp>
        <p:nvSpPr>
          <p:cNvPr id="11" name="Text 7"/>
          <p:cNvSpPr txBox="1"/>
          <p:nvPr/>
        </p:nvSpPr>
        <p:spPr>
          <a:xfrm>
            <a:off x="7955280" y="3090672"/>
            <a:ext cx="3429000" cy="365760"/>
          </a:xfrm>
          <a:prstGeom prst="rect">
            <a:avLst/>
          </a:prstGeom>
          <a:noFill/>
          <a:ln/>
        </p:spPr>
        <p:txBody>
          <a:bodyPr wrap="square" lIns="0" tIns="0" rIns="0" bIns="0" rtlCol="0" anchor="ctr"/>
          <a:lstStyle/>
          <a:p>
            <a:pPr indent="0" marL="0">
              <a:buNone/>
            </a:pPr>
            <a:r>
              <a:rPr lang="en-US" sz="1700" b="1" dirty="0">
                <a:solidFill>
                  <a:srgbClr val="E9B949"/>
                </a:solidFill>
                <a:latin typeface="Cambria" pitchFamily="34" charset="0"/>
                <a:ea typeface="Cambria" pitchFamily="34" charset="-122"/>
                <a:cs typeface="Cambria" pitchFamily="34" charset="-120"/>
              </a:rPr>
              <a:t>The test is not weak.</a:t>
            </a:r>
            <a:endParaRPr lang="en-US" sz="1700" dirty="0"/>
          </a:p>
        </p:txBody>
      </p:sp>
      <p:sp>
        <p:nvSpPr>
          <p:cNvPr id="12" name="Text 8"/>
          <p:cNvSpPr txBox="1"/>
          <p:nvPr/>
        </p:nvSpPr>
        <p:spPr>
          <a:xfrm>
            <a:off x="7955280" y="3529584"/>
            <a:ext cx="3429000" cy="1371600"/>
          </a:xfrm>
          <a:prstGeom prst="rect">
            <a:avLst/>
          </a:prstGeom>
          <a:noFill/>
          <a:ln/>
        </p:spPr>
        <p:txBody>
          <a:bodyPr wrap="square" lIns="0" tIns="0" rIns="0" bIns="0" rtlCol="0" anchor="ctr"/>
          <a:lstStyle/>
          <a:p>
            <a:pPr indent="0" marL="0">
              <a:lnSpc>
                <a:spcPct val="120000"/>
              </a:lnSpc>
              <a:buNone/>
            </a:pPr>
            <a:r>
              <a:rPr lang="en-US" sz="1300" dirty="0">
                <a:solidFill>
                  <a:srgbClr val="D7DFF5"/>
                </a:solidFill>
                <a:latin typeface="Calibri" pitchFamily="34" charset="0"/>
                <a:ea typeface="Calibri" pitchFamily="34" charset="-122"/>
                <a:cs typeface="Calibri" pitchFamily="34" charset="-120"/>
              </a:rPr>
              <a:t>At this sample size it would find a pronounced gap every single time. It finds nothing here — which tells us something real about the feature, rather than something about the test.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METHOD INTEGRITY</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A bug worth finding</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27632"/>
            <a:ext cx="5349240" cy="3017520"/>
          </a:xfrm>
          <a:prstGeom prst="roundRect">
            <a:avLst>
              <a:gd name="adj" fmla="val 2727"/>
            </a:avLst>
          </a:prstGeom>
          <a:solidFill>
            <a:srgbClr val="161E45">
              <a:alpha val="78000"/>
            </a:srgbClr>
          </a:solidFill>
          <a:ln w="9525">
            <a:solidFill>
              <a:srgbClr val="2E3A6B"/>
            </a:solidFill>
            <a:prstDash val="solid"/>
          </a:ln>
        </p:spPr>
      </p:sp>
      <p:sp>
        <p:nvSpPr>
          <p:cNvPr id="8" name="Text 5"/>
          <p:cNvSpPr txBox="1"/>
          <p:nvPr/>
        </p:nvSpPr>
        <p:spPr>
          <a:xfrm>
            <a:off x="868680" y="1883664"/>
            <a:ext cx="4709160" cy="365760"/>
          </a:xfrm>
          <a:prstGeom prst="rect">
            <a:avLst/>
          </a:prstGeom>
          <a:noFill/>
          <a:ln/>
        </p:spPr>
        <p:txBody>
          <a:bodyPr wrap="square" lIns="0" tIns="0" rIns="0" bIns="0" rtlCol="0" anchor="ctr"/>
          <a:lstStyle/>
          <a:p>
            <a:pPr indent="0" marL="0">
              <a:buNone/>
            </a:pPr>
            <a:r>
              <a:rPr lang="en-US" sz="1700" b="1" dirty="0">
                <a:solidFill>
                  <a:srgbClr val="7FA8D9"/>
                </a:solidFill>
                <a:latin typeface="Cambria" pitchFamily="34" charset="0"/>
                <a:ea typeface="Cambria" pitchFamily="34" charset="-122"/>
                <a:cs typeface="Cambria" pitchFamily="34" charset="-120"/>
              </a:rPr>
              <a:t>What went wrong</a:t>
            </a:r>
            <a:endParaRPr lang="en-US" sz="1700" dirty="0"/>
          </a:p>
        </p:txBody>
      </p:sp>
      <p:sp>
        <p:nvSpPr>
          <p:cNvPr id="9" name="Text 6"/>
          <p:cNvSpPr txBox="1"/>
          <p:nvPr/>
        </p:nvSpPr>
        <p:spPr>
          <a:xfrm>
            <a:off x="868680" y="2359152"/>
            <a:ext cx="4709160" cy="1463040"/>
          </a:xfrm>
          <a:prstGeom prst="rect">
            <a:avLst/>
          </a:prstGeom>
          <a:noFill/>
          <a:ln/>
        </p:spPr>
        <p:txBody>
          <a:bodyPr wrap="square" lIns="0" tIns="0" rIns="0" bIns="0" rtlCol="0" anchor="ctr"/>
          <a:lstStyle/>
          <a:p>
            <a:pPr indent="0" marL="0">
              <a:lnSpc>
                <a:spcPct val="122000"/>
              </a:lnSpc>
              <a:buNone/>
            </a:pPr>
            <a:r>
              <a:rPr lang="en-US" sz="1350" dirty="0">
                <a:solidFill>
                  <a:srgbClr val="D7DFF5"/>
                </a:solidFill>
                <a:latin typeface="Calibri" pitchFamily="34" charset="0"/>
                <a:ea typeface="Calibri" pitchFamily="34" charset="-122"/>
                <a:cs typeface="Calibri" pitchFamily="34" charset="-120"/>
              </a:rPr>
              <a:t>My first implementation of Silverman's test bootstrapped the observed values directly. Resampling with replacement creates duplicate points and gaps, which generate spurious modes at small bandwidths — inflating the null and making the test far too conservative.</a:t>
            </a:r>
            <a:endParaRPr lang="en-US" sz="1350" dirty="0"/>
          </a:p>
        </p:txBody>
      </p:sp>
      <p:sp>
        <p:nvSpPr>
          <p:cNvPr id="10" name="Text 7"/>
          <p:cNvSpPr txBox="1"/>
          <p:nvPr/>
        </p:nvSpPr>
        <p:spPr>
          <a:xfrm>
            <a:off x="868680" y="3913632"/>
            <a:ext cx="4709160" cy="411480"/>
          </a:xfrm>
          <a:prstGeom prst="rect">
            <a:avLst/>
          </a:prstGeom>
          <a:noFill/>
          <a:ln/>
        </p:spPr>
        <p:txBody>
          <a:bodyPr wrap="square" lIns="0" tIns="0" rIns="0" bIns="0" rtlCol="0" anchor="ctr"/>
          <a:lstStyle/>
          <a:p>
            <a:pPr indent="0" marL="0">
              <a:buNone/>
            </a:pPr>
            <a:r>
              <a:rPr lang="en-US" sz="1800" b="1" dirty="0">
                <a:solidFill>
                  <a:srgbClr val="9AA8C7"/>
                </a:solidFill>
                <a:latin typeface="Cambria" pitchFamily="34" charset="0"/>
                <a:ea typeface="Cambria" pitchFamily="34" charset="-122"/>
                <a:cs typeface="Cambria" pitchFamily="34" charset="-120"/>
              </a:rPr>
              <a:t>It reported p = 0.54.</a:t>
            </a:r>
            <a:endParaRPr lang="en-US" sz="1800" dirty="0"/>
          </a:p>
        </p:txBody>
      </p:sp>
      <p:sp>
        <p:nvSpPr>
          <p:cNvPr id="11" name="Shape 8"/>
          <p:cNvSpPr/>
          <p:nvPr/>
        </p:nvSpPr>
        <p:spPr>
          <a:xfrm>
            <a:off x="6263640" y="1627632"/>
            <a:ext cx="5349240" cy="3017520"/>
          </a:xfrm>
          <a:prstGeom prst="roundRect">
            <a:avLst>
              <a:gd name="adj" fmla="val 2727"/>
            </a:avLst>
          </a:prstGeom>
          <a:solidFill>
            <a:srgbClr val="40260F">
              <a:alpha val="75000"/>
            </a:srgbClr>
          </a:solidFill>
          <a:ln w="9525">
            <a:solidFill>
              <a:srgbClr val="7A5A22"/>
            </a:solidFill>
            <a:prstDash val="solid"/>
          </a:ln>
        </p:spPr>
      </p:sp>
      <p:sp>
        <p:nvSpPr>
          <p:cNvPr id="12" name="Text 9"/>
          <p:cNvSpPr txBox="1"/>
          <p:nvPr/>
        </p:nvSpPr>
        <p:spPr>
          <a:xfrm>
            <a:off x="6583680" y="1883664"/>
            <a:ext cx="4709160" cy="365760"/>
          </a:xfrm>
          <a:prstGeom prst="rect">
            <a:avLst/>
          </a:prstGeom>
          <a:noFill/>
          <a:ln/>
        </p:spPr>
        <p:txBody>
          <a:bodyPr wrap="square" lIns="0" tIns="0" rIns="0" bIns="0" rtlCol="0" anchor="ctr"/>
          <a:lstStyle/>
          <a:p>
            <a:pPr indent="0" marL="0">
              <a:buNone/>
            </a:pPr>
            <a:r>
              <a:rPr lang="en-US" sz="1700" b="1" dirty="0">
                <a:solidFill>
                  <a:srgbClr val="E9B949"/>
                </a:solidFill>
                <a:latin typeface="Cambria" pitchFamily="34" charset="0"/>
                <a:ea typeface="Cambria" pitchFamily="34" charset="-122"/>
                <a:cs typeface="Cambria" pitchFamily="34" charset="-120"/>
              </a:rPr>
              <a:t>The correct procedure</a:t>
            </a:r>
            <a:endParaRPr lang="en-US" sz="1700" dirty="0"/>
          </a:p>
        </p:txBody>
      </p:sp>
      <p:sp>
        <p:nvSpPr>
          <p:cNvPr id="13" name="Text 10"/>
          <p:cNvSpPr txBox="1"/>
          <p:nvPr/>
        </p:nvSpPr>
        <p:spPr>
          <a:xfrm>
            <a:off x="6583680" y="2359152"/>
            <a:ext cx="4709160" cy="1051560"/>
          </a:xfrm>
          <a:prstGeom prst="rect">
            <a:avLst/>
          </a:prstGeom>
          <a:noFill/>
          <a:ln/>
        </p:spPr>
        <p:txBody>
          <a:bodyPr wrap="square" lIns="0" tIns="0" rIns="0" bIns="0" rtlCol="0" anchor="ctr"/>
          <a:lstStyle/>
          <a:p>
            <a:pPr indent="0" marL="0">
              <a:lnSpc>
                <a:spcPct val="122000"/>
              </a:lnSpc>
              <a:buNone/>
            </a:pPr>
            <a:r>
              <a:rPr lang="en-US" sz="1350" dirty="0">
                <a:solidFill>
                  <a:srgbClr val="E4DCC8"/>
                </a:solidFill>
                <a:latin typeface="Calibri" pitchFamily="34" charset="0"/>
                <a:ea typeface="Calibri" pitchFamily="34" charset="-122"/>
                <a:cs typeface="Calibri" pitchFamily="34" charset="-120"/>
              </a:rPr>
              <a:t>Silverman (1981) requires a smoothed bootstrap: draw from the kernel density at the critical bandwidth, adding kernel noise and rescaling to preserve the variance of the data.</a:t>
            </a:r>
            <a:endParaRPr lang="en-US" sz="1350" dirty="0"/>
          </a:p>
        </p:txBody>
      </p:sp>
      <p:sp>
        <p:nvSpPr>
          <p:cNvPr id="14" name="Text 11"/>
          <p:cNvSpPr txBox="1"/>
          <p:nvPr/>
        </p:nvSpPr>
        <p:spPr>
          <a:xfrm>
            <a:off x="6583680" y="3456432"/>
            <a:ext cx="4709160" cy="685800"/>
          </a:xfrm>
          <a:prstGeom prst="rect">
            <a:avLst/>
          </a:prstGeom>
          <a:noFill/>
          <a:ln/>
        </p:spPr>
        <p:txBody>
          <a:bodyPr wrap="square" lIns="0" tIns="0" rIns="0" bIns="0" rtlCol="0" anchor="ctr"/>
          <a:lstStyle/>
          <a:p>
            <a:pPr indent="0" marL="0">
              <a:lnSpc>
                <a:spcPct val="115000"/>
              </a:lnSpc>
              <a:buNone/>
            </a:pPr>
            <a:r>
              <a:rPr lang="en-US" sz="1250" i="1" dirty="0">
                <a:solidFill>
                  <a:srgbClr val="9AA8C7"/>
                </a:solidFill>
                <a:latin typeface="Calibri" pitchFamily="34" charset="0"/>
                <a:ea typeface="Calibri" pitchFamily="34" charset="-122"/>
                <a:cs typeface="Calibri" pitchFamily="34" charset="-120"/>
              </a:rPr>
              <a:t>Validated on data of known modality: p ≈ 0.5 on a simulated unimodal sample, p ≈ 0 on a clearly bimodal one.</a:t>
            </a:r>
            <a:endParaRPr lang="en-US" sz="1250" dirty="0"/>
          </a:p>
        </p:txBody>
      </p:sp>
      <p:sp>
        <p:nvSpPr>
          <p:cNvPr id="15" name="Text 12"/>
          <p:cNvSpPr txBox="1"/>
          <p:nvPr/>
        </p:nvSpPr>
        <p:spPr>
          <a:xfrm>
            <a:off x="6583680" y="4169664"/>
            <a:ext cx="4709160" cy="411480"/>
          </a:xfrm>
          <a:prstGeom prst="rect">
            <a:avLst/>
          </a:prstGeom>
          <a:noFill/>
          <a:ln/>
        </p:spPr>
        <p:txBody>
          <a:bodyPr wrap="square" lIns="0" tIns="0" rIns="0" bIns="0" rtlCol="0" anchor="ctr"/>
          <a:lstStyle/>
          <a:p>
            <a:pPr indent="0" marL="0">
              <a:buNone/>
            </a:pPr>
            <a:r>
              <a:rPr lang="en-US" sz="1800" b="1" dirty="0">
                <a:solidFill>
                  <a:srgbClr val="E9B949"/>
                </a:solidFill>
                <a:latin typeface="Cambria" pitchFamily="34" charset="0"/>
                <a:ea typeface="Cambria" pitchFamily="34" charset="-122"/>
                <a:cs typeface="Cambria" pitchFamily="34" charset="-120"/>
              </a:rPr>
              <a:t>Corrected: p = 0.028.</a:t>
            </a:r>
            <a:endParaRPr lang="en-US" sz="1800" dirty="0"/>
          </a:p>
        </p:txBody>
      </p:sp>
      <p:sp>
        <p:nvSpPr>
          <p:cNvPr id="16" name="Text 13"/>
          <p:cNvSpPr txBox="1"/>
          <p:nvPr/>
        </p:nvSpPr>
        <p:spPr>
          <a:xfrm>
            <a:off x="548640" y="4828032"/>
            <a:ext cx="11064240" cy="411480"/>
          </a:xfrm>
          <a:prstGeom prst="rect">
            <a:avLst/>
          </a:prstGeom>
          <a:noFill/>
          <a:ln/>
        </p:spPr>
        <p:txBody>
          <a:bodyPr wrap="square" lIns="0" tIns="0" rIns="0" bIns="0" rtlCol="0" anchor="ctr"/>
          <a:lstStyle/>
          <a:p>
            <a:pPr indent="0" marL="0">
              <a:buNone/>
            </a:pPr>
            <a:r>
              <a:rPr lang="en-US" sz="1400" i="1" dirty="0">
                <a:solidFill>
                  <a:srgbClr val="9AA8C7"/>
                </a:solidFill>
                <a:latin typeface="Calibri" pitchFamily="34" charset="0"/>
                <a:ea typeface="Calibri" pitchFamily="34" charset="-122"/>
                <a:cs typeface="Calibri" pitchFamily="34" charset="-120"/>
              </a:rPr>
              <a:t>The conclusion flipped. A test that is written down correctly is worth more than a test that agrees with you.</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tmp/deck/bg_section.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05840" y="2761488"/>
            <a:ext cx="182880" cy="182880"/>
          </a:xfrm>
          <a:prstGeom prst="ellipse">
            <a:avLst/>
          </a:prstGeom>
          <a:solidFill>
            <a:srgbClr val="E9B949"/>
          </a:solidFill>
          <a:ln/>
        </p:spPr>
      </p:sp>
      <p:sp>
        <p:nvSpPr>
          <p:cNvPr id="4" name="Text 1"/>
          <p:cNvSpPr txBox="1"/>
          <p:nvPr/>
        </p:nvSpPr>
        <p:spPr>
          <a:xfrm>
            <a:off x="1371600" y="2651760"/>
            <a:ext cx="7315200" cy="320040"/>
          </a:xfrm>
          <a:prstGeom prst="rect">
            <a:avLst/>
          </a:prstGeom>
          <a:noFill/>
          <a:ln/>
        </p:spPr>
        <p:txBody>
          <a:bodyPr wrap="square" lIns="0" tIns="0" rIns="0" bIns="0" rtlCol="0" anchor="ctr"/>
          <a:lstStyle/>
          <a:p>
            <a:pPr indent="0" marL="0">
              <a:buNone/>
            </a:pPr>
            <a:r>
              <a:rPr lang="en-US" sz="1250" b="1" spc="250" kern="0" dirty="0">
                <a:solidFill>
                  <a:srgbClr val="E9B949"/>
                </a:solidFill>
                <a:latin typeface="Calibri" pitchFamily="34" charset="0"/>
                <a:ea typeface="Calibri" pitchFamily="34" charset="-122"/>
                <a:cs typeface="Calibri" pitchFamily="34" charset="-120"/>
              </a:rPr>
              <a:t>PART THREE</a:t>
            </a:r>
            <a:endParaRPr lang="en-US" sz="1250" dirty="0"/>
          </a:p>
        </p:txBody>
      </p:sp>
      <p:sp>
        <p:nvSpPr>
          <p:cNvPr id="5" name="Text 2"/>
          <p:cNvSpPr txBox="1"/>
          <p:nvPr/>
        </p:nvSpPr>
        <p:spPr>
          <a:xfrm>
            <a:off x="1005840" y="3063240"/>
            <a:ext cx="10058400" cy="822960"/>
          </a:xfrm>
          <a:prstGeom prst="rect">
            <a:avLst/>
          </a:prstGeom>
          <a:noFill/>
          <a:ln/>
        </p:spPr>
        <p:txBody>
          <a:bodyPr wrap="square" lIns="0" tIns="0" rIns="0" bIns="0" rtlCol="0" anchor="ctr"/>
          <a:lstStyle/>
          <a:p>
            <a:pPr indent="0" marL="0">
              <a:buNone/>
            </a:pPr>
            <a:r>
              <a:rPr lang="en-US" sz="4000" b="1" dirty="0">
                <a:solidFill>
                  <a:srgbClr val="F2F5FF"/>
                </a:solidFill>
                <a:latin typeface="Cambria" pitchFamily="34" charset="0"/>
                <a:ea typeface="Cambria" pitchFamily="34" charset="-122"/>
                <a:cs typeface="Cambria" pitchFamily="34" charset="-120"/>
              </a:rPr>
              <a:t>What decides which side?</a:t>
            </a:r>
            <a:endParaRPr lang="en-US" sz="4000" dirty="0"/>
          </a:p>
        </p:txBody>
      </p:sp>
      <p:sp>
        <p:nvSpPr>
          <p:cNvPr id="6" name="Text 3"/>
          <p:cNvSpPr txBox="1"/>
          <p:nvPr/>
        </p:nvSpPr>
        <p:spPr>
          <a:xfrm>
            <a:off x="1005840" y="3931920"/>
            <a:ext cx="8778240" cy="457200"/>
          </a:xfrm>
          <a:prstGeom prst="rect">
            <a:avLst/>
          </a:prstGeom>
          <a:noFill/>
          <a:ln/>
        </p:spPr>
        <p:txBody>
          <a:bodyPr wrap="square" lIns="0" tIns="0" rIns="0" bIns="0" rtlCol="0" anchor="ctr"/>
          <a:lstStyle/>
          <a:p>
            <a:pPr indent="0" marL="0">
              <a:buNone/>
            </a:pPr>
            <a:r>
              <a:rPr lang="en-US" sz="1550" dirty="0">
                <a:solidFill>
                  <a:srgbClr val="7FA8D9"/>
                </a:solidFill>
                <a:latin typeface="Calibri" pitchFamily="34" charset="0"/>
                <a:ea typeface="Calibri" pitchFamily="34" charset="-122"/>
                <a:cs typeface="Calibri" pitchFamily="34" charset="-120"/>
              </a:rPr>
              <a:t>Predicting gap membership without ever looking at radius</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QUESTION 3</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A deliberately handicapped model</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21</a:t>
            </a:r>
            <a:endParaRPr lang="en-US" sz="1000" dirty="0"/>
          </a:p>
        </p:txBody>
      </p:sp>
      <p:sp>
        <p:nvSpPr>
          <p:cNvPr id="7" name="Text 4"/>
          <p:cNvSpPr txBox="1"/>
          <p:nvPr/>
        </p:nvSpPr>
        <p:spPr>
          <a:xfrm>
            <a:off x="548640" y="1627632"/>
            <a:ext cx="11064240" cy="731520"/>
          </a:xfrm>
          <a:prstGeom prst="rect">
            <a:avLst/>
          </a:prstGeom>
          <a:noFill/>
          <a:ln/>
        </p:spPr>
        <p:txBody>
          <a:bodyPr wrap="square" lIns="0" tIns="0" rIns="0" bIns="0" rtlCol="0" anchor="ctr"/>
          <a:lstStyle/>
          <a:p>
            <a:pPr indent="0" marL="0">
              <a:lnSpc>
                <a:spcPct val="120000"/>
              </a:lnSpc>
              <a:buNone/>
            </a:pPr>
            <a:r>
              <a:rPr lang="en-US" sz="1500" dirty="0">
                <a:solidFill>
                  <a:srgbClr val="D7DFF5"/>
                </a:solidFill>
                <a:latin typeface="Calibri" pitchFamily="34" charset="0"/>
                <a:ea typeface="Calibri" pitchFamily="34" charset="-122"/>
                <a:cs typeface="Calibri" pitchFamily="34" charset="-120"/>
              </a:rPr>
              <a:t>Planets were labelled above or below 1.76 R⊕ — then every radius-derived quantity was removed from the predictors. If the model can still tell the two apart, the signal is genuinely physical rather than circular.</a:t>
            </a:r>
            <a:endParaRPr lang="en-US" sz="1500" dirty="0"/>
          </a:p>
        </p:txBody>
      </p:sp>
      <p:sp>
        <p:nvSpPr>
          <p:cNvPr id="8" name="Shape 5"/>
          <p:cNvSpPr/>
          <p:nvPr/>
        </p:nvSpPr>
        <p:spPr>
          <a:xfrm>
            <a:off x="548640" y="2542032"/>
            <a:ext cx="3474720" cy="1234440"/>
          </a:xfrm>
          <a:prstGeom prst="roundRect">
            <a:avLst>
              <a:gd name="adj" fmla="val 6667"/>
            </a:avLst>
          </a:prstGeom>
          <a:solidFill>
            <a:srgbClr val="161E45">
              <a:alpha val="78000"/>
            </a:srgbClr>
          </a:solidFill>
          <a:ln w="9525">
            <a:solidFill>
              <a:srgbClr val="2E3A6B"/>
            </a:solidFill>
            <a:prstDash val="solid"/>
          </a:ln>
        </p:spPr>
      </p:sp>
      <p:sp>
        <p:nvSpPr>
          <p:cNvPr id="9" name="Text 6"/>
          <p:cNvSpPr txBox="1"/>
          <p:nvPr/>
        </p:nvSpPr>
        <p:spPr>
          <a:xfrm>
            <a:off x="822960" y="2724912"/>
            <a:ext cx="2926080" cy="502920"/>
          </a:xfrm>
          <a:prstGeom prst="rect">
            <a:avLst/>
          </a:prstGeom>
          <a:noFill/>
          <a:ln/>
        </p:spPr>
        <p:txBody>
          <a:bodyPr wrap="square" lIns="0" tIns="0" rIns="0" bIns="0" rtlCol="0" anchor="ctr"/>
          <a:lstStyle/>
          <a:p>
            <a:pPr indent="0" marL="0">
              <a:buNone/>
            </a:pPr>
            <a:r>
              <a:rPr lang="en-US" sz="2500" b="1" dirty="0">
                <a:solidFill>
                  <a:srgbClr val="E9B949"/>
                </a:solidFill>
                <a:latin typeface="Cambria" pitchFamily="34" charset="0"/>
                <a:ea typeface="Cambria" pitchFamily="34" charset="-122"/>
                <a:cs typeface="Cambria" pitchFamily="34" charset="-120"/>
              </a:rPr>
              <a:t>2,289</a:t>
            </a:r>
            <a:endParaRPr lang="en-US" sz="2500" dirty="0"/>
          </a:p>
        </p:txBody>
      </p:sp>
      <p:sp>
        <p:nvSpPr>
          <p:cNvPr id="10" name="Text 7"/>
          <p:cNvSpPr txBox="1"/>
          <p:nvPr/>
        </p:nvSpPr>
        <p:spPr>
          <a:xfrm>
            <a:off x="822960" y="3255264"/>
            <a:ext cx="3017520" cy="365760"/>
          </a:xfrm>
          <a:prstGeom prst="rect">
            <a:avLst/>
          </a:prstGeom>
          <a:noFill/>
          <a:ln/>
        </p:spPr>
        <p:txBody>
          <a:bodyPr wrap="square" lIns="0" tIns="0" rIns="0" bIns="0" rtlCol="0" anchor="ctr"/>
          <a:lstStyle/>
          <a:p>
            <a:pPr indent="0" marL="0">
              <a:buNone/>
            </a:pPr>
            <a:r>
              <a:rPr lang="en-US" sz="1200" dirty="0">
                <a:solidFill>
                  <a:srgbClr val="9AA8C7"/>
                </a:solidFill>
                <a:latin typeface="Calibri" pitchFamily="34" charset="0"/>
                <a:ea typeface="Calibri" pitchFamily="34" charset="-122"/>
                <a:cs typeface="Calibri" pitchFamily="34" charset="-120"/>
              </a:rPr>
              <a:t>planets, complete cases</a:t>
            </a:r>
            <a:endParaRPr lang="en-US" sz="1200" dirty="0"/>
          </a:p>
        </p:txBody>
      </p:sp>
      <p:sp>
        <p:nvSpPr>
          <p:cNvPr id="11" name="Shape 8"/>
          <p:cNvSpPr/>
          <p:nvPr/>
        </p:nvSpPr>
        <p:spPr>
          <a:xfrm>
            <a:off x="4297680" y="2542032"/>
            <a:ext cx="3474720" cy="1234440"/>
          </a:xfrm>
          <a:prstGeom prst="roundRect">
            <a:avLst>
              <a:gd name="adj" fmla="val 6667"/>
            </a:avLst>
          </a:prstGeom>
          <a:solidFill>
            <a:srgbClr val="161E45">
              <a:alpha val="78000"/>
            </a:srgbClr>
          </a:solidFill>
          <a:ln w="9525">
            <a:solidFill>
              <a:srgbClr val="2E3A6B"/>
            </a:solidFill>
            <a:prstDash val="solid"/>
          </a:ln>
        </p:spPr>
      </p:sp>
      <p:sp>
        <p:nvSpPr>
          <p:cNvPr id="12" name="Text 9"/>
          <p:cNvSpPr txBox="1"/>
          <p:nvPr/>
        </p:nvSpPr>
        <p:spPr>
          <a:xfrm>
            <a:off x="4572000" y="2724912"/>
            <a:ext cx="2926080" cy="502920"/>
          </a:xfrm>
          <a:prstGeom prst="rect">
            <a:avLst/>
          </a:prstGeom>
          <a:noFill/>
          <a:ln/>
        </p:spPr>
        <p:txBody>
          <a:bodyPr wrap="square" lIns="0" tIns="0" rIns="0" bIns="0" rtlCol="0" anchor="ctr"/>
          <a:lstStyle/>
          <a:p>
            <a:pPr indent="0" marL="0">
              <a:buNone/>
            </a:pPr>
            <a:r>
              <a:rPr lang="en-US" sz="2500" b="1" dirty="0">
                <a:solidFill>
                  <a:srgbClr val="E9B949"/>
                </a:solidFill>
                <a:latin typeface="Cambria" pitchFamily="34" charset="0"/>
                <a:ea typeface="Cambria" pitchFamily="34" charset="-122"/>
                <a:cs typeface="Cambria" pitchFamily="34" charset="-120"/>
              </a:rPr>
              <a:t>8</a:t>
            </a:r>
            <a:endParaRPr lang="en-US" sz="2500" dirty="0"/>
          </a:p>
        </p:txBody>
      </p:sp>
      <p:sp>
        <p:nvSpPr>
          <p:cNvPr id="13" name="Text 10"/>
          <p:cNvSpPr txBox="1"/>
          <p:nvPr/>
        </p:nvSpPr>
        <p:spPr>
          <a:xfrm>
            <a:off x="4572000" y="3255264"/>
            <a:ext cx="3017520" cy="365760"/>
          </a:xfrm>
          <a:prstGeom prst="rect">
            <a:avLst/>
          </a:prstGeom>
          <a:noFill/>
          <a:ln/>
        </p:spPr>
        <p:txBody>
          <a:bodyPr wrap="square" lIns="0" tIns="0" rIns="0" bIns="0" rtlCol="0" anchor="ctr"/>
          <a:lstStyle/>
          <a:p>
            <a:pPr indent="0" marL="0">
              <a:buNone/>
            </a:pPr>
            <a:r>
              <a:rPr lang="en-US" sz="1200" dirty="0">
                <a:solidFill>
                  <a:srgbClr val="9AA8C7"/>
                </a:solidFill>
                <a:latin typeface="Calibri" pitchFamily="34" charset="0"/>
                <a:ea typeface="Calibri" pitchFamily="34" charset="-122"/>
                <a:cs typeface="Calibri" pitchFamily="34" charset="-120"/>
              </a:rPr>
              <a:t>predictors, none radius-derived</a:t>
            </a:r>
            <a:endParaRPr lang="en-US" sz="1200" dirty="0"/>
          </a:p>
        </p:txBody>
      </p:sp>
      <p:sp>
        <p:nvSpPr>
          <p:cNvPr id="14" name="Shape 11"/>
          <p:cNvSpPr/>
          <p:nvPr/>
        </p:nvSpPr>
        <p:spPr>
          <a:xfrm>
            <a:off x="8046720" y="2542032"/>
            <a:ext cx="3474720" cy="1234440"/>
          </a:xfrm>
          <a:prstGeom prst="roundRect">
            <a:avLst>
              <a:gd name="adj" fmla="val 6667"/>
            </a:avLst>
          </a:prstGeom>
          <a:solidFill>
            <a:srgbClr val="161E45">
              <a:alpha val="78000"/>
            </a:srgbClr>
          </a:solidFill>
          <a:ln w="9525">
            <a:solidFill>
              <a:srgbClr val="2E3A6B"/>
            </a:solidFill>
            <a:prstDash val="solid"/>
          </a:ln>
        </p:spPr>
      </p:sp>
      <p:sp>
        <p:nvSpPr>
          <p:cNvPr id="15" name="Text 12"/>
          <p:cNvSpPr txBox="1"/>
          <p:nvPr/>
        </p:nvSpPr>
        <p:spPr>
          <a:xfrm>
            <a:off x="8321040" y="2724912"/>
            <a:ext cx="2926080" cy="502920"/>
          </a:xfrm>
          <a:prstGeom prst="rect">
            <a:avLst/>
          </a:prstGeom>
          <a:noFill/>
          <a:ln/>
        </p:spPr>
        <p:txBody>
          <a:bodyPr wrap="square" lIns="0" tIns="0" rIns="0" bIns="0" rtlCol="0" anchor="ctr"/>
          <a:lstStyle/>
          <a:p>
            <a:pPr indent="0" marL="0">
              <a:buNone/>
            </a:pPr>
            <a:r>
              <a:rPr lang="en-US" sz="2500" b="1" dirty="0">
                <a:solidFill>
                  <a:srgbClr val="E9B949"/>
                </a:solidFill>
                <a:latin typeface="Cambria" pitchFamily="34" charset="0"/>
                <a:ea typeface="Cambria" pitchFamily="34" charset="-122"/>
                <a:cs typeface="Cambria" pitchFamily="34" charset="-120"/>
              </a:rPr>
              <a:t>1,716 / 573</a:t>
            </a:r>
            <a:endParaRPr lang="en-US" sz="2500" dirty="0"/>
          </a:p>
        </p:txBody>
      </p:sp>
      <p:sp>
        <p:nvSpPr>
          <p:cNvPr id="16" name="Text 13"/>
          <p:cNvSpPr txBox="1"/>
          <p:nvPr/>
        </p:nvSpPr>
        <p:spPr>
          <a:xfrm>
            <a:off x="8321040" y="3255264"/>
            <a:ext cx="3017520" cy="365760"/>
          </a:xfrm>
          <a:prstGeom prst="rect">
            <a:avLst/>
          </a:prstGeom>
          <a:noFill/>
          <a:ln/>
        </p:spPr>
        <p:txBody>
          <a:bodyPr wrap="square" lIns="0" tIns="0" rIns="0" bIns="0" rtlCol="0" anchor="ctr"/>
          <a:lstStyle/>
          <a:p>
            <a:pPr indent="0" marL="0">
              <a:buNone/>
            </a:pPr>
            <a:r>
              <a:rPr lang="en-US" sz="1200" dirty="0">
                <a:solidFill>
                  <a:srgbClr val="9AA8C7"/>
                </a:solidFill>
                <a:latin typeface="Calibri" pitchFamily="34" charset="0"/>
                <a:ea typeface="Calibri" pitchFamily="34" charset="-122"/>
                <a:cs typeface="Calibri" pitchFamily="34" charset="-120"/>
              </a:rPr>
              <a:t>train / test, stratified</a:t>
            </a:r>
            <a:endParaRPr lang="en-US" sz="1200" dirty="0"/>
          </a:p>
        </p:txBody>
      </p:sp>
      <p:sp>
        <p:nvSpPr>
          <p:cNvPr id="17" name="Shape 14"/>
          <p:cNvSpPr/>
          <p:nvPr/>
        </p:nvSpPr>
        <p:spPr>
          <a:xfrm>
            <a:off x="548640" y="3959352"/>
            <a:ext cx="11064240" cy="1371600"/>
          </a:xfrm>
          <a:prstGeom prst="roundRect">
            <a:avLst>
              <a:gd name="adj" fmla="val 6000"/>
            </a:avLst>
          </a:prstGeom>
          <a:solidFill>
            <a:srgbClr val="161E45">
              <a:alpha val="78000"/>
            </a:srgbClr>
          </a:solidFill>
          <a:ln w="9525">
            <a:solidFill>
              <a:srgbClr val="2E3A6B"/>
            </a:solidFill>
            <a:prstDash val="solid"/>
          </a:ln>
        </p:spPr>
      </p:sp>
      <p:sp>
        <p:nvSpPr>
          <p:cNvPr id="18" name="Text 15"/>
          <p:cNvSpPr txBox="1"/>
          <p:nvPr/>
        </p:nvSpPr>
        <p:spPr>
          <a:xfrm>
            <a:off x="868680" y="4142232"/>
            <a:ext cx="4572000" cy="320040"/>
          </a:xfrm>
          <a:prstGeom prst="rect">
            <a:avLst/>
          </a:prstGeom>
          <a:noFill/>
          <a:ln/>
        </p:spPr>
        <p:txBody>
          <a:bodyPr wrap="square" lIns="0" tIns="0" rIns="0" bIns="0" rtlCol="0" anchor="ctr"/>
          <a:lstStyle/>
          <a:p>
            <a:pPr indent="0" marL="0">
              <a:buNone/>
            </a:pPr>
            <a:r>
              <a:rPr lang="en-US" sz="1600" b="1" dirty="0">
                <a:solidFill>
                  <a:srgbClr val="7FA8D9"/>
                </a:solidFill>
                <a:latin typeface="Cambria" pitchFamily="34" charset="0"/>
                <a:ea typeface="Cambria" pitchFamily="34" charset="-122"/>
                <a:cs typeface="Cambria" pitchFamily="34" charset="-120"/>
              </a:rPr>
              <a:t>Guarding against leakage</a:t>
            </a:r>
            <a:endParaRPr lang="en-US" sz="1600" dirty="0"/>
          </a:p>
        </p:txBody>
      </p:sp>
      <p:sp>
        <p:nvSpPr>
          <p:cNvPr id="19" name="Text 16"/>
          <p:cNvSpPr txBox="1"/>
          <p:nvPr/>
        </p:nvSpPr>
        <p:spPr>
          <a:xfrm>
            <a:off x="868680" y="4553712"/>
            <a:ext cx="10424160" cy="640080"/>
          </a:xfrm>
          <a:prstGeom prst="rect">
            <a:avLst/>
          </a:prstGeom>
          <a:noFill/>
          <a:ln/>
        </p:spPr>
        <p:txBody>
          <a:bodyPr wrap="square" lIns="0" tIns="0" rIns="0" bIns="0" rtlCol="0" anchor="ctr"/>
          <a:lstStyle/>
          <a:p>
            <a:pPr indent="0" marL="0">
              <a:lnSpc>
                <a:spcPct val="120000"/>
              </a:lnSpc>
              <a:buNone/>
            </a:pPr>
            <a:r>
              <a:rPr lang="en-US" sz="1350" dirty="0">
                <a:solidFill>
                  <a:srgbClr val="D7DFF5"/>
                </a:solidFill>
                <a:latin typeface="Calibri" pitchFamily="34" charset="0"/>
                <a:ea typeface="Calibri" pitchFamily="34" charset="-122"/>
                <a:cs typeface="Calibri" pitchFamily="34" charset="-120"/>
              </a:rPr>
              <a:t>Radius-derived quantities excluded by design · orbital eccentricity dropped for 20% missingness · skewed predictors log-transformed · scaler fitted on the training set only, and re-fitted inside every cross-validation fold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QUESTION 3</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Moderate — but real — predictive power</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22</a:t>
            </a:r>
            <a:endParaRPr lang="en-US" sz="1000" dirty="0"/>
          </a:p>
        </p:txBody>
      </p:sp>
      <p:graphicFrame>
        <p:nvGraphicFramePr>
          <p:cNvPr id="7" name="Chart 0" descr=""/>
          <p:cNvGraphicFramePr/>
          <p:nvPr/>
        </p:nvGraphicFramePr>
        <p:xfrm>
          <a:off x="502920" y="1764792"/>
          <a:ext cx="6766560" cy="246888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635240" y="1764792"/>
            <a:ext cx="4023360" cy="3200400"/>
          </a:xfrm>
          <a:prstGeom prst="roundRect">
            <a:avLst>
              <a:gd name="adj" fmla="val 2571"/>
            </a:avLst>
          </a:prstGeom>
          <a:solidFill>
            <a:srgbClr val="161E45">
              <a:alpha val="78000"/>
            </a:srgbClr>
          </a:solidFill>
          <a:ln w="9525">
            <a:solidFill>
              <a:srgbClr val="2E3A6B"/>
            </a:solidFill>
            <a:prstDash val="solid"/>
          </a:ln>
        </p:spPr>
      </p:sp>
      <p:sp>
        <p:nvSpPr>
          <p:cNvPr id="9" name="Text 5"/>
          <p:cNvSpPr txBox="1"/>
          <p:nvPr/>
        </p:nvSpPr>
        <p:spPr>
          <a:xfrm>
            <a:off x="7955280" y="1975104"/>
            <a:ext cx="3474720" cy="32004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What 0.77-0.79 means</a:t>
            </a:r>
            <a:endParaRPr lang="en-US" sz="1600" dirty="0"/>
          </a:p>
        </p:txBody>
      </p:sp>
      <p:sp>
        <p:nvSpPr>
          <p:cNvPr id="10" name="Text 6"/>
          <p:cNvSpPr txBox="1"/>
          <p:nvPr/>
        </p:nvSpPr>
        <p:spPr>
          <a:xfrm>
            <a:off x="7955280" y="2404872"/>
            <a:ext cx="3474720" cy="246888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Clearly above chance, well short of deterministic</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Five-fold cross-validation agrees: 0.761 and 0.811</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Stable when the ambiguous zone around the threshold is removed entirely</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Exactly what you would expect if these properties shape radius indirectly, through physics rather than definition</a:t>
            </a:r>
            <a:endParaRPr lang="en-US" sz="1250" dirty="0"/>
          </a:p>
        </p:txBody>
      </p:sp>
      <p:sp>
        <p:nvSpPr>
          <p:cNvPr id="11" name="Text 7"/>
          <p:cNvSpPr txBox="1"/>
          <p:nvPr/>
        </p:nvSpPr>
        <p:spPr>
          <a:xfrm>
            <a:off x="548640" y="4416552"/>
            <a:ext cx="6766560" cy="640080"/>
          </a:xfrm>
          <a:prstGeom prst="rect">
            <a:avLst/>
          </a:prstGeom>
          <a:noFill/>
          <a:ln/>
        </p:spPr>
        <p:txBody>
          <a:bodyPr wrap="square" lIns="0" tIns="0" rIns="0" bIns="0" rtlCol="0" anchor="ctr"/>
          <a:lstStyle/>
          <a:p>
            <a:pPr indent="0" marL="0">
              <a:lnSpc>
                <a:spcPct val="115000"/>
              </a:lnSpc>
              <a:buNone/>
            </a:pPr>
            <a:r>
              <a:rPr lang="en-US" sz="1550" b="1" dirty="0">
                <a:solidFill>
                  <a:srgbClr val="F2F5FF"/>
                </a:solidFill>
                <a:latin typeface="Cambria" pitchFamily="34" charset="0"/>
                <a:ea typeface="Cambria" pitchFamily="34" charset="-122"/>
                <a:cs typeface="Cambria" pitchFamily="34" charset="-120"/>
              </a:rPr>
              <a:t>Orbital and stellar properties alone carry real information about which side of the gap a planet falls on.</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QUESTION 3</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Period and insolation dominate — but cannot be ranked</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23</a:t>
            </a:r>
            <a:endParaRPr lang="en-US" sz="1000" dirty="0"/>
          </a:p>
        </p:txBody>
      </p:sp>
      <p:graphicFrame>
        <p:nvGraphicFramePr>
          <p:cNvPr id="7" name="Chart 0" descr=""/>
          <p:cNvGraphicFramePr/>
          <p:nvPr/>
        </p:nvGraphicFramePr>
        <p:xfrm>
          <a:off x="502920" y="1627632"/>
          <a:ext cx="6858000" cy="35661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635240" y="1673352"/>
            <a:ext cx="4023360" cy="3520440"/>
          </a:xfrm>
          <a:prstGeom prst="roundRect">
            <a:avLst>
              <a:gd name="adj" fmla="val 2338"/>
            </a:avLst>
          </a:prstGeom>
          <a:solidFill>
            <a:srgbClr val="40260F">
              <a:alpha val="75000"/>
            </a:srgbClr>
          </a:solidFill>
          <a:ln w="9525">
            <a:solidFill>
              <a:srgbClr val="7A5A22"/>
            </a:solidFill>
            <a:prstDash val="solid"/>
          </a:ln>
        </p:spPr>
      </p:sp>
      <p:sp>
        <p:nvSpPr>
          <p:cNvPr id="9" name="Text 5"/>
          <p:cNvSpPr txBox="1"/>
          <p:nvPr/>
        </p:nvSpPr>
        <p:spPr>
          <a:xfrm>
            <a:off x="7955280" y="1883664"/>
            <a:ext cx="3474720" cy="320040"/>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Why not a ranking</a:t>
            </a:r>
            <a:endParaRPr lang="en-US" sz="1600" dirty="0"/>
          </a:p>
        </p:txBody>
      </p:sp>
      <p:sp>
        <p:nvSpPr>
          <p:cNvPr id="10" name="Text 6"/>
          <p:cNvSpPr txBox="1"/>
          <p:nvPr/>
        </p:nvSpPr>
        <p:spPr>
          <a:xfrm>
            <a:off x="7955280" y="2313432"/>
            <a:ext cx="3474720" cy="274320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200" dirty="0">
                <a:solidFill>
                  <a:srgbClr val="E4DCC8"/>
                </a:solidFill>
                <a:latin typeface="Calibri" pitchFamily="34" charset="0"/>
                <a:ea typeface="Calibri" pitchFamily="34" charset="-122"/>
                <a:cs typeface="Calibri" pitchFamily="34" charset="-120"/>
              </a:rPr>
              <a:t>Insolation ∝ L/a² and a ∝ P^⅔ — the two are near-redundant by construction</a:t>
            </a:r>
            <a:endParaRPr lang="en-US" sz="1200" dirty="0"/>
          </a:p>
          <a:p>
            <a:pPr marL="342900" indent="-342900">
              <a:lnSpc>
                <a:spcPct val="115000"/>
              </a:lnSpc>
              <a:spcAft>
                <a:spcPts val="900"/>
              </a:spcAft>
              <a:buSzPct val="100000"/>
              <a:buChar char="•"/>
            </a:pPr>
            <a:r>
              <a:rPr lang="en-US" sz="1200" dirty="0">
                <a:solidFill>
                  <a:srgbClr val="E4DCC8"/>
                </a:solidFill>
                <a:latin typeface="Calibri" pitchFamily="34" charset="0"/>
                <a:ea typeface="Calibri" pitchFamily="34" charset="-122"/>
                <a:cs typeface="Calibri" pitchFamily="34" charset="-120"/>
              </a:rPr>
              <a:t>They correlate at r = −0.74; variance inflation factors of 21.5 and 26.9, far above the threshold of 10</a:t>
            </a:r>
            <a:endParaRPr lang="en-US" sz="1200" dirty="0"/>
          </a:p>
          <a:p>
            <a:pPr marL="342900" indent="-342900">
              <a:lnSpc>
                <a:spcPct val="115000"/>
              </a:lnSpc>
              <a:spcAft>
                <a:spcPts val="900"/>
              </a:spcAft>
              <a:buSzPct val="100000"/>
              <a:buChar char="•"/>
            </a:pPr>
            <a:r>
              <a:rPr lang="en-US" sz="1200" dirty="0">
                <a:solidFill>
                  <a:srgbClr val="E4DCC8"/>
                </a:solidFill>
                <a:latin typeface="Calibri" pitchFamily="34" charset="0"/>
                <a:ea typeface="Calibri" pitchFamily="34" charset="-122"/>
                <a:cs typeface="Calibri" pitchFamily="34" charset="-120"/>
              </a:rPr>
              <a:t>Swap the importance measure and the top two swap places</a:t>
            </a:r>
            <a:endParaRPr lang="en-US" sz="1200" dirty="0"/>
          </a:p>
          <a:p>
            <a:pPr marL="342900" indent="-342900">
              <a:lnSpc>
                <a:spcPct val="115000"/>
              </a:lnSpc>
              <a:spcAft>
                <a:spcPts val="900"/>
              </a:spcAft>
              <a:buSzPct val="100000"/>
              <a:buChar char="•"/>
            </a:pPr>
            <a:r>
              <a:rPr lang="en-US" sz="1200" dirty="0">
                <a:solidFill>
                  <a:srgbClr val="E4DCC8"/>
                </a:solidFill>
                <a:latin typeface="Calibri" pitchFamily="34" charset="0"/>
                <a:ea typeface="Calibri" pitchFamily="34" charset="-122"/>
                <a:cs typeface="Calibri" pitchFamily="34" charset="-120"/>
              </a:rPr>
              <a:t>Defensible claim: the period-insolation axis dominates. Not that one beats the other.</a:t>
            </a:r>
            <a:endParaRPr lang="en-US" sz="1200" dirty="0"/>
          </a:p>
        </p:txBody>
      </p:sp>
      <p:sp>
        <p:nvSpPr>
          <p:cNvPr id="11" name="Text 7"/>
          <p:cNvSpPr txBox="1"/>
          <p:nvPr/>
        </p:nvSpPr>
        <p:spPr>
          <a:xfrm>
            <a:off x="548640" y="5303520"/>
            <a:ext cx="6858000" cy="320040"/>
          </a:xfrm>
          <a:prstGeom prst="rect">
            <a:avLst/>
          </a:prstGeom>
          <a:noFill/>
          <a:ln/>
        </p:spPr>
        <p:txBody>
          <a:bodyPr wrap="square" lIns="0" tIns="0" rIns="0" bIns="0" rtlCol="0" anchor="ctr"/>
          <a:lstStyle/>
          <a:p>
            <a:pPr indent="0" marL="0">
              <a:buNone/>
            </a:pPr>
            <a:r>
              <a:rPr lang="en-US" sz="1150" i="1" dirty="0">
                <a:solidFill>
                  <a:srgbClr val="9AA8C7"/>
                </a:solidFill>
                <a:latin typeface="Calibri" pitchFamily="34" charset="0"/>
                <a:ea typeface="Calibri" pitchFamily="34" charset="-122"/>
                <a:cs typeface="Calibri" pitchFamily="34" charset="-120"/>
              </a:rPr>
              <a:t>Each measure scaled to its own maximum — the comparison is about order, not magnitude.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QUESTION 4</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Classical and Bayesian agree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24</a:t>
            </a:r>
            <a:endParaRPr lang="en-US" sz="1000" dirty="0"/>
          </a:p>
        </p:txBody>
      </p:sp>
      <p:graphicFrame>
        <p:nvGraphicFramePr>
          <p:cNvPr id="7" name="Chart 0" descr=""/>
          <p:cNvGraphicFramePr/>
          <p:nvPr/>
        </p:nvGraphicFramePr>
        <p:xfrm>
          <a:off x="457200" y="1581912"/>
          <a:ext cx="7132320" cy="32004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863840" y="1627632"/>
            <a:ext cx="3794760" cy="3401568"/>
          </a:xfrm>
          <a:prstGeom prst="roundRect">
            <a:avLst>
              <a:gd name="adj" fmla="val 2419"/>
            </a:avLst>
          </a:prstGeom>
          <a:solidFill>
            <a:srgbClr val="161E45">
              <a:alpha val="78000"/>
            </a:srgbClr>
          </a:solidFill>
          <a:ln w="9525">
            <a:solidFill>
              <a:srgbClr val="2E3A6B"/>
            </a:solidFill>
            <a:prstDash val="solid"/>
          </a:ln>
        </p:spPr>
      </p:sp>
      <p:sp>
        <p:nvSpPr>
          <p:cNvPr id="9" name="Text 5"/>
          <p:cNvSpPr txBox="1"/>
          <p:nvPr/>
        </p:nvSpPr>
        <p:spPr>
          <a:xfrm>
            <a:off x="8183880" y="1847088"/>
            <a:ext cx="3291840" cy="457200"/>
          </a:xfrm>
          <a:prstGeom prst="rect">
            <a:avLst/>
          </a:prstGeom>
          <a:noFill/>
          <a:ln/>
        </p:spPr>
        <p:txBody>
          <a:bodyPr wrap="square" lIns="0" tIns="0" rIns="0" bIns="0" rtlCol="0" anchor="ctr"/>
          <a:lstStyle/>
          <a:p>
            <a:pPr indent="0" marL="0">
              <a:buNone/>
            </a:pPr>
            <a:r>
              <a:rPr lang="en-US" sz="2200" b="1" dirty="0">
                <a:solidFill>
                  <a:srgbClr val="E9B949"/>
                </a:solidFill>
                <a:latin typeface="Cambria" pitchFamily="34" charset="0"/>
                <a:ea typeface="Cambria" pitchFamily="34" charset="-122"/>
                <a:cs typeface="Cambria" pitchFamily="34" charset="-120"/>
              </a:rPr>
              <a:t>0.455 vs 0.790</a:t>
            </a:r>
            <a:endParaRPr lang="en-US" sz="2200" dirty="0"/>
          </a:p>
        </p:txBody>
      </p:sp>
      <p:sp>
        <p:nvSpPr>
          <p:cNvPr id="10" name="Text 6"/>
          <p:cNvSpPr txBox="1"/>
          <p:nvPr/>
        </p:nvSpPr>
        <p:spPr>
          <a:xfrm>
            <a:off x="8183880" y="2322576"/>
            <a:ext cx="3200400" cy="457200"/>
          </a:xfrm>
          <a:prstGeom prst="rect">
            <a:avLst/>
          </a:prstGeom>
          <a:noFill/>
          <a:ln/>
        </p:spPr>
        <p:txBody>
          <a:bodyPr wrap="square" lIns="0" tIns="0" rIns="0" bIns="0" rtlCol="0" anchor="ctr"/>
          <a:lstStyle/>
          <a:p>
            <a:pPr indent="0" marL="0">
              <a:lnSpc>
                <a:spcPct val="110000"/>
              </a:lnSpc>
              <a:buNone/>
            </a:pPr>
            <a:r>
              <a:rPr lang="en-US" sz="1150" dirty="0">
                <a:solidFill>
                  <a:srgbClr val="9AA8C7"/>
                </a:solidFill>
                <a:latin typeface="Calibri" pitchFamily="34" charset="0"/>
                <a:ea typeface="Calibri" pitchFamily="34" charset="-122"/>
                <a:cs typeface="Calibri" pitchFamily="34" charset="-120"/>
              </a:rPr>
              <a:t>proportion above the gap, short- vs long-period</a:t>
            </a:r>
            <a:endParaRPr lang="en-US" sz="1150" dirty="0"/>
          </a:p>
        </p:txBody>
      </p:sp>
      <p:sp>
        <p:nvSpPr>
          <p:cNvPr id="11" name="Text 7"/>
          <p:cNvSpPr txBox="1"/>
          <p:nvPr/>
        </p:nvSpPr>
        <p:spPr>
          <a:xfrm>
            <a:off x="8183880" y="2862072"/>
            <a:ext cx="3200400" cy="1828800"/>
          </a:xfrm>
          <a:prstGeom prst="rect">
            <a:avLst/>
          </a:prstGeom>
          <a:noFill/>
          <a:ln/>
        </p:spPr>
        <p:txBody>
          <a:bodyPr wrap="square" lIns="0" tIns="0" rIns="0" bIns="0" rtlCol="0" anchor="t"/>
          <a:lstStyle/>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Posteriors do not overlap at all</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Δ = 0.335, 95% credible interval [0.299, 0.369]</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P(long &gt; short | data) &gt; 0.9999</a:t>
            </a:r>
            <a:endParaRPr lang="en-US" sz="1250" dirty="0"/>
          </a:p>
          <a:p>
            <a:pPr marL="342900" indent="-342900">
              <a:lnSpc>
                <a:spcPct val="115000"/>
              </a:lnSpc>
              <a:spcAft>
                <a:spcPts val="900"/>
              </a:spcAft>
              <a:buSzPct val="100000"/>
              <a:buChar char="•"/>
            </a:pPr>
            <a:r>
              <a:rPr lang="en-US" sz="1250" dirty="0">
                <a:solidFill>
                  <a:srgbClr val="D7DFF5"/>
                </a:solidFill>
                <a:latin typeface="Calibri" pitchFamily="34" charset="0"/>
                <a:ea typeface="Calibri" pitchFamily="34" charset="-122"/>
                <a:cs typeface="Calibri" pitchFamily="34" charset="-120"/>
              </a:rPr>
              <a:t>Classical tests concur: KS and Mann-Whitney at p ≈ 10⁻⁶⁴, median radius 1.67 vs 2.34 R⊕</a:t>
            </a:r>
            <a:endParaRPr lang="en-US" sz="1250" dirty="0"/>
          </a:p>
        </p:txBody>
      </p:sp>
      <p:sp>
        <p:nvSpPr>
          <p:cNvPr id="12" name="Text 8"/>
          <p:cNvSpPr txBox="1"/>
          <p:nvPr/>
        </p:nvSpPr>
        <p:spPr>
          <a:xfrm>
            <a:off x="548640" y="4919472"/>
            <a:ext cx="11064240" cy="411480"/>
          </a:xfrm>
          <a:prstGeom prst="rect">
            <a:avLst/>
          </a:prstGeom>
          <a:noFill/>
          <a:ln/>
        </p:spPr>
        <p:txBody>
          <a:bodyPr wrap="square" lIns="0" tIns="0" rIns="0" bIns="0" rtlCol="0" anchor="ctr"/>
          <a:lstStyle/>
          <a:p>
            <a:pPr indent="0" marL="0">
              <a:buNone/>
            </a:pPr>
            <a:r>
              <a:rPr lang="en-US" sz="1600" b="1" dirty="0">
                <a:solidFill>
                  <a:srgbClr val="F2F5FF"/>
                </a:solidFill>
                <a:latin typeface="Cambria" pitchFamily="34" charset="0"/>
                <a:ea typeface="Cambria" pitchFamily="34" charset="-122"/>
                <a:cs typeface="Cambria" pitchFamily="34" charset="-120"/>
              </a:rPr>
              <a:t>Long-period planets are far more likely to sit above the gap — the prediction both mass-loss theories share.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STRESS-TESTING</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Four ways the Bayesian result could have broken</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27632"/>
            <a:ext cx="5349240" cy="1572768"/>
          </a:xfrm>
          <a:prstGeom prst="roundRect">
            <a:avLst>
              <a:gd name="adj" fmla="val 5233"/>
            </a:avLst>
          </a:prstGeom>
          <a:solidFill>
            <a:srgbClr val="161E45">
              <a:alpha val="78000"/>
            </a:srgbClr>
          </a:solidFill>
          <a:ln w="9525">
            <a:solidFill>
              <a:srgbClr val="2E3A6B"/>
            </a:solidFill>
            <a:prstDash val="solid"/>
          </a:ln>
        </p:spPr>
      </p:sp>
      <p:sp>
        <p:nvSpPr>
          <p:cNvPr id="8" name="Text 5"/>
          <p:cNvSpPr txBox="1"/>
          <p:nvPr/>
        </p:nvSpPr>
        <p:spPr>
          <a:xfrm>
            <a:off x="868680" y="1828800"/>
            <a:ext cx="2011680" cy="320040"/>
          </a:xfrm>
          <a:prstGeom prst="rect">
            <a:avLst/>
          </a:prstGeom>
          <a:noFill/>
          <a:ln/>
        </p:spPr>
        <p:txBody>
          <a:bodyPr wrap="square" lIns="0" tIns="0" rIns="0" bIns="0" rtlCol="0" anchor="ctr"/>
          <a:lstStyle/>
          <a:p>
            <a:pPr indent="0" marL="0">
              <a:buNone/>
            </a:pPr>
            <a:r>
              <a:rPr lang="en-US" sz="1550" b="1" dirty="0">
                <a:solidFill>
                  <a:srgbClr val="E9B949"/>
                </a:solidFill>
                <a:latin typeface="Cambria" pitchFamily="34" charset="0"/>
                <a:ea typeface="Cambria" pitchFamily="34" charset="-122"/>
                <a:cs typeface="Cambria" pitchFamily="34" charset="-120"/>
              </a:rPr>
              <a:t>Prior</a:t>
            </a:r>
            <a:endParaRPr lang="en-US" sz="1550" dirty="0"/>
          </a:p>
        </p:txBody>
      </p:sp>
      <p:sp>
        <p:nvSpPr>
          <p:cNvPr id="9" name="Text 6"/>
          <p:cNvSpPr txBox="1"/>
          <p:nvPr/>
        </p:nvSpPr>
        <p:spPr>
          <a:xfrm>
            <a:off x="2834640" y="1856232"/>
            <a:ext cx="2743200" cy="292608"/>
          </a:xfrm>
          <a:prstGeom prst="rect">
            <a:avLst/>
          </a:prstGeom>
          <a:noFill/>
          <a:ln/>
        </p:spPr>
        <p:txBody>
          <a:bodyPr wrap="square" lIns="0" tIns="0" rIns="0" bIns="0" rtlCol="0" anchor="ctr"/>
          <a:lstStyle/>
          <a:p>
            <a:pPr algn="r" indent="0" marL="0">
              <a:buNone/>
            </a:pPr>
            <a:r>
              <a:rPr lang="en-US" sz="1150" dirty="0">
                <a:solidFill>
                  <a:srgbClr val="9AA8C7"/>
                </a:solidFill>
                <a:latin typeface="Calibri" pitchFamily="34" charset="0"/>
                <a:ea typeface="Calibri" pitchFamily="34" charset="-122"/>
                <a:cs typeface="Calibri" pitchFamily="34" charset="-120"/>
              </a:rPr>
              <a:t>Beta(1,1) → Beta(20,20)</a:t>
            </a:r>
            <a:endParaRPr lang="en-US" sz="1150" dirty="0"/>
          </a:p>
        </p:txBody>
      </p:sp>
      <p:sp>
        <p:nvSpPr>
          <p:cNvPr id="10" name="Text 7"/>
          <p:cNvSpPr txBox="1"/>
          <p:nvPr/>
        </p:nvSpPr>
        <p:spPr>
          <a:xfrm>
            <a:off x="868680" y="2249424"/>
            <a:ext cx="4709160" cy="347472"/>
          </a:xfrm>
          <a:prstGeom prst="rect">
            <a:avLst/>
          </a:prstGeom>
          <a:noFill/>
          <a:ln/>
        </p:spPr>
        <p:txBody>
          <a:bodyPr wrap="square" lIns="0" tIns="0" rIns="0" bIns="0" rtlCol="0" anchor="ctr"/>
          <a:lstStyle/>
          <a:p>
            <a:pPr indent="0" marL="0">
              <a:buNone/>
            </a:pPr>
            <a:r>
              <a:rPr lang="en-US" sz="1500" b="1" dirty="0">
                <a:solidFill>
                  <a:srgbClr val="F2F5FF"/>
                </a:solidFill>
                <a:latin typeface="Cambria" pitchFamily="34" charset="0"/>
                <a:ea typeface="Cambria" pitchFamily="34" charset="-122"/>
                <a:cs typeface="Cambria" pitchFamily="34" charset="-120"/>
              </a:rPr>
              <a:t>Δ moves 0.335 → 0.324</a:t>
            </a:r>
            <a:endParaRPr lang="en-US" sz="1500" dirty="0"/>
          </a:p>
        </p:txBody>
      </p:sp>
      <p:sp>
        <p:nvSpPr>
          <p:cNvPr id="11" name="Text 8"/>
          <p:cNvSpPr txBox="1"/>
          <p:nvPr/>
        </p:nvSpPr>
        <p:spPr>
          <a:xfrm>
            <a:off x="868680" y="2633472"/>
            <a:ext cx="4709160" cy="411480"/>
          </a:xfrm>
          <a:prstGeom prst="rect">
            <a:avLst/>
          </a:prstGeom>
          <a:noFill/>
          <a:ln/>
        </p:spPr>
        <p:txBody>
          <a:bodyPr wrap="square" lIns="0" tIns="0" rIns="0" bIns="0" rtlCol="0" anchor="ctr"/>
          <a:lstStyle/>
          <a:p>
            <a:pPr indent="0" marL="0">
              <a:buNone/>
            </a:pPr>
            <a:r>
              <a:rPr lang="en-US" sz="1250" dirty="0">
                <a:solidFill>
                  <a:srgbClr val="C6D0EC"/>
                </a:solidFill>
                <a:latin typeface="Calibri" pitchFamily="34" charset="0"/>
                <a:ea typeface="Calibri" pitchFamily="34" charset="-122"/>
                <a:cs typeface="Calibri" pitchFamily="34" charset="-120"/>
              </a:rPr>
              <a:t>A deliberately sceptical prior barely shifts it</a:t>
            </a:r>
            <a:endParaRPr lang="en-US" sz="1250" dirty="0"/>
          </a:p>
        </p:txBody>
      </p:sp>
      <p:sp>
        <p:nvSpPr>
          <p:cNvPr id="12" name="Shape 9"/>
          <p:cNvSpPr/>
          <p:nvPr/>
        </p:nvSpPr>
        <p:spPr>
          <a:xfrm>
            <a:off x="6263640" y="1627632"/>
            <a:ext cx="5349240" cy="1572768"/>
          </a:xfrm>
          <a:prstGeom prst="roundRect">
            <a:avLst>
              <a:gd name="adj" fmla="val 5233"/>
            </a:avLst>
          </a:prstGeom>
          <a:solidFill>
            <a:srgbClr val="161E45">
              <a:alpha val="78000"/>
            </a:srgbClr>
          </a:solidFill>
          <a:ln w="9525">
            <a:solidFill>
              <a:srgbClr val="2E3A6B"/>
            </a:solidFill>
            <a:prstDash val="solid"/>
          </a:ln>
        </p:spPr>
      </p:sp>
      <p:sp>
        <p:nvSpPr>
          <p:cNvPr id="13" name="Text 10"/>
          <p:cNvSpPr txBox="1"/>
          <p:nvPr/>
        </p:nvSpPr>
        <p:spPr>
          <a:xfrm>
            <a:off x="6583680" y="1828800"/>
            <a:ext cx="2011680" cy="320040"/>
          </a:xfrm>
          <a:prstGeom prst="rect">
            <a:avLst/>
          </a:prstGeom>
          <a:noFill/>
          <a:ln/>
        </p:spPr>
        <p:txBody>
          <a:bodyPr wrap="square" lIns="0" tIns="0" rIns="0" bIns="0" rtlCol="0" anchor="ctr"/>
          <a:lstStyle/>
          <a:p>
            <a:pPr indent="0" marL="0">
              <a:buNone/>
            </a:pPr>
            <a:r>
              <a:rPr lang="en-US" sz="1550" b="1" dirty="0">
                <a:solidFill>
                  <a:srgbClr val="E9B949"/>
                </a:solidFill>
                <a:latin typeface="Cambria" pitchFamily="34" charset="0"/>
                <a:ea typeface="Cambria" pitchFamily="34" charset="-122"/>
                <a:cs typeface="Cambria" pitchFamily="34" charset="-120"/>
              </a:rPr>
              <a:t>Threshold</a:t>
            </a:r>
            <a:endParaRPr lang="en-US" sz="1550" dirty="0"/>
          </a:p>
        </p:txBody>
      </p:sp>
      <p:sp>
        <p:nvSpPr>
          <p:cNvPr id="14" name="Text 11"/>
          <p:cNvSpPr txBox="1"/>
          <p:nvPr/>
        </p:nvSpPr>
        <p:spPr>
          <a:xfrm>
            <a:off x="8549640" y="1856232"/>
            <a:ext cx="2743200" cy="292608"/>
          </a:xfrm>
          <a:prstGeom prst="rect">
            <a:avLst/>
          </a:prstGeom>
          <a:noFill/>
          <a:ln/>
        </p:spPr>
        <p:txBody>
          <a:bodyPr wrap="square" lIns="0" tIns="0" rIns="0" bIns="0" rtlCol="0" anchor="ctr"/>
          <a:lstStyle/>
          <a:p>
            <a:pPr algn="r" indent="0" marL="0">
              <a:buNone/>
            </a:pPr>
            <a:r>
              <a:rPr lang="en-US" sz="1150" dirty="0">
                <a:solidFill>
                  <a:srgbClr val="9AA8C7"/>
                </a:solidFill>
                <a:latin typeface="Calibri" pitchFamily="34" charset="0"/>
                <a:ea typeface="Calibri" pitchFamily="34" charset="-122"/>
                <a:cs typeface="Calibri" pitchFamily="34" charset="-120"/>
              </a:rPr>
              <a:t>5, 10 and 20-day cuts</a:t>
            </a:r>
            <a:endParaRPr lang="en-US" sz="1150" dirty="0"/>
          </a:p>
        </p:txBody>
      </p:sp>
      <p:sp>
        <p:nvSpPr>
          <p:cNvPr id="15" name="Text 12"/>
          <p:cNvSpPr txBox="1"/>
          <p:nvPr/>
        </p:nvSpPr>
        <p:spPr>
          <a:xfrm>
            <a:off x="6583680" y="2249424"/>
            <a:ext cx="4709160" cy="347472"/>
          </a:xfrm>
          <a:prstGeom prst="rect">
            <a:avLst/>
          </a:prstGeom>
          <a:noFill/>
          <a:ln/>
        </p:spPr>
        <p:txBody>
          <a:bodyPr wrap="square" lIns="0" tIns="0" rIns="0" bIns="0" rtlCol="0" anchor="ctr"/>
          <a:lstStyle/>
          <a:p>
            <a:pPr indent="0" marL="0">
              <a:buNone/>
            </a:pPr>
            <a:r>
              <a:rPr lang="en-US" sz="1500" b="1" dirty="0">
                <a:solidFill>
                  <a:srgbClr val="F2F5FF"/>
                </a:solidFill>
                <a:latin typeface="Cambria" pitchFamily="34" charset="0"/>
                <a:ea typeface="Cambria" pitchFamily="34" charset="-122"/>
                <a:cs typeface="Cambria" pitchFamily="34" charset="-120"/>
              </a:rPr>
              <a:t>Δ = 0.414 / 0.334 / 0.276</a:t>
            </a:r>
            <a:endParaRPr lang="en-US" sz="1500" dirty="0"/>
          </a:p>
        </p:txBody>
      </p:sp>
      <p:sp>
        <p:nvSpPr>
          <p:cNvPr id="16" name="Text 13"/>
          <p:cNvSpPr txBox="1"/>
          <p:nvPr/>
        </p:nvSpPr>
        <p:spPr>
          <a:xfrm>
            <a:off x="6583680" y="2633472"/>
            <a:ext cx="4709160" cy="411480"/>
          </a:xfrm>
          <a:prstGeom prst="rect">
            <a:avLst/>
          </a:prstGeom>
          <a:noFill/>
          <a:ln/>
        </p:spPr>
        <p:txBody>
          <a:bodyPr wrap="square" lIns="0" tIns="0" rIns="0" bIns="0" rtlCol="0" anchor="ctr"/>
          <a:lstStyle/>
          <a:p>
            <a:pPr indent="0" marL="0">
              <a:buNone/>
            </a:pPr>
            <a:r>
              <a:rPr lang="en-US" sz="1250" dirty="0">
                <a:solidFill>
                  <a:srgbClr val="C6D0EC"/>
                </a:solidFill>
                <a:latin typeface="Calibri" pitchFamily="34" charset="0"/>
                <a:ea typeface="Calibri" pitchFamily="34" charset="-122"/>
                <a:cs typeface="Calibri" pitchFamily="34" charset="-120"/>
              </a:rPr>
              <a:t>Magnitude shrinks, direction never does</a:t>
            </a:r>
            <a:endParaRPr lang="en-US" sz="1250" dirty="0"/>
          </a:p>
        </p:txBody>
      </p:sp>
      <p:sp>
        <p:nvSpPr>
          <p:cNvPr id="17" name="Shape 14"/>
          <p:cNvSpPr/>
          <p:nvPr/>
        </p:nvSpPr>
        <p:spPr>
          <a:xfrm>
            <a:off x="548640" y="3410712"/>
            <a:ext cx="5349240" cy="1572768"/>
          </a:xfrm>
          <a:prstGeom prst="roundRect">
            <a:avLst>
              <a:gd name="adj" fmla="val 5233"/>
            </a:avLst>
          </a:prstGeom>
          <a:solidFill>
            <a:srgbClr val="161E45">
              <a:alpha val="78000"/>
            </a:srgbClr>
          </a:solidFill>
          <a:ln w="9525">
            <a:solidFill>
              <a:srgbClr val="2E3A6B"/>
            </a:solidFill>
            <a:prstDash val="solid"/>
          </a:ln>
        </p:spPr>
      </p:sp>
      <p:sp>
        <p:nvSpPr>
          <p:cNvPr id="18" name="Text 15"/>
          <p:cNvSpPr txBox="1"/>
          <p:nvPr/>
        </p:nvSpPr>
        <p:spPr>
          <a:xfrm>
            <a:off x="868680" y="3611880"/>
            <a:ext cx="2011680" cy="320040"/>
          </a:xfrm>
          <a:prstGeom prst="rect">
            <a:avLst/>
          </a:prstGeom>
          <a:noFill/>
          <a:ln/>
        </p:spPr>
        <p:txBody>
          <a:bodyPr wrap="square" lIns="0" tIns="0" rIns="0" bIns="0" rtlCol="0" anchor="ctr"/>
          <a:lstStyle/>
          <a:p>
            <a:pPr indent="0" marL="0">
              <a:buNone/>
            </a:pPr>
            <a:r>
              <a:rPr lang="en-US" sz="1550" b="1" dirty="0">
                <a:solidFill>
                  <a:srgbClr val="E9B949"/>
                </a:solidFill>
                <a:latin typeface="Cambria" pitchFamily="34" charset="0"/>
                <a:ea typeface="Cambria" pitchFamily="34" charset="-122"/>
                <a:cs typeface="Cambria" pitchFamily="34" charset="-120"/>
              </a:rPr>
              <a:t>Independence</a:t>
            </a:r>
            <a:endParaRPr lang="en-US" sz="1550" dirty="0"/>
          </a:p>
        </p:txBody>
      </p:sp>
      <p:sp>
        <p:nvSpPr>
          <p:cNvPr id="19" name="Text 16"/>
          <p:cNvSpPr txBox="1"/>
          <p:nvPr/>
        </p:nvSpPr>
        <p:spPr>
          <a:xfrm>
            <a:off x="2834640" y="3639312"/>
            <a:ext cx="2743200" cy="292608"/>
          </a:xfrm>
          <a:prstGeom prst="rect">
            <a:avLst/>
          </a:prstGeom>
          <a:noFill/>
          <a:ln/>
        </p:spPr>
        <p:txBody>
          <a:bodyPr wrap="square" lIns="0" tIns="0" rIns="0" bIns="0" rtlCol="0" anchor="ctr"/>
          <a:lstStyle/>
          <a:p>
            <a:pPr algn="r" indent="0" marL="0">
              <a:buNone/>
            </a:pPr>
            <a:r>
              <a:rPr lang="en-US" sz="1150" dirty="0">
                <a:solidFill>
                  <a:srgbClr val="9AA8C7"/>
                </a:solidFill>
                <a:latin typeface="Calibri" pitchFamily="34" charset="0"/>
                <a:ea typeface="Calibri" pitchFamily="34" charset="-122"/>
                <a:cs typeface="Calibri" pitchFamily="34" charset="-120"/>
              </a:rPr>
              <a:t>Cluster bootstrap by host system</a:t>
            </a:r>
            <a:endParaRPr lang="en-US" sz="1150" dirty="0"/>
          </a:p>
        </p:txBody>
      </p:sp>
      <p:sp>
        <p:nvSpPr>
          <p:cNvPr id="20" name="Text 17"/>
          <p:cNvSpPr txBox="1"/>
          <p:nvPr/>
        </p:nvSpPr>
        <p:spPr>
          <a:xfrm>
            <a:off x="868680" y="4032504"/>
            <a:ext cx="4709160" cy="347472"/>
          </a:xfrm>
          <a:prstGeom prst="rect">
            <a:avLst/>
          </a:prstGeom>
          <a:noFill/>
          <a:ln/>
        </p:spPr>
        <p:txBody>
          <a:bodyPr wrap="square" lIns="0" tIns="0" rIns="0" bIns="0" rtlCol="0" anchor="ctr"/>
          <a:lstStyle/>
          <a:p>
            <a:pPr indent="0" marL="0">
              <a:buNone/>
            </a:pPr>
            <a:r>
              <a:rPr lang="en-US" sz="1500" b="1" dirty="0">
                <a:solidFill>
                  <a:srgbClr val="F2F5FF"/>
                </a:solidFill>
                <a:latin typeface="Cambria" pitchFamily="34" charset="0"/>
                <a:ea typeface="Cambria" pitchFamily="34" charset="-122"/>
                <a:cs typeface="Cambria" pitchFamily="34" charset="-120"/>
              </a:rPr>
              <a:t>Interval widens ×1.02</a:t>
            </a:r>
            <a:endParaRPr lang="en-US" sz="1500" dirty="0"/>
          </a:p>
        </p:txBody>
      </p:sp>
      <p:sp>
        <p:nvSpPr>
          <p:cNvPr id="21" name="Text 18"/>
          <p:cNvSpPr txBox="1"/>
          <p:nvPr/>
        </p:nvSpPr>
        <p:spPr>
          <a:xfrm>
            <a:off x="868680" y="4416552"/>
            <a:ext cx="4709160" cy="411480"/>
          </a:xfrm>
          <a:prstGeom prst="rect">
            <a:avLst/>
          </a:prstGeom>
          <a:noFill/>
          <a:ln/>
        </p:spPr>
        <p:txBody>
          <a:bodyPr wrap="square" lIns="0" tIns="0" rIns="0" bIns="0" rtlCol="0" anchor="ctr"/>
          <a:lstStyle/>
          <a:p>
            <a:pPr indent="0" marL="0">
              <a:buNone/>
            </a:pPr>
            <a:r>
              <a:rPr lang="en-US" sz="1250" dirty="0">
                <a:solidFill>
                  <a:srgbClr val="C6D0EC"/>
                </a:solidFill>
                <a:latin typeface="Calibri" pitchFamily="34" charset="0"/>
                <a:ea typeface="Calibri" pitchFamily="34" charset="-122"/>
                <a:cs typeface="Calibri" pitchFamily="34" charset="-120"/>
              </a:rPr>
              <a:t>42% share a host — it barely matters</a:t>
            </a:r>
            <a:endParaRPr lang="en-US" sz="1250" dirty="0"/>
          </a:p>
        </p:txBody>
      </p:sp>
      <p:sp>
        <p:nvSpPr>
          <p:cNvPr id="22" name="Shape 19"/>
          <p:cNvSpPr/>
          <p:nvPr/>
        </p:nvSpPr>
        <p:spPr>
          <a:xfrm>
            <a:off x="6263640" y="3410712"/>
            <a:ext cx="5349240" cy="1572768"/>
          </a:xfrm>
          <a:prstGeom prst="roundRect">
            <a:avLst>
              <a:gd name="adj" fmla="val 5233"/>
            </a:avLst>
          </a:prstGeom>
          <a:solidFill>
            <a:srgbClr val="161E45">
              <a:alpha val="78000"/>
            </a:srgbClr>
          </a:solidFill>
          <a:ln w="9525">
            <a:solidFill>
              <a:srgbClr val="2E3A6B"/>
            </a:solidFill>
            <a:prstDash val="solid"/>
          </a:ln>
        </p:spPr>
      </p:sp>
      <p:sp>
        <p:nvSpPr>
          <p:cNvPr id="23" name="Text 20"/>
          <p:cNvSpPr txBox="1"/>
          <p:nvPr/>
        </p:nvSpPr>
        <p:spPr>
          <a:xfrm>
            <a:off x="6583680" y="3611880"/>
            <a:ext cx="2011680" cy="320040"/>
          </a:xfrm>
          <a:prstGeom prst="rect">
            <a:avLst/>
          </a:prstGeom>
          <a:noFill/>
          <a:ln/>
        </p:spPr>
        <p:txBody>
          <a:bodyPr wrap="square" lIns="0" tIns="0" rIns="0" bIns="0" rtlCol="0" anchor="ctr"/>
          <a:lstStyle/>
          <a:p>
            <a:pPr indent="0" marL="0">
              <a:buNone/>
            </a:pPr>
            <a:r>
              <a:rPr lang="en-US" sz="1550" b="1" dirty="0">
                <a:solidFill>
                  <a:srgbClr val="E9B949"/>
                </a:solidFill>
                <a:latin typeface="Cambria" pitchFamily="34" charset="0"/>
                <a:ea typeface="Cambria" pitchFamily="34" charset="-122"/>
                <a:cs typeface="Cambria" pitchFamily="34" charset="-120"/>
              </a:rPr>
              <a:t>Model fit</a:t>
            </a:r>
            <a:endParaRPr lang="en-US" sz="1550" dirty="0"/>
          </a:p>
        </p:txBody>
      </p:sp>
      <p:sp>
        <p:nvSpPr>
          <p:cNvPr id="24" name="Text 21"/>
          <p:cNvSpPr txBox="1"/>
          <p:nvPr/>
        </p:nvSpPr>
        <p:spPr>
          <a:xfrm>
            <a:off x="8549640" y="3639312"/>
            <a:ext cx="2743200" cy="292608"/>
          </a:xfrm>
          <a:prstGeom prst="rect">
            <a:avLst/>
          </a:prstGeom>
          <a:noFill/>
          <a:ln/>
        </p:spPr>
        <p:txBody>
          <a:bodyPr wrap="square" lIns="0" tIns="0" rIns="0" bIns="0" rtlCol="0" anchor="ctr"/>
          <a:lstStyle/>
          <a:p>
            <a:pPr algn="r" indent="0" marL="0">
              <a:buNone/>
            </a:pPr>
            <a:r>
              <a:rPr lang="en-US" sz="1150" dirty="0">
                <a:solidFill>
                  <a:srgbClr val="9AA8C7"/>
                </a:solidFill>
                <a:latin typeface="Calibri" pitchFamily="34" charset="0"/>
                <a:ea typeface="Calibri" pitchFamily="34" charset="-122"/>
                <a:cs typeface="Calibri" pitchFamily="34" charset="-120"/>
              </a:rPr>
              <a:t>Posterior predictive check</a:t>
            </a:r>
            <a:endParaRPr lang="en-US" sz="1150" dirty="0"/>
          </a:p>
        </p:txBody>
      </p:sp>
      <p:sp>
        <p:nvSpPr>
          <p:cNvPr id="25" name="Text 22"/>
          <p:cNvSpPr txBox="1"/>
          <p:nvPr/>
        </p:nvSpPr>
        <p:spPr>
          <a:xfrm>
            <a:off x="6583680" y="4032504"/>
            <a:ext cx="4709160" cy="347472"/>
          </a:xfrm>
          <a:prstGeom prst="rect">
            <a:avLst/>
          </a:prstGeom>
          <a:noFill/>
          <a:ln/>
        </p:spPr>
        <p:txBody>
          <a:bodyPr wrap="square" lIns="0" tIns="0" rIns="0" bIns="0" rtlCol="0" anchor="ctr"/>
          <a:lstStyle/>
          <a:p>
            <a:pPr indent="0" marL="0">
              <a:buNone/>
            </a:pPr>
            <a:r>
              <a:rPr lang="en-US" sz="1500" b="1" dirty="0">
                <a:solidFill>
                  <a:srgbClr val="F2F5FF"/>
                </a:solidFill>
                <a:latin typeface="Cambria" pitchFamily="34" charset="0"/>
                <a:ea typeface="Cambria" pitchFamily="34" charset="-122"/>
                <a:cs typeface="Cambria" pitchFamily="34" charset="-120"/>
              </a:rPr>
              <a:t>Cannot fail by construction</a:t>
            </a:r>
            <a:endParaRPr lang="en-US" sz="1500" dirty="0"/>
          </a:p>
        </p:txBody>
      </p:sp>
      <p:sp>
        <p:nvSpPr>
          <p:cNvPr id="26" name="Text 23"/>
          <p:cNvSpPr txBox="1"/>
          <p:nvPr/>
        </p:nvSpPr>
        <p:spPr>
          <a:xfrm>
            <a:off x="6583680" y="4416552"/>
            <a:ext cx="4709160" cy="411480"/>
          </a:xfrm>
          <a:prstGeom prst="rect">
            <a:avLst/>
          </a:prstGeom>
          <a:noFill/>
          <a:ln/>
        </p:spPr>
        <p:txBody>
          <a:bodyPr wrap="square" lIns="0" tIns="0" rIns="0" bIns="0" rtlCol="0" anchor="ctr"/>
          <a:lstStyle/>
          <a:p>
            <a:pPr indent="0" marL="0">
              <a:buNone/>
            </a:pPr>
            <a:r>
              <a:rPr lang="en-US" sz="1250" dirty="0">
                <a:solidFill>
                  <a:srgbClr val="C6D0EC"/>
                </a:solidFill>
                <a:latin typeface="Calibri" pitchFamily="34" charset="0"/>
                <a:ea typeface="Calibri" pitchFamily="34" charset="-122"/>
                <a:cs typeface="Calibri" pitchFamily="34" charset="-120"/>
              </a:rPr>
              <a:t>Reported as the weak check it is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THE HONEST LIMITATION</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Detection bias predicts the same signature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26</a:t>
            </a:r>
            <a:endParaRPr lang="en-US" sz="1000" dirty="0"/>
          </a:p>
        </p:txBody>
      </p:sp>
      <p:sp>
        <p:nvSpPr>
          <p:cNvPr id="7" name="Text 4"/>
          <p:cNvSpPr txBox="1"/>
          <p:nvPr/>
        </p:nvSpPr>
        <p:spPr>
          <a:xfrm>
            <a:off x="548640" y="1627632"/>
            <a:ext cx="11064240" cy="566928"/>
          </a:xfrm>
          <a:prstGeom prst="rect">
            <a:avLst/>
          </a:prstGeom>
          <a:noFill/>
          <a:ln/>
        </p:spPr>
        <p:txBody>
          <a:bodyPr wrap="square" lIns="0" tIns="0" rIns="0" bIns="0" rtlCol="0" anchor="ctr"/>
          <a:lstStyle/>
          <a:p>
            <a:pPr indent="0" marL="0">
              <a:lnSpc>
                <a:spcPct val="115000"/>
              </a:lnSpc>
              <a:buNone/>
            </a:pPr>
            <a:r>
              <a:rPr lang="en-US" sz="1450" dirty="0">
                <a:solidFill>
                  <a:srgbClr val="D7DFF5"/>
                </a:solidFill>
                <a:latin typeface="Calibri" pitchFamily="34" charset="0"/>
                <a:ea typeface="Calibri" pitchFamily="34" charset="-122"/>
                <a:cs typeface="Calibri" pitchFamily="34" charset="-120"/>
              </a:rPr>
              <a:t>Transit signal-to-noise scales with planet size and with how many transits fall inside the observing window. Small planets on long orbits are systematically missed.</a:t>
            </a:r>
            <a:endParaRPr lang="en-US" sz="1450" dirty="0"/>
          </a:p>
        </p:txBody>
      </p:sp>
      <p:graphicFrame>
        <p:nvGraphicFramePr>
          <p:cNvPr id="8" name="Chart 0" descr=""/>
          <p:cNvGraphicFramePr/>
          <p:nvPr/>
        </p:nvGraphicFramePr>
        <p:xfrm>
          <a:off x="502920" y="2231136"/>
          <a:ext cx="7315200" cy="269748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8092440" y="2231136"/>
            <a:ext cx="3566160" cy="2697480"/>
          </a:xfrm>
          <a:prstGeom prst="roundRect">
            <a:avLst>
              <a:gd name="adj" fmla="val 3051"/>
            </a:avLst>
          </a:prstGeom>
          <a:solidFill>
            <a:srgbClr val="161E45">
              <a:alpha val="78000"/>
            </a:srgbClr>
          </a:solidFill>
          <a:ln w="9525">
            <a:solidFill>
              <a:srgbClr val="2E3A6B"/>
            </a:solidFill>
            <a:prstDash val="solid"/>
          </a:ln>
        </p:spPr>
      </p:sp>
      <p:sp>
        <p:nvSpPr>
          <p:cNvPr id="10" name="Text 6"/>
          <p:cNvSpPr txBox="1"/>
          <p:nvPr/>
        </p:nvSpPr>
        <p:spPr>
          <a:xfrm>
            <a:off x="8366760" y="2432304"/>
            <a:ext cx="3063240" cy="347472"/>
          </a:xfrm>
          <a:prstGeom prst="rect">
            <a:avLst/>
          </a:prstGeom>
          <a:noFill/>
          <a:ln/>
        </p:spPr>
        <p:txBody>
          <a:bodyPr wrap="square" lIns="0" tIns="0" rIns="0" bIns="0" rtlCol="0" anchor="ctr"/>
          <a:lstStyle/>
          <a:p>
            <a:pPr indent="0" marL="0">
              <a:buNone/>
            </a:pPr>
            <a:r>
              <a:rPr lang="en-US" sz="1600" b="1" dirty="0">
                <a:solidFill>
                  <a:srgbClr val="E9B949"/>
                </a:solidFill>
                <a:latin typeface="Cambria" pitchFamily="34" charset="0"/>
                <a:ea typeface="Cambria" pitchFamily="34" charset="-122"/>
                <a:cs typeface="Cambria" pitchFamily="34" charset="-120"/>
              </a:rPr>
              <a:t>Every percentile climbs</a:t>
            </a:r>
            <a:endParaRPr lang="en-US" sz="1600" dirty="0"/>
          </a:p>
        </p:txBody>
      </p:sp>
      <p:sp>
        <p:nvSpPr>
          <p:cNvPr id="11" name="Text 7"/>
          <p:cNvSpPr txBox="1"/>
          <p:nvPr/>
        </p:nvSpPr>
        <p:spPr>
          <a:xfrm>
            <a:off x="8366760" y="2862072"/>
            <a:ext cx="3063240" cy="1005840"/>
          </a:xfrm>
          <a:prstGeom prst="rect">
            <a:avLst/>
          </a:prstGeom>
          <a:noFill/>
          <a:ln/>
        </p:spPr>
        <p:txBody>
          <a:bodyPr wrap="square" lIns="0" tIns="0" rIns="0" bIns="0" rtlCol="0" anchor="ctr"/>
          <a:lstStyle/>
          <a:p>
            <a:pPr indent="0" marL="0">
              <a:lnSpc>
                <a:spcPct val="118000"/>
              </a:lnSpc>
              <a:buNone/>
            </a:pPr>
            <a:r>
              <a:rPr lang="en-US" sz="1250" dirty="0">
                <a:solidFill>
                  <a:srgbClr val="D7DFF5"/>
                </a:solidFill>
                <a:latin typeface="Calibri" pitchFamily="34" charset="0"/>
                <a:ea typeface="Calibri" pitchFamily="34" charset="-122"/>
                <a:cs typeface="Calibri" pitchFamily="34" charset="-120"/>
              </a:rPr>
              <a:t>It is not that long-period planets are merely larger on average — the whole distribution lifts, and the bottom edge lifts fastest. Small planets stop appearing at all.</a:t>
            </a:r>
            <a:endParaRPr lang="en-US" sz="1250" dirty="0"/>
          </a:p>
        </p:txBody>
      </p:sp>
      <p:sp>
        <p:nvSpPr>
          <p:cNvPr id="12" name="Text 8"/>
          <p:cNvSpPr txBox="1"/>
          <p:nvPr/>
        </p:nvSpPr>
        <p:spPr>
          <a:xfrm>
            <a:off x="8366760" y="4023360"/>
            <a:ext cx="3108960" cy="731520"/>
          </a:xfrm>
          <a:prstGeom prst="rect">
            <a:avLst/>
          </a:prstGeom>
          <a:noFill/>
          <a:ln/>
        </p:spPr>
        <p:txBody>
          <a:bodyPr wrap="square" lIns="0" tIns="0" rIns="0" bIns="0" rtlCol="0" anchor="ctr"/>
          <a:lstStyle/>
          <a:p>
            <a:pPr indent="0" marL="0">
              <a:lnSpc>
                <a:spcPct val="115000"/>
              </a:lnSpc>
              <a:buNone/>
            </a:pPr>
            <a:r>
              <a:rPr lang="en-US" sz="1200" dirty="0">
                <a:solidFill>
                  <a:srgbClr val="7FA8D9"/>
                </a:solidFill>
                <a:latin typeface="Calibri" pitchFamily="34" charset="0"/>
                <a:ea typeface="Calibri" pitchFamily="34" charset="-122"/>
                <a:cs typeface="Calibri" pitchFamily="34" charset="-120"/>
              </a:rPr>
              <a:t>Planets under 1.5 R⊕:  55% → 32% → 15% → 9% → 6%</a:t>
            </a:r>
            <a:endParaRPr lang="en-US" sz="1200" dirty="0"/>
          </a:p>
        </p:txBody>
      </p:sp>
      <p:sp>
        <p:nvSpPr>
          <p:cNvPr id="13" name="Shape 9"/>
          <p:cNvSpPr/>
          <p:nvPr/>
        </p:nvSpPr>
        <p:spPr>
          <a:xfrm>
            <a:off x="548640" y="5029200"/>
            <a:ext cx="11064240" cy="841248"/>
          </a:xfrm>
          <a:prstGeom prst="roundRect">
            <a:avLst>
              <a:gd name="adj" fmla="val 9783"/>
            </a:avLst>
          </a:prstGeom>
          <a:solidFill>
            <a:srgbClr val="40260F">
              <a:alpha val="78000"/>
            </a:srgbClr>
          </a:solidFill>
          <a:ln w="9525">
            <a:solidFill>
              <a:srgbClr val="7A5A22"/>
            </a:solidFill>
            <a:prstDash val="solid"/>
          </a:ln>
        </p:spPr>
      </p:sp>
      <p:sp>
        <p:nvSpPr>
          <p:cNvPr id="14" name="Text 10"/>
          <p:cNvSpPr txBox="1"/>
          <p:nvPr/>
        </p:nvSpPr>
        <p:spPr>
          <a:xfrm>
            <a:off x="914400" y="5212080"/>
            <a:ext cx="10332720" cy="502920"/>
          </a:xfrm>
          <a:prstGeom prst="rect">
            <a:avLst/>
          </a:prstGeom>
          <a:noFill/>
          <a:ln/>
        </p:spPr>
        <p:txBody>
          <a:bodyPr wrap="square" lIns="0" tIns="0" rIns="0" bIns="0" rtlCol="0" anchor="ctr"/>
          <a:lstStyle/>
          <a:p>
            <a:pPr indent="0" marL="0">
              <a:buNone/>
            </a:pPr>
            <a:r>
              <a:rPr lang="en-US" sz="1550" b="1" dirty="0">
                <a:solidFill>
                  <a:srgbClr val="E9B949"/>
                </a:solidFill>
                <a:latin typeface="Cambria" pitchFamily="34" charset="0"/>
                <a:ea typeface="Cambria" pitchFamily="34" charset="-122"/>
                <a:cs typeface="Cambria" pitchFamily="34" charset="-120"/>
              </a:rPr>
              <a:t>The detection floor rises with period — so a survey that simply fails to see small distant planets produces exactly the result reported here, with no mass loss at all.</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tmp/deck/bg_her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685800"/>
            <a:ext cx="10515600" cy="685800"/>
          </a:xfrm>
          <a:prstGeom prst="rect">
            <a:avLst/>
          </a:prstGeom>
          <a:noFill/>
          <a:ln/>
        </p:spPr>
        <p:txBody>
          <a:bodyPr wrap="square" lIns="0" tIns="0" rIns="0" bIns="0" rtlCol="0" anchor="ctr"/>
          <a:lstStyle/>
          <a:p>
            <a:pPr indent="0" marL="0">
              <a:buNone/>
            </a:pPr>
            <a:r>
              <a:rPr lang="en-US" sz="3600" b="1" dirty="0">
                <a:solidFill>
                  <a:srgbClr val="F2F5FF"/>
                </a:solidFill>
                <a:latin typeface="Cambria" pitchFamily="34" charset="0"/>
                <a:ea typeface="Cambria" pitchFamily="34" charset="-122"/>
                <a:cs typeface="Cambria" pitchFamily="34" charset="-120"/>
              </a:rPr>
              <a:t>What the data supports</a:t>
            </a:r>
            <a:endParaRPr lang="en-US" sz="3600" dirty="0"/>
          </a:p>
        </p:txBody>
      </p:sp>
      <p:sp>
        <p:nvSpPr>
          <p:cNvPr id="4" name="Shape 1"/>
          <p:cNvSpPr/>
          <p:nvPr/>
        </p:nvSpPr>
        <p:spPr>
          <a:xfrm>
            <a:off x="868680" y="1773936"/>
            <a:ext cx="182880" cy="182880"/>
          </a:xfrm>
          <a:prstGeom prst="ellipse">
            <a:avLst/>
          </a:prstGeom>
          <a:solidFill>
            <a:srgbClr val="E9B949"/>
          </a:solidFill>
          <a:ln/>
        </p:spPr>
      </p:sp>
      <p:sp>
        <p:nvSpPr>
          <p:cNvPr id="5" name="Text 2"/>
          <p:cNvSpPr txBox="1"/>
          <p:nvPr/>
        </p:nvSpPr>
        <p:spPr>
          <a:xfrm>
            <a:off x="1298448" y="1627632"/>
            <a:ext cx="4846320" cy="420624"/>
          </a:xfrm>
          <a:prstGeom prst="rect">
            <a:avLst/>
          </a:prstGeom>
          <a:noFill/>
          <a:ln/>
        </p:spPr>
        <p:txBody>
          <a:bodyPr wrap="square" lIns="0" tIns="0" rIns="0" bIns="0" rtlCol="0" anchor="t"/>
          <a:lstStyle/>
          <a:p>
            <a:pPr indent="0" marL="0">
              <a:buNone/>
            </a:pPr>
            <a:r>
              <a:rPr lang="en-US" sz="1900" b="1" dirty="0">
                <a:solidFill>
                  <a:srgbClr val="F2F5FF"/>
                </a:solidFill>
                <a:latin typeface="Cambria" pitchFamily="34" charset="0"/>
                <a:ea typeface="Cambria" pitchFamily="34" charset="-122"/>
                <a:cs typeface="Cambria" pitchFamily="34" charset="-120"/>
              </a:rPr>
              <a:t>A second mode near 1.76 R⊕</a:t>
            </a:r>
            <a:endParaRPr lang="en-US" sz="1900" dirty="0"/>
          </a:p>
        </p:txBody>
      </p:sp>
      <p:sp>
        <p:nvSpPr>
          <p:cNvPr id="6" name="Text 3"/>
          <p:cNvSpPr txBox="1"/>
          <p:nvPr/>
        </p:nvSpPr>
        <p:spPr>
          <a:xfrm>
            <a:off x="6309360" y="1627632"/>
            <a:ext cx="5029200" cy="777240"/>
          </a:xfrm>
          <a:prstGeom prst="rect">
            <a:avLst/>
          </a:prstGeom>
          <a:noFill/>
          <a:ln/>
        </p:spPr>
        <p:txBody>
          <a:bodyPr wrap="square" lIns="0" tIns="0" rIns="0" bIns="0" rtlCol="0" anchor="t"/>
          <a:lstStyle/>
          <a:p>
            <a:pPr indent="0" marL="0">
              <a:lnSpc>
                <a:spcPct val="115000"/>
              </a:lnSpc>
              <a:buNone/>
            </a:pPr>
            <a:r>
              <a:rPr lang="en-US" sz="1350" dirty="0">
                <a:solidFill>
                  <a:srgbClr val="C6D0EC"/>
                </a:solidFill>
                <a:latin typeface="Calibri" pitchFamily="34" charset="0"/>
                <a:ea typeface="Calibri" pitchFamily="34" charset="-122"/>
                <a:cs typeface="Calibri" pitchFamily="34" charset="-120"/>
              </a:rPr>
              <a:t>Bandwidth-stable, filter-robust, and supported by Silverman's test.</a:t>
            </a:r>
            <a:endParaRPr lang="en-US" sz="1350" dirty="0"/>
          </a:p>
        </p:txBody>
      </p:sp>
      <p:sp>
        <p:nvSpPr>
          <p:cNvPr id="7" name="Shape 4"/>
          <p:cNvSpPr/>
          <p:nvPr/>
        </p:nvSpPr>
        <p:spPr>
          <a:xfrm>
            <a:off x="868680" y="2852928"/>
            <a:ext cx="182880" cy="182880"/>
          </a:xfrm>
          <a:prstGeom prst="ellipse">
            <a:avLst/>
          </a:prstGeom>
          <a:solidFill>
            <a:srgbClr val="7FA8D9"/>
          </a:solidFill>
          <a:ln/>
        </p:spPr>
      </p:sp>
      <p:sp>
        <p:nvSpPr>
          <p:cNvPr id="8" name="Text 5"/>
          <p:cNvSpPr txBox="1"/>
          <p:nvPr/>
        </p:nvSpPr>
        <p:spPr>
          <a:xfrm>
            <a:off x="1298448" y="2706624"/>
            <a:ext cx="4846320" cy="420624"/>
          </a:xfrm>
          <a:prstGeom prst="rect">
            <a:avLst/>
          </a:prstGeom>
          <a:noFill/>
          <a:ln/>
        </p:spPr>
        <p:txBody>
          <a:bodyPr wrap="square" lIns="0" tIns="0" rIns="0" bIns="0" rtlCol="0" anchor="t"/>
          <a:lstStyle/>
          <a:p>
            <a:pPr indent="0" marL="0">
              <a:buNone/>
            </a:pPr>
            <a:r>
              <a:rPr lang="en-US" sz="1900" b="1" dirty="0">
                <a:solidFill>
                  <a:srgbClr val="F2F5FF"/>
                </a:solidFill>
                <a:latin typeface="Cambria" pitchFamily="34" charset="0"/>
                <a:ea typeface="Cambria" pitchFamily="34" charset="-122"/>
                <a:cs typeface="Cambria" pitchFamily="34" charset="-120"/>
              </a:rPr>
              <a:t>A shallow valley, not a chasm</a:t>
            </a:r>
            <a:endParaRPr lang="en-US" sz="1900" dirty="0"/>
          </a:p>
        </p:txBody>
      </p:sp>
      <p:sp>
        <p:nvSpPr>
          <p:cNvPr id="9" name="Text 6"/>
          <p:cNvSpPr txBox="1"/>
          <p:nvPr/>
        </p:nvSpPr>
        <p:spPr>
          <a:xfrm>
            <a:off x="6309360" y="2706624"/>
            <a:ext cx="5029200" cy="777240"/>
          </a:xfrm>
          <a:prstGeom prst="rect">
            <a:avLst/>
          </a:prstGeom>
          <a:noFill/>
          <a:ln/>
        </p:spPr>
        <p:txBody>
          <a:bodyPr wrap="square" lIns="0" tIns="0" rIns="0" bIns="0" rtlCol="0" anchor="t"/>
          <a:lstStyle/>
          <a:p>
            <a:pPr indent="0" marL="0">
              <a:lnSpc>
                <a:spcPct val="115000"/>
              </a:lnSpc>
              <a:buNone/>
            </a:pPr>
            <a:r>
              <a:rPr lang="en-US" sz="1350" dirty="0">
                <a:solidFill>
                  <a:srgbClr val="C6D0EC"/>
                </a:solidFill>
                <a:latin typeface="Calibri" pitchFamily="34" charset="0"/>
                <a:ea typeface="Calibri" pitchFamily="34" charset="-122"/>
                <a:cs typeface="Calibri" pitchFamily="34" charset="-120"/>
              </a:rPr>
              <a:t>~2% suppression. Far weaker than the California-Kepler feature, and the dip test has no power against it.</a:t>
            </a:r>
            <a:endParaRPr lang="en-US" sz="1350" dirty="0"/>
          </a:p>
        </p:txBody>
      </p:sp>
      <p:sp>
        <p:nvSpPr>
          <p:cNvPr id="10" name="Shape 7"/>
          <p:cNvSpPr/>
          <p:nvPr/>
        </p:nvSpPr>
        <p:spPr>
          <a:xfrm>
            <a:off x="868680" y="3931920"/>
            <a:ext cx="182880" cy="182880"/>
          </a:xfrm>
          <a:prstGeom prst="ellipse">
            <a:avLst/>
          </a:prstGeom>
          <a:solidFill>
            <a:srgbClr val="E9B949"/>
          </a:solidFill>
          <a:ln/>
        </p:spPr>
      </p:sp>
      <p:sp>
        <p:nvSpPr>
          <p:cNvPr id="11" name="Text 8"/>
          <p:cNvSpPr txBox="1"/>
          <p:nvPr/>
        </p:nvSpPr>
        <p:spPr>
          <a:xfrm>
            <a:off x="1298448" y="3785616"/>
            <a:ext cx="4846320" cy="420624"/>
          </a:xfrm>
          <a:prstGeom prst="rect">
            <a:avLst/>
          </a:prstGeom>
          <a:noFill/>
          <a:ln/>
        </p:spPr>
        <p:txBody>
          <a:bodyPr wrap="square" lIns="0" tIns="0" rIns="0" bIns="0" rtlCol="0" anchor="t"/>
          <a:lstStyle/>
          <a:p>
            <a:pPr indent="0" marL="0">
              <a:buNone/>
            </a:pPr>
            <a:r>
              <a:rPr lang="en-US" sz="1900" b="1" dirty="0">
                <a:solidFill>
                  <a:srgbClr val="F2F5FF"/>
                </a:solidFill>
                <a:latin typeface="Cambria" pitchFamily="34" charset="0"/>
                <a:ea typeface="Cambria" pitchFamily="34" charset="-122"/>
                <a:cs typeface="Cambria" pitchFamily="34" charset="-120"/>
              </a:rPr>
              <a:t>A real period-dependence</a:t>
            </a:r>
            <a:endParaRPr lang="en-US" sz="1900" dirty="0"/>
          </a:p>
        </p:txBody>
      </p:sp>
      <p:sp>
        <p:nvSpPr>
          <p:cNvPr id="12" name="Text 9"/>
          <p:cNvSpPr txBox="1"/>
          <p:nvPr/>
        </p:nvSpPr>
        <p:spPr>
          <a:xfrm>
            <a:off x="6309360" y="3785616"/>
            <a:ext cx="5029200" cy="777240"/>
          </a:xfrm>
          <a:prstGeom prst="rect">
            <a:avLst/>
          </a:prstGeom>
          <a:noFill/>
          <a:ln/>
        </p:spPr>
        <p:txBody>
          <a:bodyPr wrap="square" lIns="0" tIns="0" rIns="0" bIns="0" rtlCol="0" anchor="t"/>
          <a:lstStyle/>
          <a:p>
            <a:pPr indent="0" marL="0">
              <a:lnSpc>
                <a:spcPct val="115000"/>
              </a:lnSpc>
              <a:buNone/>
            </a:pPr>
            <a:r>
              <a:rPr lang="en-US" sz="1350" dirty="0">
                <a:solidFill>
                  <a:srgbClr val="C6D0EC"/>
                </a:solidFill>
                <a:latin typeface="Calibri" pitchFamily="34" charset="0"/>
                <a:ea typeface="Calibri" pitchFamily="34" charset="-122"/>
                <a:cs typeface="Calibri" pitchFamily="34" charset="-120"/>
              </a:rPr>
              <a:t>Δ = 0.335 above the gap, confirmed classically and under every robustness check.</a:t>
            </a:r>
            <a:endParaRPr lang="en-US" sz="1350" dirty="0"/>
          </a:p>
        </p:txBody>
      </p:sp>
      <p:sp>
        <p:nvSpPr>
          <p:cNvPr id="13" name="Shape 10"/>
          <p:cNvSpPr/>
          <p:nvPr/>
        </p:nvSpPr>
        <p:spPr>
          <a:xfrm>
            <a:off x="868680" y="5010912"/>
            <a:ext cx="182880" cy="182880"/>
          </a:xfrm>
          <a:prstGeom prst="ellipse">
            <a:avLst/>
          </a:prstGeom>
          <a:solidFill>
            <a:srgbClr val="7FA8D9"/>
          </a:solidFill>
          <a:ln/>
        </p:spPr>
      </p:sp>
      <p:sp>
        <p:nvSpPr>
          <p:cNvPr id="14" name="Text 11"/>
          <p:cNvSpPr txBox="1"/>
          <p:nvPr/>
        </p:nvSpPr>
        <p:spPr>
          <a:xfrm>
            <a:off x="1298448" y="4864608"/>
            <a:ext cx="4846320" cy="420624"/>
          </a:xfrm>
          <a:prstGeom prst="rect">
            <a:avLst/>
          </a:prstGeom>
          <a:noFill/>
          <a:ln/>
        </p:spPr>
        <p:txBody>
          <a:bodyPr wrap="square" lIns="0" tIns="0" rIns="0" bIns="0" rtlCol="0" anchor="t"/>
          <a:lstStyle/>
          <a:p>
            <a:pPr indent="0" marL="0">
              <a:buNone/>
            </a:pPr>
            <a:r>
              <a:rPr lang="en-US" sz="1900" b="1" dirty="0">
                <a:solidFill>
                  <a:srgbClr val="F2F5FF"/>
                </a:solidFill>
                <a:latin typeface="Cambria" pitchFamily="34" charset="0"/>
                <a:ea typeface="Cambria" pitchFamily="34" charset="-122"/>
                <a:cs typeface="Cambria" pitchFamily="34" charset="-120"/>
              </a:rPr>
              <a:t>But not a proven mechanism</a:t>
            </a:r>
            <a:endParaRPr lang="en-US" sz="1900" dirty="0"/>
          </a:p>
        </p:txBody>
      </p:sp>
      <p:sp>
        <p:nvSpPr>
          <p:cNvPr id="15" name="Text 12"/>
          <p:cNvSpPr txBox="1"/>
          <p:nvPr/>
        </p:nvSpPr>
        <p:spPr>
          <a:xfrm>
            <a:off x="6309360" y="4864608"/>
            <a:ext cx="5029200" cy="777240"/>
          </a:xfrm>
          <a:prstGeom prst="rect">
            <a:avLst/>
          </a:prstGeom>
          <a:noFill/>
          <a:ln/>
        </p:spPr>
        <p:txBody>
          <a:bodyPr wrap="square" lIns="0" tIns="0" rIns="0" bIns="0" rtlCol="0" anchor="t"/>
          <a:lstStyle/>
          <a:p>
            <a:pPr indent="0" marL="0">
              <a:lnSpc>
                <a:spcPct val="115000"/>
              </a:lnSpc>
              <a:buNone/>
            </a:pPr>
            <a:r>
              <a:rPr lang="en-US" sz="1350" dirty="0">
                <a:solidFill>
                  <a:srgbClr val="C6D0EC"/>
                </a:solidFill>
                <a:latin typeface="Calibri" pitchFamily="34" charset="0"/>
                <a:ea typeface="Calibri" pitchFamily="34" charset="-122"/>
                <a:cs typeface="Calibri" pitchFamily="34" charset="-120"/>
              </a:rPr>
              <a:t>Detection bias predicts the same pattern. This sample cannot separate the two.</a:t>
            </a:r>
            <a:endParaRPr lang="en-US" sz="1350" dirty="0"/>
          </a:p>
        </p:txBody>
      </p:sp>
      <p:sp>
        <p:nvSpPr>
          <p:cNvPr id="16" name="Text 13"/>
          <p:cNvSpPr txBox="1"/>
          <p:nvPr/>
        </p:nvSpPr>
        <p:spPr>
          <a:xfrm>
            <a:off x="868680" y="5943600"/>
            <a:ext cx="10515600" cy="457200"/>
          </a:xfrm>
          <a:prstGeom prst="rect">
            <a:avLst/>
          </a:prstGeom>
          <a:noFill/>
          <a:ln/>
        </p:spPr>
        <p:txBody>
          <a:bodyPr wrap="square" lIns="0" tIns="0" rIns="0" bIns="0" rtlCol="0" anchor="ctr"/>
          <a:lstStyle/>
          <a:p>
            <a:pPr indent="0" marL="0">
              <a:buNone/>
            </a:pPr>
            <a:r>
              <a:rPr lang="en-US" sz="1400" i="1" dirty="0">
                <a:solidFill>
                  <a:srgbClr val="E9B949"/>
                </a:solidFill>
                <a:latin typeface="Calibri" pitchFamily="34" charset="0"/>
                <a:ea typeface="Calibri" pitchFamily="34" charset="-122"/>
                <a:cs typeface="Calibri" pitchFamily="34" charset="-120"/>
              </a:rPr>
              <a:t>Next step: a homogeneous, completeness-corrected sample — the only way to separate physics from selection.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tmp/deck/bg_content.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66928" y="484632"/>
            <a:ext cx="118872" cy="118872"/>
          </a:xfrm>
          <a:prstGeom prst="ellipse">
            <a:avLst/>
          </a:prstGeom>
          <a:solidFill>
            <a:srgbClr val="E9B949"/>
          </a:solidFill>
          <a:ln/>
        </p:spPr>
      </p:sp>
      <p:sp>
        <p:nvSpPr>
          <p:cNvPr id="4" name="Text 1"/>
          <p:cNvSpPr txBox="1"/>
          <p:nvPr/>
        </p:nvSpPr>
        <p:spPr>
          <a:xfrm>
            <a:off x="777240" y="402336"/>
            <a:ext cx="7315200" cy="274320"/>
          </a:xfrm>
          <a:prstGeom prst="rect">
            <a:avLst/>
          </a:prstGeom>
          <a:noFill/>
          <a:ln/>
        </p:spPr>
        <p:txBody>
          <a:bodyPr wrap="square" lIns="0" tIns="0" rIns="0" bIns="0" rtlCol="0" anchor="ctr"/>
          <a:lstStyle/>
          <a:p>
            <a:pPr indent="0" marL="0">
              <a:buNone/>
            </a:pPr>
            <a:r>
              <a:rPr lang="en-US" sz="1150" b="1" spc="220" kern="0" dirty="0">
                <a:solidFill>
                  <a:srgbClr val="E9B949"/>
                </a:solidFill>
                <a:latin typeface="Calibri" pitchFamily="34" charset="0"/>
                <a:ea typeface="Calibri" pitchFamily="34" charset="-122"/>
                <a:cs typeface="Calibri" pitchFamily="34" charset="-120"/>
              </a:rPr>
              <a:t>BACKUP</a:t>
            </a:r>
            <a:endParaRPr lang="en-US" sz="1150" dirty="0"/>
          </a:p>
        </p:txBody>
      </p:sp>
      <p:sp>
        <p:nvSpPr>
          <p:cNvPr id="5" name="Text 2"/>
          <p:cNvSpPr txBox="1"/>
          <p:nvPr/>
        </p:nvSpPr>
        <p:spPr>
          <a:xfrm>
            <a:off x="548640" y="749808"/>
            <a:ext cx="10881360" cy="777240"/>
          </a:xfrm>
          <a:prstGeom prst="rect">
            <a:avLst/>
          </a:prstGeom>
          <a:noFill/>
          <a:ln/>
        </p:spPr>
        <p:txBody>
          <a:bodyPr wrap="square" lIns="0" tIns="0" rIns="0" bIns="0" rtlCol="0" anchor="t"/>
          <a:lstStyle/>
          <a:p>
            <a:pPr indent="0" marL="0">
              <a:buNone/>
            </a:pPr>
            <a:r>
              <a:rPr lang="en-US" sz="3300" b="1" dirty="0">
                <a:solidFill>
                  <a:srgbClr val="F2F5FF"/>
                </a:solidFill>
                <a:latin typeface="Cambria" pitchFamily="34" charset="0"/>
                <a:ea typeface="Cambria" pitchFamily="34" charset="-122"/>
                <a:cs typeface="Cambria" pitchFamily="34" charset="-120"/>
              </a:rPr>
              <a:t>Numbers at a glance</a:t>
            </a:r>
            <a:endParaRPr lang="en-US" sz="3300" dirty="0"/>
          </a:p>
        </p:txBody>
      </p:sp>
      <p:sp>
        <p:nvSpPr>
          <p:cNvPr id="6" name="Text 3"/>
          <p:cNvSpPr txBox="1"/>
          <p:nvPr/>
        </p:nvSpPr>
        <p:spPr>
          <a:xfrm>
            <a:off x="11292840" y="6327648"/>
            <a:ext cx="457200" cy="274320"/>
          </a:xfrm>
          <a:prstGeom prst="rect">
            <a:avLst/>
          </a:prstGeom>
          <a:noFill/>
          <a:ln/>
        </p:spPr>
        <p:txBody>
          <a:bodyPr wrap="square" lIns="0" tIns="0" rIns="0" bIns="0" rtlCol="0" anchor="ctr"/>
          <a:lstStyle/>
          <a:p>
            <a:pPr algn="r" indent="0" marL="0">
              <a:buNone/>
            </a:pPr>
            <a:r>
              <a:rPr lang="en-US" sz="1000" dirty="0">
                <a:solidFill>
                  <a:srgbClr val="55628E"/>
                </a:solidFill>
                <a:latin typeface="Calibri" pitchFamily="34" charset="0"/>
                <a:ea typeface="Calibri" pitchFamily="34" charset="-122"/>
                <a:cs typeface="Calibri" pitchFamily="34" charset="-120"/>
              </a:rPr>
              <a:t>28</a:t>
            </a:r>
            <a:endParaRPr lang="en-US" sz="1000" dirty="0"/>
          </a:p>
        </p:txBody>
      </p:sp>
      <p:sp>
        <p:nvSpPr>
          <p:cNvPr id="7" name="Text 4"/>
          <p:cNvSpPr txBox="1"/>
          <p:nvPr/>
        </p:nvSpPr>
        <p:spPr>
          <a:xfrm>
            <a:off x="594360" y="1627632"/>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Sample</a:t>
            </a:r>
            <a:endParaRPr lang="en-US" sz="1350" dirty="0"/>
          </a:p>
        </p:txBody>
      </p:sp>
      <p:sp>
        <p:nvSpPr>
          <p:cNvPr id="8" name="Text 5"/>
          <p:cNvSpPr txBox="1"/>
          <p:nvPr/>
        </p:nvSpPr>
        <p:spPr>
          <a:xfrm>
            <a:off x="3063240" y="1627632"/>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2,587 planets · 1,570 above / 1,017 below the gap</a:t>
            </a:r>
            <a:endParaRPr lang="en-US" sz="1300" dirty="0"/>
          </a:p>
        </p:txBody>
      </p:sp>
      <p:sp>
        <p:nvSpPr>
          <p:cNvPr id="9" name="Text 6"/>
          <p:cNvSpPr txBox="1"/>
          <p:nvPr/>
        </p:nvSpPr>
        <p:spPr>
          <a:xfrm>
            <a:off x="594360" y="2011680"/>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GMM</a:t>
            </a:r>
            <a:endParaRPr lang="en-US" sz="1350" dirty="0"/>
          </a:p>
        </p:txBody>
      </p:sp>
      <p:sp>
        <p:nvSpPr>
          <p:cNvPr id="10" name="Text 7"/>
          <p:cNvSpPr txBox="1"/>
          <p:nvPr/>
        </p:nvSpPr>
        <p:spPr>
          <a:xfrm>
            <a:off x="3063240" y="2011680"/>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ΔAIC −241.6 · ΔBIC −224.0 · components 1.36 and 2.51 R⊕</a:t>
            </a:r>
            <a:endParaRPr lang="en-US" sz="1300" dirty="0"/>
          </a:p>
        </p:txBody>
      </p:sp>
      <p:sp>
        <p:nvSpPr>
          <p:cNvPr id="11" name="Text 8"/>
          <p:cNvSpPr txBox="1"/>
          <p:nvPr/>
        </p:nvSpPr>
        <p:spPr>
          <a:xfrm>
            <a:off x="594360" y="2395728"/>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Gap location</a:t>
            </a:r>
            <a:endParaRPr lang="en-US" sz="1350" dirty="0"/>
          </a:p>
        </p:txBody>
      </p:sp>
      <p:sp>
        <p:nvSpPr>
          <p:cNvPr id="12" name="Text 9"/>
          <p:cNvSpPr txBox="1"/>
          <p:nvPr/>
        </p:nvSpPr>
        <p:spPr>
          <a:xfrm>
            <a:off x="3063240" y="2395728"/>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1.76 R⊕ · 95% CI [1.67, 1.83] · 436 of 500 bootstraps</a:t>
            </a:r>
            <a:endParaRPr lang="en-US" sz="1300" dirty="0"/>
          </a:p>
        </p:txBody>
      </p:sp>
      <p:sp>
        <p:nvSpPr>
          <p:cNvPr id="13" name="Text 10"/>
          <p:cNvSpPr txBox="1"/>
          <p:nvPr/>
        </p:nvSpPr>
        <p:spPr>
          <a:xfrm>
            <a:off x="594360" y="2779776"/>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Valley depth</a:t>
            </a:r>
            <a:endParaRPr lang="en-US" sz="1350" dirty="0"/>
          </a:p>
        </p:txBody>
      </p:sp>
      <p:sp>
        <p:nvSpPr>
          <p:cNvPr id="14" name="Text 11"/>
          <p:cNvSpPr txBox="1"/>
          <p:nvPr/>
        </p:nvSpPr>
        <p:spPr>
          <a:xfrm>
            <a:off x="3063240" y="2779776"/>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1.599 vs 1.638 — about 2% suppression</a:t>
            </a:r>
            <a:endParaRPr lang="en-US" sz="1300" dirty="0"/>
          </a:p>
        </p:txBody>
      </p:sp>
      <p:sp>
        <p:nvSpPr>
          <p:cNvPr id="15" name="Text 12"/>
          <p:cNvSpPr txBox="1"/>
          <p:nvPr/>
        </p:nvSpPr>
        <p:spPr>
          <a:xfrm>
            <a:off x="594360" y="3163824"/>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Modality</a:t>
            </a:r>
            <a:endParaRPr lang="en-US" sz="1350" dirty="0"/>
          </a:p>
        </p:txBody>
      </p:sp>
      <p:sp>
        <p:nvSpPr>
          <p:cNvPr id="16" name="Text 13"/>
          <p:cNvSpPr txBox="1"/>
          <p:nvPr/>
        </p:nvSpPr>
        <p:spPr>
          <a:xfrm>
            <a:off x="3063240" y="3163824"/>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Silverman p = 0.028 (rejects) · Hartigan dip p = 0.52 (does not)</a:t>
            </a:r>
            <a:endParaRPr lang="en-US" sz="1300" dirty="0"/>
          </a:p>
        </p:txBody>
      </p:sp>
      <p:sp>
        <p:nvSpPr>
          <p:cNvPr id="17" name="Text 14"/>
          <p:cNvSpPr txBox="1"/>
          <p:nvPr/>
        </p:nvSpPr>
        <p:spPr>
          <a:xfrm>
            <a:off x="594360" y="3547872"/>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Classification</a:t>
            </a:r>
            <a:endParaRPr lang="en-US" sz="1350" dirty="0"/>
          </a:p>
        </p:txBody>
      </p:sp>
      <p:sp>
        <p:nvSpPr>
          <p:cNvPr id="18" name="Text 15"/>
          <p:cNvSpPr txBox="1"/>
          <p:nvPr/>
        </p:nvSpPr>
        <p:spPr>
          <a:xfrm>
            <a:off x="3063240" y="3547872"/>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ROC-AUC 0.770 (LR) / 0.790 (RF) · CV 0.761 / 0.811</a:t>
            </a:r>
            <a:endParaRPr lang="en-US" sz="1300" dirty="0"/>
          </a:p>
        </p:txBody>
      </p:sp>
      <p:sp>
        <p:nvSpPr>
          <p:cNvPr id="19" name="Text 16"/>
          <p:cNvSpPr txBox="1"/>
          <p:nvPr/>
        </p:nvSpPr>
        <p:spPr>
          <a:xfrm>
            <a:off x="594360" y="3931920"/>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Collinearity</a:t>
            </a:r>
            <a:endParaRPr lang="en-US" sz="1350" dirty="0"/>
          </a:p>
        </p:txBody>
      </p:sp>
      <p:sp>
        <p:nvSpPr>
          <p:cNvPr id="20" name="Text 17"/>
          <p:cNvSpPr txBox="1"/>
          <p:nvPr/>
        </p:nvSpPr>
        <p:spPr>
          <a:xfrm>
            <a:off x="3063240" y="3931920"/>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r(log P, log S) = −0.74 · VIF 21.5 and 26.9</a:t>
            </a:r>
            <a:endParaRPr lang="en-US" sz="1300" dirty="0"/>
          </a:p>
        </p:txBody>
      </p:sp>
      <p:sp>
        <p:nvSpPr>
          <p:cNvPr id="21" name="Text 18"/>
          <p:cNvSpPr txBox="1"/>
          <p:nvPr/>
        </p:nvSpPr>
        <p:spPr>
          <a:xfrm>
            <a:off x="594360" y="4315968"/>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Period tests</a:t>
            </a:r>
            <a:endParaRPr lang="en-US" sz="1350" dirty="0"/>
          </a:p>
        </p:txBody>
      </p:sp>
      <p:sp>
        <p:nvSpPr>
          <p:cNvPr id="22" name="Text 19"/>
          <p:cNvSpPr txBox="1"/>
          <p:nvPr/>
        </p:nvSpPr>
        <p:spPr>
          <a:xfrm>
            <a:off x="3063240" y="4315968"/>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KS p = 7.8×10⁻⁶⁶ · Mann-Whitney p = 3.9×10⁻⁶⁴ · medians 1.67 vs 2.34 R⊕</a:t>
            </a:r>
            <a:endParaRPr lang="en-US" sz="1300" dirty="0"/>
          </a:p>
        </p:txBody>
      </p:sp>
      <p:sp>
        <p:nvSpPr>
          <p:cNvPr id="23" name="Text 20"/>
          <p:cNvSpPr txBox="1"/>
          <p:nvPr/>
        </p:nvSpPr>
        <p:spPr>
          <a:xfrm>
            <a:off x="594360" y="4700016"/>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Bayesian</a:t>
            </a:r>
            <a:endParaRPr lang="en-US" sz="1350" dirty="0"/>
          </a:p>
        </p:txBody>
      </p:sp>
      <p:sp>
        <p:nvSpPr>
          <p:cNvPr id="24" name="Text 21"/>
          <p:cNvSpPr txBox="1"/>
          <p:nvPr/>
        </p:nvSpPr>
        <p:spPr>
          <a:xfrm>
            <a:off x="3063240" y="4700016"/>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Δ = 0.335 · CI [0.299, 0.369] · P(Δ&gt;0) &gt; 0.9999</a:t>
            </a:r>
            <a:endParaRPr lang="en-US" sz="1300" dirty="0"/>
          </a:p>
        </p:txBody>
      </p:sp>
      <p:sp>
        <p:nvSpPr>
          <p:cNvPr id="25" name="Text 22"/>
          <p:cNvSpPr txBox="1"/>
          <p:nvPr/>
        </p:nvSpPr>
        <p:spPr>
          <a:xfrm>
            <a:off x="594360" y="5084064"/>
            <a:ext cx="2377440" cy="329184"/>
          </a:xfrm>
          <a:prstGeom prst="rect">
            <a:avLst/>
          </a:prstGeom>
          <a:noFill/>
          <a:ln/>
        </p:spPr>
        <p:txBody>
          <a:bodyPr wrap="square" lIns="0" tIns="0" rIns="0" bIns="0" rtlCol="0" anchor="ctr"/>
          <a:lstStyle/>
          <a:p>
            <a:pPr indent="0" marL="0">
              <a:buNone/>
            </a:pPr>
            <a:r>
              <a:rPr lang="en-US" sz="1350" b="1" dirty="0">
                <a:solidFill>
                  <a:srgbClr val="E9B949"/>
                </a:solidFill>
                <a:latin typeface="Cambria" pitchFamily="34" charset="0"/>
                <a:ea typeface="Cambria" pitchFamily="34" charset="-122"/>
                <a:cs typeface="Cambria" pitchFamily="34" charset="-120"/>
              </a:rPr>
              <a:t>Detection bias</a:t>
            </a:r>
            <a:endParaRPr lang="en-US" sz="1350" dirty="0"/>
          </a:p>
        </p:txBody>
      </p:sp>
      <p:sp>
        <p:nvSpPr>
          <p:cNvPr id="26" name="Text 23"/>
          <p:cNvSpPr txBox="1"/>
          <p:nvPr/>
        </p:nvSpPr>
        <p:spPr>
          <a:xfrm>
            <a:off x="3063240" y="5084064"/>
            <a:ext cx="8503920" cy="329184"/>
          </a:xfrm>
          <a:prstGeom prst="rect">
            <a:avLst/>
          </a:prstGeom>
          <a:noFill/>
          <a:ln/>
        </p:spPr>
        <p:txBody>
          <a:bodyPr wrap="square" lIns="0" tIns="0" rIns="0" bIns="0" rtlCol="0" anchor="ctr"/>
          <a:lstStyle/>
          <a:p>
            <a:pPr indent="0" marL="0">
              <a:buNone/>
            </a:pPr>
            <a:r>
              <a:rPr lang="en-US" sz="1300" dirty="0">
                <a:solidFill>
                  <a:srgbClr val="D7DFF5"/>
                </a:solidFill>
                <a:latin typeface="Calibri" pitchFamily="34" charset="0"/>
                <a:ea typeface="Calibri" pitchFamily="34" charset="-122"/>
                <a:cs typeface="Calibri" pitchFamily="34" charset="-120"/>
              </a:rPr>
              <a:t>5th-pct radius 0.79 → 1.48 R⊕ · &lt;1.5 R⊕ share 55% → 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Missing Middle</dc:title>
  <dc:subject>PptxGenJS Presentation</dc:subject>
  <dc:creator>Jovana Mickovikj</dc:creator>
  <cp:lastModifiedBy>Jovana Mickovikj</cp:lastModifiedBy>
  <cp:revision>1</cp:revision>
  <dcterms:created xsi:type="dcterms:W3CDTF">2026-09-24T11:00:17Z</dcterms:created>
  <dcterms:modified xsi:type="dcterms:W3CDTF">2026-09-24T11:00:17Z</dcterms:modified>
</cp:coreProperties>
</file>